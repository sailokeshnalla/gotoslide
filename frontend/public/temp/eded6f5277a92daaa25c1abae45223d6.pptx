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CFD2D-FFB0-4B36-82BF-8B4EBD8805CF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038F1-A16D-497E-B7FC-F000CF007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7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80B9-DCF9-2E39-073E-595A637B8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4EE38-1EBE-21DE-F838-498844024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0D34B-A28E-B492-9FCC-F7FFE0FC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9053-C3AD-8C88-693A-2FB8852B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C790D-BE35-C72E-1A72-14CE3377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53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9AE7-FAD4-9088-4140-DA001872F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15C9-A34E-6F73-7729-BCD36F8D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2C954-ED40-4E71-D317-7214E165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6DB41-0DED-4625-D65B-85BA5C75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E2711-47B4-7C39-A288-18E090C1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84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1809-DFBD-E561-3BDD-31417597E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1F85C-89EC-BF14-6E3E-2586C7BAA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E3711-0ECB-4127-6D7F-5A31FBB6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BA922-CB50-3D4B-FE28-C1E6C738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CB9B-3026-040F-CF5A-D01F1FA4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11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43BA-1EBF-FCD3-A765-1D38C650B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5530D-A5CC-1855-75EC-8FF81E8FF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F0EBB-F91C-4AAE-76BC-39A719726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51D68-4D6E-4A5C-3C43-DB6465D6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6E7A-DB35-408C-1D46-C7CB75F5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2E35A-E759-E5BE-44D9-98B4B95A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5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FB0E-FC6F-E1E0-3A9C-7BA753A9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117AF-96D7-6AF6-A9A8-CD905C647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3CACD-9544-1298-A300-47D04F263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03EE6-8016-EF33-79CF-31A76D170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27EEE-3B5B-08B2-87BA-0D041CBC2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979DF-CB23-C3AF-1078-8AB609CE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42A06-0DB4-AAFA-DCC4-21A1E8D6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12388-7E07-200D-446B-4E8A01B2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78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5CDC-A9BF-5601-2B0F-0BD24941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FA675-933E-9481-A7B4-B8B8DA13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DE87E-356E-66BA-31B2-5F91EA94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C4A03-2C04-D202-E93B-5EF39B62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27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6DDF8-5FC1-F5A5-7E3A-75C53692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D68E8-58CD-2276-B4C2-A0C51CF4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4FD9D-22C4-7A89-9159-371111F4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B802-E3D0-D199-BBBD-C578D96F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44C0C-06E3-E585-FC9B-98BCFA1D8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AEEB4-8849-7774-0C9E-ED0995C89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D2160-0BE0-A510-2F12-B54EBB9A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9B222-B9CB-2E37-77F4-2410916A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ABD81-4F5D-48C2-97A4-E19EFD76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77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0BF1-3E6A-CEE3-F37F-5CA6B870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E32C3-5436-A7AB-AD96-A3BE10D76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83B03-CC52-30E6-7143-355A592D4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81290-EBE5-CCDA-D270-1E1BB289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9B478-38FE-EEE6-5C31-8166F970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C0E24-3776-3391-A4C1-FDE1B9132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4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1D4B-5C09-912F-C530-A3F04166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7E515-3FA4-1418-7C06-0FB2AD93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BBA55-1BCF-E7C1-63E3-E5BF9D7C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C9C7-097C-79FB-B730-B8165E7D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0DC5B-75A9-EB45-D44A-E6758E4E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7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1C3D5-8888-C365-27F0-774424B23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A9FF2-C398-C4A5-8315-2528E4269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F45C-04FC-E97F-872B-8C23DE1D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F752-53C1-D50C-8899-DC2287B5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3FA7A-83BA-73FF-A557-62E57667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145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0B3E5-1683-78C3-0B4B-23D91504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00DDE-4B4F-D380-C938-55E1B9684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0AD73-F09E-8E02-691C-FF06023E8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9F9E-0B97-4A1B-A41C-5958CFC04E74}" type="datetimeFigureOut">
              <a:rPr lang="en-IN" smtClean="0"/>
              <a:t>21-06-2026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E76E-F5BB-0ECC-F6C7-01760CA56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7D79A-A239-DE2E-587D-A3D10011A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DA641-F0D6-4355-B7D5-1945C6C81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94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"/>
          <p:cNvSpPr txBox="1"/>
          <p:nvPr/>
        </p:nvSpPr>
        <p:spPr>
          <a:xfrm>
            <a:off x="2346325" y="944562"/>
            <a:ext cx="165735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657" name="Google Shape;657;p31"/>
          <p:cNvSpPr/>
          <p:nvPr/>
        </p:nvSpPr>
        <p:spPr>
          <a:xfrm>
            <a:off x="887412" y="904875"/>
            <a:ext cx="685800" cy="822325"/>
          </a:xfrm>
          <a:custGeom>
            <a:avLst/>
            <a:gdLst/>
            <a:ahLst/>
            <a:cxnLst/>
            <a:rect l="l" t="t" r="r" b="b"/>
            <a:pathLst>
              <a:path w="163" h="195" extrusionOk="0">
                <a:moveTo>
                  <a:pt x="109" y="188"/>
                </a:moveTo>
                <a:cubicBezTo>
                  <a:pt x="109" y="191"/>
                  <a:pt x="106" y="195"/>
                  <a:pt x="102" y="195"/>
                </a:cubicBezTo>
                <a:cubicBezTo>
                  <a:pt x="61" y="195"/>
                  <a:pt x="61" y="195"/>
                  <a:pt x="61" y="195"/>
                </a:cubicBezTo>
                <a:cubicBezTo>
                  <a:pt x="57" y="195"/>
                  <a:pt x="54" y="191"/>
                  <a:pt x="54" y="188"/>
                </a:cubicBezTo>
                <a:cubicBezTo>
                  <a:pt x="54" y="188"/>
                  <a:pt x="54" y="188"/>
                  <a:pt x="54" y="188"/>
                </a:cubicBezTo>
                <a:cubicBezTo>
                  <a:pt x="54" y="184"/>
                  <a:pt x="57" y="181"/>
                  <a:pt x="61" y="181"/>
                </a:cubicBezTo>
                <a:cubicBezTo>
                  <a:pt x="102" y="181"/>
                  <a:pt x="102" y="181"/>
                  <a:pt x="102" y="181"/>
                </a:cubicBezTo>
                <a:cubicBezTo>
                  <a:pt x="106" y="181"/>
                  <a:pt x="109" y="184"/>
                  <a:pt x="109" y="188"/>
                </a:cubicBezTo>
                <a:close/>
                <a:moveTo>
                  <a:pt x="109" y="170"/>
                </a:moveTo>
                <a:cubicBezTo>
                  <a:pt x="109" y="166"/>
                  <a:pt x="106" y="163"/>
                  <a:pt x="102" y="163"/>
                </a:cubicBezTo>
                <a:cubicBezTo>
                  <a:pt x="61" y="163"/>
                  <a:pt x="61" y="163"/>
                  <a:pt x="61" y="163"/>
                </a:cubicBezTo>
                <a:cubicBezTo>
                  <a:pt x="57" y="163"/>
                  <a:pt x="54" y="166"/>
                  <a:pt x="54" y="170"/>
                </a:cubicBezTo>
                <a:cubicBezTo>
                  <a:pt x="54" y="170"/>
                  <a:pt x="54" y="170"/>
                  <a:pt x="54" y="170"/>
                </a:cubicBezTo>
                <a:cubicBezTo>
                  <a:pt x="54" y="174"/>
                  <a:pt x="57" y="177"/>
                  <a:pt x="61" y="177"/>
                </a:cubicBezTo>
                <a:cubicBezTo>
                  <a:pt x="102" y="177"/>
                  <a:pt x="102" y="177"/>
                  <a:pt x="102" y="177"/>
                </a:cubicBezTo>
                <a:cubicBezTo>
                  <a:pt x="106" y="177"/>
                  <a:pt x="109" y="174"/>
                  <a:pt x="109" y="170"/>
                </a:cubicBezTo>
                <a:close/>
                <a:moveTo>
                  <a:pt x="88" y="96"/>
                </a:moveTo>
                <a:cubicBezTo>
                  <a:pt x="80" y="96"/>
                  <a:pt x="80" y="96"/>
                  <a:pt x="80" y="96"/>
                </a:cubicBezTo>
                <a:cubicBezTo>
                  <a:pt x="75" y="96"/>
                  <a:pt x="75" y="96"/>
                  <a:pt x="75" y="96"/>
                </a:cubicBezTo>
                <a:cubicBezTo>
                  <a:pt x="75" y="159"/>
                  <a:pt x="75" y="159"/>
                  <a:pt x="75" y="159"/>
                </a:cubicBezTo>
                <a:cubicBezTo>
                  <a:pt x="77" y="159"/>
                  <a:pt x="79" y="159"/>
                  <a:pt x="81" y="159"/>
                </a:cubicBezTo>
                <a:cubicBezTo>
                  <a:pt x="81" y="159"/>
                  <a:pt x="81" y="159"/>
                  <a:pt x="81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2" y="159"/>
                  <a:pt x="82" y="159"/>
                  <a:pt x="82" y="159"/>
                </a:cubicBezTo>
                <a:cubicBezTo>
                  <a:pt x="84" y="159"/>
                  <a:pt x="86" y="159"/>
                  <a:pt x="88" y="159"/>
                </a:cubicBezTo>
                <a:lnTo>
                  <a:pt x="88" y="96"/>
                </a:lnTo>
                <a:close/>
                <a:moveTo>
                  <a:pt x="59" y="70"/>
                </a:moveTo>
                <a:cubicBezTo>
                  <a:pt x="54" y="70"/>
                  <a:pt x="49" y="74"/>
                  <a:pt x="49" y="79"/>
                </a:cubicBezTo>
                <a:cubicBezTo>
                  <a:pt x="49" y="85"/>
                  <a:pt x="54" y="89"/>
                  <a:pt x="59" y="89"/>
                </a:cubicBezTo>
                <a:cubicBezTo>
                  <a:pt x="69" y="89"/>
                  <a:pt x="69" y="89"/>
                  <a:pt x="69" y="89"/>
                </a:cubicBezTo>
                <a:cubicBezTo>
                  <a:pt x="69" y="79"/>
                  <a:pt x="69" y="79"/>
                  <a:pt x="69" y="79"/>
                </a:cubicBezTo>
                <a:cubicBezTo>
                  <a:pt x="69" y="74"/>
                  <a:pt x="65" y="70"/>
                  <a:pt x="59" y="70"/>
                </a:cubicBezTo>
                <a:close/>
                <a:moveTo>
                  <a:pt x="114" y="79"/>
                </a:moveTo>
                <a:cubicBezTo>
                  <a:pt x="114" y="74"/>
                  <a:pt x="110" y="70"/>
                  <a:pt x="104" y="70"/>
                </a:cubicBezTo>
                <a:cubicBezTo>
                  <a:pt x="99" y="70"/>
                  <a:pt x="95" y="74"/>
                  <a:pt x="95" y="79"/>
                </a:cubicBezTo>
                <a:cubicBezTo>
                  <a:pt x="95" y="89"/>
                  <a:pt x="95" y="89"/>
                  <a:pt x="95" y="89"/>
                </a:cubicBezTo>
                <a:cubicBezTo>
                  <a:pt x="104" y="89"/>
                  <a:pt x="104" y="89"/>
                  <a:pt x="104" y="89"/>
                </a:cubicBezTo>
                <a:cubicBezTo>
                  <a:pt x="110" y="89"/>
                  <a:pt x="114" y="85"/>
                  <a:pt x="114" y="79"/>
                </a:cubicBezTo>
                <a:close/>
                <a:moveTo>
                  <a:pt x="136" y="62"/>
                </a:moveTo>
                <a:cubicBezTo>
                  <a:pt x="131" y="44"/>
                  <a:pt x="111" y="26"/>
                  <a:pt x="82" y="26"/>
                </a:cubicBezTo>
                <a:cubicBezTo>
                  <a:pt x="53" y="26"/>
                  <a:pt x="32" y="44"/>
                  <a:pt x="28" y="62"/>
                </a:cubicBezTo>
                <a:cubicBezTo>
                  <a:pt x="24" y="75"/>
                  <a:pt x="28" y="87"/>
                  <a:pt x="34" y="100"/>
                </a:cubicBezTo>
                <a:cubicBezTo>
                  <a:pt x="40" y="111"/>
                  <a:pt x="45" y="120"/>
                  <a:pt x="50" y="131"/>
                </a:cubicBezTo>
                <a:cubicBezTo>
                  <a:pt x="53" y="137"/>
                  <a:pt x="54" y="146"/>
                  <a:pt x="56" y="152"/>
                </a:cubicBezTo>
                <a:cubicBezTo>
                  <a:pt x="57" y="157"/>
                  <a:pt x="59" y="159"/>
                  <a:pt x="65" y="159"/>
                </a:cubicBezTo>
                <a:cubicBezTo>
                  <a:pt x="66" y="159"/>
                  <a:pt x="68" y="159"/>
                  <a:pt x="69" y="159"/>
                </a:cubicBezTo>
                <a:cubicBezTo>
                  <a:pt x="69" y="96"/>
                  <a:pt x="69" y="96"/>
                  <a:pt x="69" y="96"/>
                </a:cubicBezTo>
                <a:cubicBezTo>
                  <a:pt x="59" y="96"/>
                  <a:pt x="59" y="96"/>
                  <a:pt x="59" y="96"/>
                </a:cubicBezTo>
                <a:cubicBezTo>
                  <a:pt x="55" y="96"/>
                  <a:pt x="51" y="94"/>
                  <a:pt x="48" y="91"/>
                </a:cubicBezTo>
                <a:cubicBezTo>
                  <a:pt x="45" y="88"/>
                  <a:pt x="43" y="84"/>
                  <a:pt x="43" y="79"/>
                </a:cubicBezTo>
                <a:cubicBezTo>
                  <a:pt x="43" y="75"/>
                  <a:pt x="45" y="71"/>
                  <a:pt x="48" y="68"/>
                </a:cubicBezTo>
                <a:cubicBezTo>
                  <a:pt x="51" y="65"/>
                  <a:pt x="55" y="63"/>
                  <a:pt x="59" y="63"/>
                </a:cubicBezTo>
                <a:cubicBezTo>
                  <a:pt x="68" y="63"/>
                  <a:pt x="75" y="70"/>
                  <a:pt x="75" y="79"/>
                </a:cubicBezTo>
                <a:cubicBezTo>
                  <a:pt x="75" y="79"/>
                  <a:pt x="75" y="79"/>
                  <a:pt x="75" y="79"/>
                </a:cubicBezTo>
                <a:cubicBezTo>
                  <a:pt x="75" y="89"/>
                  <a:pt x="75" y="89"/>
                  <a:pt x="75" y="89"/>
                </a:cubicBezTo>
                <a:cubicBezTo>
                  <a:pt x="80" y="89"/>
                  <a:pt x="80" y="89"/>
                  <a:pt x="80" y="89"/>
                </a:cubicBezTo>
                <a:cubicBezTo>
                  <a:pt x="88" y="89"/>
                  <a:pt x="88" y="89"/>
                  <a:pt x="88" y="89"/>
                </a:cubicBezTo>
                <a:cubicBezTo>
                  <a:pt x="88" y="79"/>
                  <a:pt x="88" y="79"/>
                  <a:pt x="88" y="79"/>
                </a:cubicBezTo>
                <a:cubicBezTo>
                  <a:pt x="88" y="79"/>
                  <a:pt x="88" y="79"/>
                  <a:pt x="88" y="79"/>
                </a:cubicBezTo>
                <a:cubicBezTo>
                  <a:pt x="88" y="75"/>
                  <a:pt x="90" y="71"/>
                  <a:pt x="93" y="68"/>
                </a:cubicBezTo>
                <a:cubicBezTo>
                  <a:pt x="96" y="65"/>
                  <a:pt x="100" y="63"/>
                  <a:pt x="104" y="63"/>
                </a:cubicBezTo>
                <a:cubicBezTo>
                  <a:pt x="109" y="63"/>
                  <a:pt x="113" y="65"/>
                  <a:pt x="116" y="68"/>
                </a:cubicBezTo>
                <a:cubicBezTo>
                  <a:pt x="119" y="71"/>
                  <a:pt x="121" y="75"/>
                  <a:pt x="121" y="79"/>
                </a:cubicBezTo>
                <a:cubicBezTo>
                  <a:pt x="121" y="84"/>
                  <a:pt x="119" y="88"/>
                  <a:pt x="116" y="91"/>
                </a:cubicBezTo>
                <a:cubicBezTo>
                  <a:pt x="113" y="94"/>
                  <a:pt x="109" y="96"/>
                  <a:pt x="104" y="96"/>
                </a:cubicBezTo>
                <a:cubicBezTo>
                  <a:pt x="95" y="96"/>
                  <a:pt x="95" y="96"/>
                  <a:pt x="95" y="96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6" y="159"/>
                  <a:pt x="97" y="159"/>
                  <a:pt x="99" y="159"/>
                </a:cubicBezTo>
                <a:cubicBezTo>
                  <a:pt x="105" y="159"/>
                  <a:pt x="107" y="157"/>
                  <a:pt x="108" y="152"/>
                </a:cubicBezTo>
                <a:cubicBezTo>
                  <a:pt x="109" y="146"/>
                  <a:pt x="110" y="137"/>
                  <a:pt x="113" y="131"/>
                </a:cubicBezTo>
                <a:cubicBezTo>
                  <a:pt x="118" y="120"/>
                  <a:pt x="124" y="111"/>
                  <a:pt x="130" y="100"/>
                </a:cubicBezTo>
                <a:cubicBezTo>
                  <a:pt x="136" y="87"/>
                  <a:pt x="139" y="75"/>
                  <a:pt x="136" y="62"/>
                </a:cubicBezTo>
                <a:close/>
                <a:moveTo>
                  <a:pt x="88" y="5"/>
                </a:moveTo>
                <a:cubicBezTo>
                  <a:pt x="88" y="2"/>
                  <a:pt x="85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78" y="0"/>
                  <a:pt x="76" y="2"/>
                  <a:pt x="76" y="5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20"/>
                  <a:pt x="78" y="22"/>
                  <a:pt x="82" y="22"/>
                </a:cubicBezTo>
                <a:cubicBezTo>
                  <a:pt x="82" y="22"/>
                  <a:pt x="82" y="22"/>
                  <a:pt x="82" y="22"/>
                </a:cubicBezTo>
                <a:cubicBezTo>
                  <a:pt x="85" y="22"/>
                  <a:pt x="88" y="20"/>
                  <a:pt x="88" y="16"/>
                </a:cubicBezTo>
                <a:lnTo>
                  <a:pt x="88" y="5"/>
                </a:lnTo>
                <a:close/>
                <a:moveTo>
                  <a:pt x="121" y="15"/>
                </a:moveTo>
                <a:cubicBezTo>
                  <a:pt x="122" y="12"/>
                  <a:pt x="121" y="9"/>
                  <a:pt x="118" y="7"/>
                </a:cubicBezTo>
                <a:cubicBezTo>
                  <a:pt x="118" y="7"/>
                  <a:pt x="118" y="7"/>
                  <a:pt x="118" y="7"/>
                </a:cubicBezTo>
                <a:cubicBezTo>
                  <a:pt x="115" y="6"/>
                  <a:pt x="112" y="7"/>
                  <a:pt x="110" y="10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3" y="22"/>
                  <a:pt x="104" y="26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10" y="29"/>
                  <a:pt x="114" y="28"/>
                  <a:pt x="115" y="25"/>
                </a:cubicBezTo>
                <a:lnTo>
                  <a:pt x="121" y="15"/>
                </a:lnTo>
                <a:close/>
                <a:moveTo>
                  <a:pt x="145" y="34"/>
                </a:moveTo>
                <a:cubicBezTo>
                  <a:pt x="147" y="32"/>
                  <a:pt x="148" y="28"/>
                  <a:pt x="145" y="26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43" y="24"/>
                  <a:pt x="139" y="23"/>
                  <a:pt x="137" y="25"/>
                </a:cubicBezTo>
                <a:cubicBezTo>
                  <a:pt x="129" y="33"/>
                  <a:pt x="129" y="33"/>
                  <a:pt x="129" y="33"/>
                </a:cubicBezTo>
                <a:cubicBezTo>
                  <a:pt x="126" y="35"/>
                  <a:pt x="126" y="39"/>
                  <a:pt x="128" y="41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30" y="44"/>
                  <a:pt x="134" y="44"/>
                  <a:pt x="137" y="42"/>
                </a:cubicBezTo>
                <a:lnTo>
                  <a:pt x="145" y="34"/>
                </a:lnTo>
                <a:close/>
                <a:moveTo>
                  <a:pt x="158" y="63"/>
                </a:moveTo>
                <a:cubicBezTo>
                  <a:pt x="161" y="63"/>
                  <a:pt x="163" y="60"/>
                  <a:pt x="162" y="57"/>
                </a:cubicBezTo>
                <a:cubicBezTo>
                  <a:pt x="162" y="57"/>
                  <a:pt x="162" y="57"/>
                  <a:pt x="162" y="57"/>
                </a:cubicBezTo>
                <a:cubicBezTo>
                  <a:pt x="162" y="53"/>
                  <a:pt x="159" y="51"/>
                  <a:pt x="156" y="52"/>
                </a:cubicBezTo>
                <a:cubicBezTo>
                  <a:pt x="145" y="54"/>
                  <a:pt x="145" y="54"/>
                  <a:pt x="145" y="54"/>
                </a:cubicBezTo>
                <a:cubicBezTo>
                  <a:pt x="142" y="54"/>
                  <a:pt x="139" y="57"/>
                  <a:pt x="140" y="61"/>
                </a:cubicBezTo>
                <a:cubicBezTo>
                  <a:pt x="140" y="61"/>
                  <a:pt x="140" y="61"/>
                  <a:pt x="140" y="61"/>
                </a:cubicBezTo>
                <a:cubicBezTo>
                  <a:pt x="141" y="64"/>
                  <a:pt x="144" y="66"/>
                  <a:pt x="147" y="65"/>
                </a:cubicBezTo>
                <a:lnTo>
                  <a:pt x="158" y="63"/>
                </a:lnTo>
                <a:close/>
                <a:moveTo>
                  <a:pt x="155" y="95"/>
                </a:moveTo>
                <a:cubicBezTo>
                  <a:pt x="158" y="96"/>
                  <a:pt x="161" y="94"/>
                  <a:pt x="162" y="91"/>
                </a:cubicBezTo>
                <a:cubicBezTo>
                  <a:pt x="162" y="91"/>
                  <a:pt x="162" y="91"/>
                  <a:pt x="162" y="91"/>
                </a:cubicBezTo>
                <a:cubicBezTo>
                  <a:pt x="163" y="87"/>
                  <a:pt x="161" y="84"/>
                  <a:pt x="157" y="84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43" y="81"/>
                  <a:pt x="140" y="83"/>
                  <a:pt x="140" y="86"/>
                </a:cubicBezTo>
                <a:cubicBezTo>
                  <a:pt x="140" y="86"/>
                  <a:pt x="140" y="86"/>
                  <a:pt x="140" y="86"/>
                </a:cubicBezTo>
                <a:cubicBezTo>
                  <a:pt x="139" y="89"/>
                  <a:pt x="141" y="92"/>
                  <a:pt x="144" y="93"/>
                </a:cubicBezTo>
                <a:lnTo>
                  <a:pt x="155" y="95"/>
                </a:lnTo>
                <a:close/>
                <a:moveTo>
                  <a:pt x="47" y="25"/>
                </a:moveTo>
                <a:cubicBezTo>
                  <a:pt x="49" y="28"/>
                  <a:pt x="53" y="29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8" y="26"/>
                  <a:pt x="59" y="22"/>
                  <a:pt x="58" y="19"/>
                </a:cubicBezTo>
                <a:cubicBezTo>
                  <a:pt x="53" y="10"/>
                  <a:pt x="53" y="10"/>
                  <a:pt x="53" y="10"/>
                </a:cubicBezTo>
                <a:cubicBezTo>
                  <a:pt x="51" y="7"/>
                  <a:pt x="47" y="6"/>
                  <a:pt x="45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42" y="9"/>
                  <a:pt x="41" y="12"/>
                  <a:pt x="42" y="15"/>
                </a:cubicBezTo>
                <a:lnTo>
                  <a:pt x="47" y="25"/>
                </a:lnTo>
                <a:close/>
                <a:moveTo>
                  <a:pt x="26" y="42"/>
                </a:moveTo>
                <a:cubicBezTo>
                  <a:pt x="29" y="44"/>
                  <a:pt x="32" y="44"/>
                  <a:pt x="34" y="41"/>
                </a:cubicBezTo>
                <a:cubicBezTo>
                  <a:pt x="34" y="41"/>
                  <a:pt x="34" y="41"/>
                  <a:pt x="34" y="41"/>
                </a:cubicBezTo>
                <a:cubicBezTo>
                  <a:pt x="37" y="39"/>
                  <a:pt x="36" y="35"/>
                  <a:pt x="34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3" y="23"/>
                  <a:pt x="20" y="24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5" y="28"/>
                  <a:pt x="15" y="32"/>
                  <a:pt x="18" y="34"/>
                </a:cubicBezTo>
                <a:lnTo>
                  <a:pt x="26" y="42"/>
                </a:lnTo>
                <a:close/>
                <a:moveTo>
                  <a:pt x="16" y="65"/>
                </a:moveTo>
                <a:cubicBezTo>
                  <a:pt x="19" y="66"/>
                  <a:pt x="22" y="64"/>
                  <a:pt x="23" y="61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57"/>
                  <a:pt x="21" y="54"/>
                  <a:pt x="18" y="54"/>
                </a:cubicBezTo>
                <a:cubicBezTo>
                  <a:pt x="7" y="52"/>
                  <a:pt x="7" y="52"/>
                  <a:pt x="7" y="52"/>
                </a:cubicBezTo>
                <a:cubicBezTo>
                  <a:pt x="4" y="51"/>
                  <a:pt x="1" y="53"/>
                  <a:pt x="0" y="57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60"/>
                  <a:pt x="2" y="63"/>
                  <a:pt x="5" y="63"/>
                </a:cubicBezTo>
                <a:lnTo>
                  <a:pt x="16" y="65"/>
                </a:lnTo>
                <a:close/>
                <a:moveTo>
                  <a:pt x="18" y="93"/>
                </a:moveTo>
                <a:cubicBezTo>
                  <a:pt x="22" y="92"/>
                  <a:pt x="24" y="89"/>
                  <a:pt x="23" y="86"/>
                </a:cubicBezTo>
                <a:cubicBezTo>
                  <a:pt x="23" y="86"/>
                  <a:pt x="23" y="86"/>
                  <a:pt x="23" y="86"/>
                </a:cubicBezTo>
                <a:cubicBezTo>
                  <a:pt x="22" y="83"/>
                  <a:pt x="19" y="81"/>
                  <a:pt x="16" y="81"/>
                </a:cubicBezTo>
                <a:cubicBezTo>
                  <a:pt x="5" y="84"/>
                  <a:pt x="5" y="84"/>
                  <a:pt x="5" y="84"/>
                </a:cubicBezTo>
                <a:cubicBezTo>
                  <a:pt x="2" y="84"/>
                  <a:pt x="0" y="87"/>
                  <a:pt x="1" y="91"/>
                </a:cubicBezTo>
                <a:cubicBezTo>
                  <a:pt x="1" y="91"/>
                  <a:pt x="1" y="91"/>
                  <a:pt x="1" y="91"/>
                </a:cubicBezTo>
                <a:cubicBezTo>
                  <a:pt x="1" y="94"/>
                  <a:pt x="5" y="96"/>
                  <a:pt x="8" y="95"/>
                </a:cubicBezTo>
                <a:lnTo>
                  <a:pt x="18" y="93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2693987" y="5232400"/>
            <a:ext cx="962025" cy="644525"/>
          </a:xfrm>
          <a:custGeom>
            <a:avLst/>
            <a:gdLst/>
            <a:ahLst/>
            <a:cxnLst/>
            <a:rect l="l" t="t" r="r" b="b"/>
            <a:pathLst>
              <a:path w="228" h="153" extrusionOk="0">
                <a:moveTo>
                  <a:pt x="181" y="15"/>
                </a:moveTo>
                <a:cubicBezTo>
                  <a:pt x="202" y="68"/>
                  <a:pt x="202" y="68"/>
                  <a:pt x="202" y="68"/>
                </a:cubicBezTo>
                <a:cubicBezTo>
                  <a:pt x="176" y="79"/>
                  <a:pt x="176" y="79"/>
                  <a:pt x="176" y="79"/>
                </a:cubicBezTo>
                <a:cubicBezTo>
                  <a:pt x="162" y="67"/>
                  <a:pt x="119" y="30"/>
                  <a:pt x="116" y="30"/>
                </a:cubicBezTo>
                <a:cubicBezTo>
                  <a:pt x="112" y="30"/>
                  <a:pt x="99" y="35"/>
                  <a:pt x="98" y="35"/>
                </a:cubicBezTo>
                <a:cubicBezTo>
                  <a:pt x="98" y="35"/>
                  <a:pt x="90" y="37"/>
                  <a:pt x="83" y="37"/>
                </a:cubicBezTo>
                <a:cubicBezTo>
                  <a:pt x="79" y="37"/>
                  <a:pt x="77" y="37"/>
                  <a:pt x="75" y="36"/>
                </a:cubicBezTo>
                <a:cubicBezTo>
                  <a:pt x="73" y="35"/>
                  <a:pt x="73" y="33"/>
                  <a:pt x="73" y="32"/>
                </a:cubicBezTo>
                <a:cubicBezTo>
                  <a:pt x="73" y="29"/>
                  <a:pt x="76" y="27"/>
                  <a:pt x="77" y="26"/>
                </a:cubicBezTo>
                <a:cubicBezTo>
                  <a:pt x="89" y="20"/>
                  <a:pt x="119" y="8"/>
                  <a:pt x="122" y="8"/>
                </a:cubicBezTo>
                <a:cubicBezTo>
                  <a:pt x="122" y="8"/>
                  <a:pt x="122" y="8"/>
                  <a:pt x="122" y="8"/>
                </a:cubicBezTo>
                <a:cubicBezTo>
                  <a:pt x="130" y="8"/>
                  <a:pt x="176" y="14"/>
                  <a:pt x="181" y="15"/>
                </a:cubicBezTo>
                <a:close/>
                <a:moveTo>
                  <a:pt x="200" y="0"/>
                </a:moveTo>
                <a:cubicBezTo>
                  <a:pt x="199" y="0"/>
                  <a:pt x="198" y="0"/>
                  <a:pt x="198" y="1"/>
                </a:cubicBezTo>
                <a:cubicBezTo>
                  <a:pt x="189" y="4"/>
                  <a:pt x="189" y="4"/>
                  <a:pt x="189" y="4"/>
                </a:cubicBezTo>
                <a:cubicBezTo>
                  <a:pt x="188" y="5"/>
                  <a:pt x="186" y="6"/>
                  <a:pt x="186" y="7"/>
                </a:cubicBezTo>
                <a:cubicBezTo>
                  <a:pt x="185" y="9"/>
                  <a:pt x="185" y="10"/>
                  <a:pt x="186" y="12"/>
                </a:cubicBezTo>
                <a:cubicBezTo>
                  <a:pt x="208" y="67"/>
                  <a:pt x="208" y="67"/>
                  <a:pt x="208" y="67"/>
                </a:cubicBezTo>
                <a:cubicBezTo>
                  <a:pt x="209" y="70"/>
                  <a:pt x="212" y="72"/>
                  <a:pt x="215" y="70"/>
                </a:cubicBezTo>
                <a:cubicBezTo>
                  <a:pt x="224" y="67"/>
                  <a:pt x="224" y="67"/>
                  <a:pt x="224" y="67"/>
                </a:cubicBezTo>
                <a:cubicBezTo>
                  <a:pt x="226" y="66"/>
                  <a:pt x="227" y="65"/>
                  <a:pt x="227" y="64"/>
                </a:cubicBezTo>
                <a:cubicBezTo>
                  <a:pt x="228" y="62"/>
                  <a:pt x="228" y="61"/>
                  <a:pt x="227" y="59"/>
                </a:cubicBezTo>
                <a:cubicBezTo>
                  <a:pt x="205" y="4"/>
                  <a:pt x="205" y="4"/>
                  <a:pt x="205" y="4"/>
                </a:cubicBezTo>
                <a:cubicBezTo>
                  <a:pt x="205" y="2"/>
                  <a:pt x="202" y="0"/>
                  <a:pt x="200" y="0"/>
                </a:cubicBezTo>
                <a:close/>
                <a:moveTo>
                  <a:pt x="0" y="76"/>
                </a:moveTo>
                <a:cubicBezTo>
                  <a:pt x="0" y="78"/>
                  <a:pt x="0" y="79"/>
                  <a:pt x="1" y="81"/>
                </a:cubicBezTo>
                <a:cubicBezTo>
                  <a:pt x="2" y="82"/>
                  <a:pt x="4" y="82"/>
                  <a:pt x="5" y="83"/>
                </a:cubicBezTo>
                <a:cubicBezTo>
                  <a:pt x="15" y="83"/>
                  <a:pt x="15" y="83"/>
                  <a:pt x="15" y="83"/>
                </a:cubicBezTo>
                <a:cubicBezTo>
                  <a:pt x="18" y="84"/>
                  <a:pt x="21" y="81"/>
                  <a:pt x="21" y="78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4"/>
                  <a:pt x="25" y="12"/>
                  <a:pt x="24" y="11"/>
                </a:cubicBezTo>
                <a:cubicBezTo>
                  <a:pt x="23" y="10"/>
                  <a:pt x="22" y="9"/>
                  <a:pt x="20" y="9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0" y="8"/>
                </a:cubicBezTo>
                <a:cubicBezTo>
                  <a:pt x="7" y="8"/>
                  <a:pt x="5" y="11"/>
                  <a:pt x="5" y="14"/>
                </a:cubicBezTo>
                <a:lnTo>
                  <a:pt x="0" y="76"/>
                </a:lnTo>
                <a:close/>
                <a:moveTo>
                  <a:pt x="94" y="132"/>
                </a:moveTo>
                <a:cubicBezTo>
                  <a:pt x="93" y="130"/>
                  <a:pt x="92" y="128"/>
                  <a:pt x="90" y="126"/>
                </a:cubicBezTo>
                <a:cubicBezTo>
                  <a:pt x="86" y="123"/>
                  <a:pt x="82" y="123"/>
                  <a:pt x="78" y="128"/>
                </a:cubicBezTo>
                <a:cubicBezTo>
                  <a:pt x="74" y="133"/>
                  <a:pt x="74" y="133"/>
                  <a:pt x="74" y="133"/>
                </a:cubicBezTo>
                <a:cubicBezTo>
                  <a:pt x="74" y="134"/>
                  <a:pt x="74" y="134"/>
                  <a:pt x="74" y="134"/>
                </a:cubicBezTo>
                <a:cubicBezTo>
                  <a:pt x="70" y="138"/>
                  <a:pt x="70" y="138"/>
                  <a:pt x="70" y="138"/>
                </a:cubicBezTo>
                <a:cubicBezTo>
                  <a:pt x="65" y="144"/>
                  <a:pt x="70" y="149"/>
                  <a:pt x="71" y="150"/>
                </a:cubicBezTo>
                <a:cubicBezTo>
                  <a:pt x="73" y="152"/>
                  <a:pt x="75" y="153"/>
                  <a:pt x="77" y="153"/>
                </a:cubicBezTo>
                <a:cubicBezTo>
                  <a:pt x="79" y="153"/>
                  <a:pt x="81" y="151"/>
                  <a:pt x="83" y="149"/>
                </a:cubicBezTo>
                <a:cubicBezTo>
                  <a:pt x="89" y="141"/>
                  <a:pt x="89" y="141"/>
                  <a:pt x="89" y="141"/>
                </a:cubicBezTo>
                <a:cubicBezTo>
                  <a:pt x="89" y="141"/>
                  <a:pt x="89" y="141"/>
                  <a:pt x="89" y="141"/>
                </a:cubicBezTo>
                <a:cubicBezTo>
                  <a:pt x="91" y="138"/>
                  <a:pt x="91" y="138"/>
                  <a:pt x="91" y="138"/>
                </a:cubicBezTo>
                <a:cubicBezTo>
                  <a:pt x="93" y="136"/>
                  <a:pt x="94" y="134"/>
                  <a:pt x="94" y="132"/>
                </a:cubicBezTo>
                <a:close/>
                <a:moveTo>
                  <a:pt x="49" y="128"/>
                </a:moveTo>
                <a:cubicBezTo>
                  <a:pt x="46" y="132"/>
                  <a:pt x="47" y="135"/>
                  <a:pt x="52" y="139"/>
                </a:cubicBezTo>
                <a:cubicBezTo>
                  <a:pt x="56" y="143"/>
                  <a:pt x="60" y="142"/>
                  <a:pt x="63" y="138"/>
                </a:cubicBezTo>
                <a:cubicBezTo>
                  <a:pt x="74" y="125"/>
                  <a:pt x="74" y="125"/>
                  <a:pt x="74" y="125"/>
                </a:cubicBezTo>
                <a:cubicBezTo>
                  <a:pt x="79" y="119"/>
                  <a:pt x="74" y="114"/>
                  <a:pt x="73" y="112"/>
                </a:cubicBezTo>
                <a:cubicBezTo>
                  <a:pt x="69" y="109"/>
                  <a:pt x="65" y="110"/>
                  <a:pt x="61" y="114"/>
                </a:cubicBezTo>
                <a:cubicBezTo>
                  <a:pt x="55" y="121"/>
                  <a:pt x="55" y="121"/>
                  <a:pt x="55" y="121"/>
                </a:cubicBezTo>
                <a:cubicBezTo>
                  <a:pt x="55" y="121"/>
                  <a:pt x="55" y="121"/>
                  <a:pt x="55" y="121"/>
                </a:cubicBezTo>
                <a:cubicBezTo>
                  <a:pt x="55" y="122"/>
                  <a:pt x="55" y="122"/>
                  <a:pt x="55" y="122"/>
                </a:cubicBezTo>
                <a:lnTo>
                  <a:pt x="49" y="128"/>
                </a:lnTo>
                <a:close/>
                <a:moveTo>
                  <a:pt x="33" y="112"/>
                </a:moveTo>
                <a:cubicBezTo>
                  <a:pt x="32" y="115"/>
                  <a:pt x="31" y="117"/>
                  <a:pt x="31" y="119"/>
                </a:cubicBezTo>
                <a:cubicBezTo>
                  <a:pt x="32" y="121"/>
                  <a:pt x="33" y="123"/>
                  <a:pt x="35" y="125"/>
                </a:cubicBezTo>
                <a:cubicBezTo>
                  <a:pt x="39" y="128"/>
                  <a:pt x="43" y="127"/>
                  <a:pt x="46" y="123"/>
                </a:cubicBezTo>
                <a:cubicBezTo>
                  <a:pt x="58" y="109"/>
                  <a:pt x="58" y="109"/>
                  <a:pt x="58" y="109"/>
                </a:cubicBezTo>
                <a:cubicBezTo>
                  <a:pt x="60" y="107"/>
                  <a:pt x="61" y="105"/>
                  <a:pt x="61" y="102"/>
                </a:cubicBezTo>
                <a:cubicBezTo>
                  <a:pt x="60" y="100"/>
                  <a:pt x="59" y="98"/>
                  <a:pt x="57" y="97"/>
                </a:cubicBezTo>
                <a:cubicBezTo>
                  <a:pt x="53" y="93"/>
                  <a:pt x="49" y="94"/>
                  <a:pt x="45" y="98"/>
                </a:cubicBezTo>
                <a:cubicBezTo>
                  <a:pt x="39" y="105"/>
                  <a:pt x="39" y="105"/>
                  <a:pt x="39" y="105"/>
                </a:cubicBezTo>
                <a:cubicBezTo>
                  <a:pt x="39" y="105"/>
                  <a:pt x="39" y="105"/>
                  <a:pt x="39" y="105"/>
                </a:cubicBezTo>
                <a:cubicBezTo>
                  <a:pt x="39" y="106"/>
                  <a:pt x="39" y="106"/>
                  <a:pt x="39" y="106"/>
                </a:cubicBezTo>
                <a:lnTo>
                  <a:pt x="33" y="112"/>
                </a:lnTo>
                <a:close/>
                <a:moveTo>
                  <a:pt x="31" y="107"/>
                </a:moveTo>
                <a:cubicBezTo>
                  <a:pt x="43" y="93"/>
                  <a:pt x="43" y="93"/>
                  <a:pt x="43" y="93"/>
                </a:cubicBezTo>
                <a:cubicBezTo>
                  <a:pt x="48" y="87"/>
                  <a:pt x="43" y="82"/>
                  <a:pt x="41" y="81"/>
                </a:cubicBezTo>
                <a:cubicBezTo>
                  <a:pt x="37" y="78"/>
                  <a:pt x="33" y="78"/>
                  <a:pt x="30" y="83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25" y="88"/>
                  <a:pt x="25" y="88"/>
                  <a:pt x="25" y="88"/>
                </a:cubicBezTo>
                <a:cubicBezTo>
                  <a:pt x="20" y="95"/>
                  <a:pt x="20" y="95"/>
                  <a:pt x="20" y="95"/>
                </a:cubicBezTo>
                <a:cubicBezTo>
                  <a:pt x="18" y="97"/>
                  <a:pt x="17" y="99"/>
                  <a:pt x="17" y="101"/>
                </a:cubicBezTo>
                <a:cubicBezTo>
                  <a:pt x="17" y="104"/>
                  <a:pt x="19" y="105"/>
                  <a:pt x="20" y="106"/>
                </a:cubicBezTo>
                <a:cubicBezTo>
                  <a:pt x="22" y="107"/>
                  <a:pt x="24" y="109"/>
                  <a:pt x="26" y="109"/>
                </a:cubicBezTo>
                <a:cubicBezTo>
                  <a:pt x="28" y="109"/>
                  <a:pt x="29" y="109"/>
                  <a:pt x="31" y="107"/>
                </a:cubicBezTo>
                <a:close/>
                <a:moveTo>
                  <a:pt x="173" y="95"/>
                </a:moveTo>
                <a:cubicBezTo>
                  <a:pt x="175" y="92"/>
                  <a:pt x="177" y="87"/>
                  <a:pt x="172" y="83"/>
                </a:cubicBezTo>
                <a:cubicBezTo>
                  <a:pt x="167" y="79"/>
                  <a:pt x="167" y="79"/>
                  <a:pt x="167" y="79"/>
                </a:cubicBezTo>
                <a:cubicBezTo>
                  <a:pt x="146" y="60"/>
                  <a:pt x="120" y="39"/>
                  <a:pt x="115" y="35"/>
                </a:cubicBezTo>
                <a:cubicBezTo>
                  <a:pt x="112" y="36"/>
                  <a:pt x="105" y="38"/>
                  <a:pt x="100" y="40"/>
                </a:cubicBezTo>
                <a:cubicBezTo>
                  <a:pt x="99" y="40"/>
                  <a:pt x="99" y="40"/>
                  <a:pt x="99" y="40"/>
                </a:cubicBezTo>
                <a:cubicBezTo>
                  <a:pt x="99" y="40"/>
                  <a:pt x="90" y="43"/>
                  <a:pt x="83" y="43"/>
                </a:cubicBezTo>
                <a:cubicBezTo>
                  <a:pt x="78" y="43"/>
                  <a:pt x="75" y="42"/>
                  <a:pt x="72" y="40"/>
                </a:cubicBezTo>
                <a:cubicBezTo>
                  <a:pt x="68" y="38"/>
                  <a:pt x="67" y="34"/>
                  <a:pt x="67" y="32"/>
                </a:cubicBezTo>
                <a:cubicBezTo>
                  <a:pt x="67" y="27"/>
                  <a:pt x="71" y="23"/>
                  <a:pt x="74" y="21"/>
                </a:cubicBezTo>
                <a:cubicBezTo>
                  <a:pt x="31" y="16"/>
                  <a:pt x="31" y="16"/>
                  <a:pt x="31" y="16"/>
                </a:cubicBezTo>
                <a:cubicBezTo>
                  <a:pt x="27" y="78"/>
                  <a:pt x="27" y="78"/>
                  <a:pt x="27" y="78"/>
                </a:cubicBezTo>
                <a:cubicBezTo>
                  <a:pt x="30" y="74"/>
                  <a:pt x="34" y="74"/>
                  <a:pt x="36" y="74"/>
                </a:cubicBezTo>
                <a:cubicBezTo>
                  <a:pt x="39" y="74"/>
                  <a:pt x="42" y="75"/>
                  <a:pt x="45" y="77"/>
                </a:cubicBezTo>
                <a:cubicBezTo>
                  <a:pt x="49" y="80"/>
                  <a:pt x="51" y="85"/>
                  <a:pt x="50" y="89"/>
                </a:cubicBezTo>
                <a:cubicBezTo>
                  <a:pt x="54" y="89"/>
                  <a:pt x="57" y="90"/>
                  <a:pt x="60" y="93"/>
                </a:cubicBezTo>
                <a:cubicBezTo>
                  <a:pt x="65" y="96"/>
                  <a:pt x="66" y="101"/>
                  <a:pt x="66" y="105"/>
                </a:cubicBezTo>
                <a:cubicBezTo>
                  <a:pt x="69" y="105"/>
                  <a:pt x="73" y="106"/>
                  <a:pt x="76" y="108"/>
                </a:cubicBezTo>
                <a:cubicBezTo>
                  <a:pt x="80" y="111"/>
                  <a:pt x="82" y="115"/>
                  <a:pt x="82" y="119"/>
                </a:cubicBezTo>
                <a:cubicBezTo>
                  <a:pt x="86" y="118"/>
                  <a:pt x="90" y="119"/>
                  <a:pt x="93" y="122"/>
                </a:cubicBezTo>
                <a:cubicBezTo>
                  <a:pt x="98" y="126"/>
                  <a:pt x="100" y="132"/>
                  <a:pt x="98" y="137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2" y="141"/>
                  <a:pt x="102" y="141"/>
                  <a:pt x="103" y="141"/>
                </a:cubicBezTo>
                <a:cubicBezTo>
                  <a:pt x="103" y="141"/>
                  <a:pt x="103" y="141"/>
                  <a:pt x="103" y="141"/>
                </a:cubicBezTo>
                <a:cubicBezTo>
                  <a:pt x="104" y="142"/>
                  <a:pt x="106" y="143"/>
                  <a:pt x="107" y="143"/>
                </a:cubicBezTo>
                <a:cubicBezTo>
                  <a:pt x="110" y="143"/>
                  <a:pt x="112" y="141"/>
                  <a:pt x="113" y="139"/>
                </a:cubicBezTo>
                <a:cubicBezTo>
                  <a:pt x="116" y="136"/>
                  <a:pt x="118" y="134"/>
                  <a:pt x="114" y="130"/>
                </a:cubicBezTo>
                <a:cubicBezTo>
                  <a:pt x="114" y="130"/>
                  <a:pt x="114" y="130"/>
                  <a:pt x="114" y="130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4" y="113"/>
                  <a:pt x="94" y="112"/>
                  <a:pt x="94" y="112"/>
                </a:cubicBezTo>
                <a:cubicBezTo>
                  <a:pt x="94" y="111"/>
                  <a:pt x="94" y="110"/>
                  <a:pt x="94" y="109"/>
                </a:cubicBezTo>
                <a:cubicBezTo>
                  <a:pt x="95" y="108"/>
                  <a:pt x="98" y="108"/>
                  <a:pt x="99" y="109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5" y="131"/>
                  <a:pt x="127" y="132"/>
                  <a:pt x="128" y="132"/>
                </a:cubicBezTo>
                <a:cubicBezTo>
                  <a:pt x="131" y="132"/>
                  <a:pt x="133" y="130"/>
                  <a:pt x="135" y="128"/>
                </a:cubicBezTo>
                <a:cubicBezTo>
                  <a:pt x="137" y="126"/>
                  <a:pt x="137" y="124"/>
                  <a:pt x="137" y="122"/>
                </a:cubicBezTo>
                <a:cubicBezTo>
                  <a:pt x="137" y="120"/>
                  <a:pt x="136" y="118"/>
                  <a:pt x="133" y="116"/>
                </a:cubicBezTo>
                <a:cubicBezTo>
                  <a:pt x="130" y="113"/>
                  <a:pt x="130" y="113"/>
                  <a:pt x="130" y="113"/>
                </a:cubicBezTo>
                <a:cubicBezTo>
                  <a:pt x="130" y="113"/>
                  <a:pt x="130" y="113"/>
                  <a:pt x="130" y="113"/>
                </a:cubicBezTo>
                <a:cubicBezTo>
                  <a:pt x="116" y="102"/>
                  <a:pt x="116" y="102"/>
                  <a:pt x="116" y="102"/>
                </a:cubicBezTo>
                <a:cubicBezTo>
                  <a:pt x="116" y="101"/>
                  <a:pt x="115" y="101"/>
                  <a:pt x="115" y="100"/>
                </a:cubicBezTo>
                <a:cubicBezTo>
                  <a:pt x="115" y="99"/>
                  <a:pt x="116" y="98"/>
                  <a:pt x="116" y="97"/>
                </a:cubicBezTo>
                <a:cubicBezTo>
                  <a:pt x="117" y="96"/>
                  <a:pt x="119" y="96"/>
                  <a:pt x="120" y="97"/>
                </a:cubicBezTo>
                <a:cubicBezTo>
                  <a:pt x="143" y="116"/>
                  <a:pt x="143" y="116"/>
                  <a:pt x="143" y="116"/>
                </a:cubicBezTo>
                <a:cubicBezTo>
                  <a:pt x="145" y="117"/>
                  <a:pt x="147" y="118"/>
                  <a:pt x="149" y="118"/>
                </a:cubicBezTo>
                <a:cubicBezTo>
                  <a:pt x="152" y="118"/>
                  <a:pt x="154" y="116"/>
                  <a:pt x="157" y="114"/>
                </a:cubicBezTo>
                <a:cubicBezTo>
                  <a:pt x="158" y="112"/>
                  <a:pt x="159" y="110"/>
                  <a:pt x="159" y="108"/>
                </a:cubicBezTo>
                <a:cubicBezTo>
                  <a:pt x="159" y="105"/>
                  <a:pt x="157" y="103"/>
                  <a:pt x="155" y="101"/>
                </a:cubicBezTo>
                <a:cubicBezTo>
                  <a:pt x="148" y="96"/>
                  <a:pt x="148" y="96"/>
                  <a:pt x="148" y="96"/>
                </a:cubicBezTo>
                <a:cubicBezTo>
                  <a:pt x="148" y="96"/>
                  <a:pt x="148" y="96"/>
                  <a:pt x="148" y="96"/>
                </a:cubicBezTo>
                <a:cubicBezTo>
                  <a:pt x="136" y="86"/>
                  <a:pt x="136" y="86"/>
                  <a:pt x="136" y="86"/>
                </a:cubicBezTo>
                <a:cubicBezTo>
                  <a:pt x="135" y="85"/>
                  <a:pt x="135" y="83"/>
                  <a:pt x="136" y="82"/>
                </a:cubicBezTo>
                <a:cubicBezTo>
                  <a:pt x="137" y="81"/>
                  <a:pt x="139" y="80"/>
                  <a:pt x="140" y="81"/>
                </a:cubicBezTo>
                <a:cubicBezTo>
                  <a:pt x="160" y="97"/>
                  <a:pt x="160" y="97"/>
                  <a:pt x="160" y="97"/>
                </a:cubicBezTo>
                <a:cubicBezTo>
                  <a:pt x="164" y="101"/>
                  <a:pt x="169" y="100"/>
                  <a:pt x="173" y="95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10541000" y="5202237"/>
            <a:ext cx="828675" cy="695325"/>
          </a:xfrm>
          <a:custGeom>
            <a:avLst/>
            <a:gdLst/>
            <a:ahLst/>
            <a:cxnLst/>
            <a:rect l="l" t="t" r="r" b="b"/>
            <a:pathLst>
              <a:path w="197" h="165" extrusionOk="0">
                <a:moveTo>
                  <a:pt x="27" y="135"/>
                </a:moveTo>
                <a:cubicBezTo>
                  <a:pt x="27" y="90"/>
                  <a:pt x="27" y="90"/>
                  <a:pt x="27" y="90"/>
                </a:cubicBezTo>
                <a:cubicBezTo>
                  <a:pt x="27" y="86"/>
                  <a:pt x="30" y="84"/>
                  <a:pt x="33" y="84"/>
                </a:cubicBezTo>
                <a:cubicBezTo>
                  <a:pt x="44" y="84"/>
                  <a:pt x="44" y="84"/>
                  <a:pt x="44" y="84"/>
                </a:cubicBezTo>
                <a:cubicBezTo>
                  <a:pt x="47" y="84"/>
                  <a:pt x="50" y="86"/>
                  <a:pt x="50" y="90"/>
                </a:cubicBezTo>
                <a:cubicBezTo>
                  <a:pt x="50" y="135"/>
                  <a:pt x="50" y="135"/>
                  <a:pt x="50" y="135"/>
                </a:cubicBezTo>
                <a:cubicBezTo>
                  <a:pt x="50" y="138"/>
                  <a:pt x="47" y="141"/>
                  <a:pt x="44" y="141"/>
                </a:cubicBezTo>
                <a:cubicBezTo>
                  <a:pt x="33" y="141"/>
                  <a:pt x="33" y="141"/>
                  <a:pt x="33" y="141"/>
                </a:cubicBezTo>
                <a:cubicBezTo>
                  <a:pt x="30" y="141"/>
                  <a:pt x="27" y="138"/>
                  <a:pt x="27" y="135"/>
                </a:cubicBezTo>
                <a:close/>
                <a:moveTo>
                  <a:pt x="72" y="68"/>
                </a:moveTo>
                <a:cubicBezTo>
                  <a:pt x="69" y="68"/>
                  <a:pt x="66" y="71"/>
                  <a:pt x="66" y="74"/>
                </a:cubicBezTo>
                <a:cubicBezTo>
                  <a:pt x="66" y="135"/>
                  <a:pt x="66" y="135"/>
                  <a:pt x="66" y="135"/>
                </a:cubicBezTo>
                <a:cubicBezTo>
                  <a:pt x="66" y="138"/>
                  <a:pt x="69" y="141"/>
                  <a:pt x="72" y="141"/>
                </a:cubicBezTo>
                <a:cubicBezTo>
                  <a:pt x="83" y="141"/>
                  <a:pt x="83" y="141"/>
                  <a:pt x="83" y="141"/>
                </a:cubicBezTo>
                <a:cubicBezTo>
                  <a:pt x="87" y="141"/>
                  <a:pt x="90" y="138"/>
                  <a:pt x="90" y="135"/>
                </a:cubicBezTo>
                <a:cubicBezTo>
                  <a:pt x="90" y="74"/>
                  <a:pt x="90" y="74"/>
                  <a:pt x="90" y="74"/>
                </a:cubicBezTo>
                <a:cubicBezTo>
                  <a:pt x="90" y="71"/>
                  <a:pt x="87" y="68"/>
                  <a:pt x="83" y="68"/>
                </a:cubicBezTo>
                <a:lnTo>
                  <a:pt x="72" y="68"/>
                </a:lnTo>
                <a:close/>
                <a:moveTo>
                  <a:pt x="112" y="54"/>
                </a:moveTo>
                <a:cubicBezTo>
                  <a:pt x="108" y="54"/>
                  <a:pt x="105" y="57"/>
                  <a:pt x="105" y="61"/>
                </a:cubicBezTo>
                <a:cubicBezTo>
                  <a:pt x="105" y="135"/>
                  <a:pt x="105" y="135"/>
                  <a:pt x="105" y="135"/>
                </a:cubicBezTo>
                <a:cubicBezTo>
                  <a:pt x="105" y="138"/>
                  <a:pt x="108" y="141"/>
                  <a:pt x="112" y="141"/>
                </a:cubicBezTo>
                <a:cubicBezTo>
                  <a:pt x="123" y="141"/>
                  <a:pt x="123" y="141"/>
                  <a:pt x="123" y="141"/>
                </a:cubicBezTo>
                <a:cubicBezTo>
                  <a:pt x="126" y="141"/>
                  <a:pt x="129" y="138"/>
                  <a:pt x="129" y="135"/>
                </a:cubicBezTo>
                <a:cubicBezTo>
                  <a:pt x="129" y="61"/>
                  <a:pt x="129" y="61"/>
                  <a:pt x="129" y="61"/>
                </a:cubicBezTo>
                <a:cubicBezTo>
                  <a:pt x="129" y="57"/>
                  <a:pt x="126" y="54"/>
                  <a:pt x="123" y="54"/>
                </a:cubicBezTo>
                <a:lnTo>
                  <a:pt x="112" y="54"/>
                </a:lnTo>
                <a:close/>
                <a:moveTo>
                  <a:pt x="151" y="40"/>
                </a:moveTo>
                <a:cubicBezTo>
                  <a:pt x="148" y="40"/>
                  <a:pt x="145" y="43"/>
                  <a:pt x="145" y="47"/>
                </a:cubicBezTo>
                <a:cubicBezTo>
                  <a:pt x="145" y="135"/>
                  <a:pt x="145" y="135"/>
                  <a:pt x="145" y="135"/>
                </a:cubicBezTo>
                <a:cubicBezTo>
                  <a:pt x="145" y="138"/>
                  <a:pt x="148" y="141"/>
                  <a:pt x="151" y="141"/>
                </a:cubicBezTo>
                <a:cubicBezTo>
                  <a:pt x="162" y="141"/>
                  <a:pt x="162" y="141"/>
                  <a:pt x="162" y="141"/>
                </a:cubicBezTo>
                <a:cubicBezTo>
                  <a:pt x="166" y="141"/>
                  <a:pt x="169" y="138"/>
                  <a:pt x="169" y="135"/>
                </a:cubicBezTo>
                <a:cubicBezTo>
                  <a:pt x="169" y="47"/>
                  <a:pt x="169" y="47"/>
                  <a:pt x="169" y="47"/>
                </a:cubicBezTo>
                <a:cubicBezTo>
                  <a:pt x="169" y="43"/>
                  <a:pt x="166" y="40"/>
                  <a:pt x="162" y="40"/>
                </a:cubicBezTo>
                <a:lnTo>
                  <a:pt x="151" y="40"/>
                </a:lnTo>
                <a:close/>
                <a:moveTo>
                  <a:pt x="30" y="66"/>
                </a:moveTo>
                <a:cubicBezTo>
                  <a:pt x="72" y="59"/>
                  <a:pt x="111" y="43"/>
                  <a:pt x="147" y="22"/>
                </a:cubicBezTo>
                <a:cubicBezTo>
                  <a:pt x="150" y="28"/>
                  <a:pt x="150" y="28"/>
                  <a:pt x="150" y="28"/>
                </a:cubicBezTo>
                <a:cubicBezTo>
                  <a:pt x="162" y="9"/>
                  <a:pt x="162" y="9"/>
                  <a:pt x="162" y="9"/>
                </a:cubicBezTo>
                <a:cubicBezTo>
                  <a:pt x="139" y="8"/>
                  <a:pt x="139" y="8"/>
                  <a:pt x="139" y="8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08" y="35"/>
                  <a:pt x="69" y="50"/>
                  <a:pt x="28" y="58"/>
                </a:cubicBezTo>
                <a:lnTo>
                  <a:pt x="30" y="66"/>
                </a:lnTo>
                <a:close/>
                <a:moveTo>
                  <a:pt x="197" y="154"/>
                </a:moveTo>
                <a:cubicBezTo>
                  <a:pt x="177" y="142"/>
                  <a:pt x="177" y="142"/>
                  <a:pt x="177" y="142"/>
                </a:cubicBezTo>
                <a:cubicBezTo>
                  <a:pt x="177" y="149"/>
                  <a:pt x="177" y="149"/>
                  <a:pt x="177" y="149"/>
                </a:cubicBezTo>
                <a:cubicBezTo>
                  <a:pt x="16" y="149"/>
                  <a:pt x="16" y="149"/>
                  <a:pt x="16" y="149"/>
                </a:cubicBezTo>
                <a:cubicBezTo>
                  <a:pt x="16" y="20"/>
                  <a:pt x="16" y="20"/>
                  <a:pt x="16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49"/>
                  <a:pt x="7" y="149"/>
                  <a:pt x="7" y="149"/>
                </a:cubicBezTo>
                <a:cubicBezTo>
                  <a:pt x="7" y="154"/>
                  <a:pt x="7" y="154"/>
                  <a:pt x="7" y="154"/>
                </a:cubicBezTo>
                <a:cubicBezTo>
                  <a:pt x="7" y="158"/>
                  <a:pt x="7" y="158"/>
                  <a:pt x="7" y="158"/>
                </a:cubicBezTo>
                <a:cubicBezTo>
                  <a:pt x="177" y="158"/>
                  <a:pt x="177" y="158"/>
                  <a:pt x="177" y="158"/>
                </a:cubicBezTo>
                <a:cubicBezTo>
                  <a:pt x="177" y="165"/>
                  <a:pt x="177" y="165"/>
                  <a:pt x="177" y="165"/>
                </a:cubicBezTo>
                <a:lnTo>
                  <a:pt x="197" y="154"/>
                </a:ln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1"/>
          <p:cNvSpPr/>
          <p:nvPr/>
        </p:nvSpPr>
        <p:spPr>
          <a:xfrm>
            <a:off x="4502150" y="1065212"/>
            <a:ext cx="1222375" cy="636587"/>
          </a:xfrm>
          <a:custGeom>
            <a:avLst/>
            <a:gdLst/>
            <a:ahLst/>
            <a:cxnLst/>
            <a:rect l="l" t="t" r="r" b="b"/>
            <a:pathLst>
              <a:path w="290" h="151" extrusionOk="0">
                <a:moveTo>
                  <a:pt x="209" y="142"/>
                </a:moveTo>
                <a:cubicBezTo>
                  <a:pt x="205" y="144"/>
                  <a:pt x="200" y="146"/>
                  <a:pt x="196" y="147"/>
                </a:cubicBezTo>
                <a:cubicBezTo>
                  <a:pt x="181" y="150"/>
                  <a:pt x="167" y="151"/>
                  <a:pt x="148" y="151"/>
                </a:cubicBezTo>
                <a:cubicBezTo>
                  <a:pt x="130" y="151"/>
                  <a:pt x="115" y="150"/>
                  <a:pt x="101" y="147"/>
                </a:cubicBezTo>
                <a:cubicBezTo>
                  <a:pt x="96" y="146"/>
                  <a:pt x="92" y="144"/>
                  <a:pt x="88" y="142"/>
                </a:cubicBezTo>
                <a:cubicBezTo>
                  <a:pt x="75" y="136"/>
                  <a:pt x="75" y="126"/>
                  <a:pt x="82" y="119"/>
                </a:cubicBezTo>
                <a:cubicBezTo>
                  <a:pt x="90" y="112"/>
                  <a:pt x="99" y="106"/>
                  <a:pt x="109" y="102"/>
                </a:cubicBezTo>
                <a:cubicBezTo>
                  <a:pt x="113" y="100"/>
                  <a:pt x="118" y="98"/>
                  <a:pt x="122" y="96"/>
                </a:cubicBezTo>
                <a:cubicBezTo>
                  <a:pt x="131" y="93"/>
                  <a:pt x="133" y="84"/>
                  <a:pt x="127" y="78"/>
                </a:cubicBezTo>
                <a:cubicBezTo>
                  <a:pt x="114" y="66"/>
                  <a:pt x="110" y="50"/>
                  <a:pt x="110" y="33"/>
                </a:cubicBezTo>
                <a:cubicBezTo>
                  <a:pt x="111" y="15"/>
                  <a:pt x="121" y="6"/>
                  <a:pt x="138" y="2"/>
                </a:cubicBezTo>
                <a:cubicBezTo>
                  <a:pt x="141" y="1"/>
                  <a:pt x="145" y="0"/>
                  <a:pt x="148" y="0"/>
                </a:cubicBezTo>
                <a:cubicBezTo>
                  <a:pt x="152" y="0"/>
                  <a:pt x="155" y="1"/>
                  <a:pt x="159" y="2"/>
                </a:cubicBezTo>
                <a:cubicBezTo>
                  <a:pt x="175" y="6"/>
                  <a:pt x="186" y="15"/>
                  <a:pt x="186" y="33"/>
                </a:cubicBezTo>
                <a:cubicBezTo>
                  <a:pt x="187" y="50"/>
                  <a:pt x="182" y="66"/>
                  <a:pt x="170" y="78"/>
                </a:cubicBezTo>
                <a:cubicBezTo>
                  <a:pt x="163" y="84"/>
                  <a:pt x="166" y="93"/>
                  <a:pt x="174" y="96"/>
                </a:cubicBezTo>
                <a:cubicBezTo>
                  <a:pt x="179" y="98"/>
                  <a:pt x="183" y="100"/>
                  <a:pt x="188" y="102"/>
                </a:cubicBezTo>
                <a:cubicBezTo>
                  <a:pt x="198" y="106"/>
                  <a:pt x="207" y="112"/>
                  <a:pt x="215" y="119"/>
                </a:cubicBezTo>
                <a:cubicBezTo>
                  <a:pt x="219" y="124"/>
                  <a:pt x="221" y="136"/>
                  <a:pt x="209" y="142"/>
                </a:cubicBezTo>
                <a:close/>
                <a:moveTo>
                  <a:pt x="285" y="129"/>
                </a:moveTo>
                <a:cubicBezTo>
                  <a:pt x="279" y="124"/>
                  <a:pt x="273" y="120"/>
                  <a:pt x="266" y="117"/>
                </a:cubicBezTo>
                <a:cubicBezTo>
                  <a:pt x="263" y="115"/>
                  <a:pt x="260" y="114"/>
                  <a:pt x="257" y="113"/>
                </a:cubicBezTo>
                <a:cubicBezTo>
                  <a:pt x="251" y="111"/>
                  <a:pt x="249" y="105"/>
                  <a:pt x="254" y="100"/>
                </a:cubicBezTo>
                <a:cubicBezTo>
                  <a:pt x="262" y="92"/>
                  <a:pt x="266" y="81"/>
                  <a:pt x="265" y="69"/>
                </a:cubicBezTo>
                <a:cubicBezTo>
                  <a:pt x="265" y="57"/>
                  <a:pt x="257" y="50"/>
                  <a:pt x="246" y="47"/>
                </a:cubicBezTo>
                <a:cubicBezTo>
                  <a:pt x="243" y="47"/>
                  <a:pt x="241" y="46"/>
                  <a:pt x="239" y="46"/>
                </a:cubicBezTo>
                <a:cubicBezTo>
                  <a:pt x="236" y="46"/>
                  <a:pt x="234" y="47"/>
                  <a:pt x="231" y="47"/>
                </a:cubicBezTo>
                <a:cubicBezTo>
                  <a:pt x="220" y="50"/>
                  <a:pt x="213" y="57"/>
                  <a:pt x="212" y="69"/>
                </a:cubicBezTo>
                <a:cubicBezTo>
                  <a:pt x="212" y="81"/>
                  <a:pt x="215" y="92"/>
                  <a:pt x="224" y="100"/>
                </a:cubicBezTo>
                <a:cubicBezTo>
                  <a:pt x="228" y="105"/>
                  <a:pt x="226" y="111"/>
                  <a:pt x="221" y="113"/>
                </a:cubicBezTo>
                <a:cubicBezTo>
                  <a:pt x="220" y="113"/>
                  <a:pt x="220" y="113"/>
                  <a:pt x="220" y="113"/>
                </a:cubicBezTo>
                <a:cubicBezTo>
                  <a:pt x="221" y="114"/>
                  <a:pt x="222" y="115"/>
                  <a:pt x="223" y="116"/>
                </a:cubicBezTo>
                <a:cubicBezTo>
                  <a:pt x="227" y="120"/>
                  <a:pt x="229" y="126"/>
                  <a:pt x="228" y="132"/>
                </a:cubicBezTo>
                <a:cubicBezTo>
                  <a:pt x="226" y="139"/>
                  <a:pt x="222" y="144"/>
                  <a:pt x="216" y="147"/>
                </a:cubicBezTo>
                <a:cubicBezTo>
                  <a:pt x="214" y="148"/>
                  <a:pt x="212" y="148"/>
                  <a:pt x="210" y="149"/>
                </a:cubicBezTo>
                <a:cubicBezTo>
                  <a:pt x="219" y="151"/>
                  <a:pt x="228" y="151"/>
                  <a:pt x="239" y="151"/>
                </a:cubicBezTo>
                <a:cubicBezTo>
                  <a:pt x="252" y="151"/>
                  <a:pt x="262" y="150"/>
                  <a:pt x="272" y="148"/>
                </a:cubicBezTo>
                <a:cubicBezTo>
                  <a:pt x="275" y="147"/>
                  <a:pt x="278" y="146"/>
                  <a:pt x="281" y="145"/>
                </a:cubicBezTo>
                <a:cubicBezTo>
                  <a:pt x="290" y="141"/>
                  <a:pt x="288" y="132"/>
                  <a:pt x="285" y="129"/>
                </a:cubicBezTo>
                <a:close/>
                <a:moveTo>
                  <a:pt x="68" y="132"/>
                </a:moveTo>
                <a:cubicBezTo>
                  <a:pt x="67" y="126"/>
                  <a:pt x="69" y="120"/>
                  <a:pt x="74" y="116"/>
                </a:cubicBezTo>
                <a:cubicBezTo>
                  <a:pt x="76" y="114"/>
                  <a:pt x="78" y="112"/>
                  <a:pt x="80" y="110"/>
                </a:cubicBezTo>
                <a:cubicBezTo>
                  <a:pt x="79" y="110"/>
                  <a:pt x="78" y="109"/>
                  <a:pt x="76" y="109"/>
                </a:cubicBezTo>
                <a:cubicBezTo>
                  <a:pt x="70" y="106"/>
                  <a:pt x="68" y="100"/>
                  <a:pt x="73" y="95"/>
                </a:cubicBezTo>
                <a:cubicBezTo>
                  <a:pt x="83" y="85"/>
                  <a:pt x="86" y="73"/>
                  <a:pt x="86" y="60"/>
                </a:cubicBezTo>
                <a:cubicBezTo>
                  <a:pt x="85" y="47"/>
                  <a:pt x="77" y="39"/>
                  <a:pt x="64" y="36"/>
                </a:cubicBezTo>
                <a:cubicBezTo>
                  <a:pt x="62" y="35"/>
                  <a:pt x="59" y="35"/>
                  <a:pt x="56" y="35"/>
                </a:cubicBezTo>
                <a:cubicBezTo>
                  <a:pt x="54" y="35"/>
                  <a:pt x="51" y="35"/>
                  <a:pt x="48" y="36"/>
                </a:cubicBezTo>
                <a:cubicBezTo>
                  <a:pt x="36" y="39"/>
                  <a:pt x="27" y="47"/>
                  <a:pt x="27" y="60"/>
                </a:cubicBezTo>
                <a:cubicBezTo>
                  <a:pt x="26" y="73"/>
                  <a:pt x="30" y="85"/>
                  <a:pt x="40" y="95"/>
                </a:cubicBezTo>
                <a:cubicBezTo>
                  <a:pt x="45" y="100"/>
                  <a:pt x="43" y="106"/>
                  <a:pt x="36" y="109"/>
                </a:cubicBezTo>
                <a:cubicBezTo>
                  <a:pt x="33" y="110"/>
                  <a:pt x="29" y="111"/>
                  <a:pt x="26" y="113"/>
                </a:cubicBezTo>
                <a:cubicBezTo>
                  <a:pt x="18" y="117"/>
                  <a:pt x="11" y="121"/>
                  <a:pt x="5" y="127"/>
                </a:cubicBezTo>
                <a:cubicBezTo>
                  <a:pt x="0" y="132"/>
                  <a:pt x="0" y="140"/>
                  <a:pt x="10" y="144"/>
                </a:cubicBezTo>
                <a:cubicBezTo>
                  <a:pt x="13" y="146"/>
                  <a:pt x="16" y="147"/>
                  <a:pt x="20" y="148"/>
                </a:cubicBezTo>
                <a:cubicBezTo>
                  <a:pt x="31" y="150"/>
                  <a:pt x="42" y="151"/>
                  <a:pt x="56" y="151"/>
                </a:cubicBezTo>
                <a:cubicBezTo>
                  <a:pt x="68" y="151"/>
                  <a:pt x="77" y="151"/>
                  <a:pt x="86" y="149"/>
                </a:cubicBezTo>
                <a:cubicBezTo>
                  <a:pt x="84" y="148"/>
                  <a:pt x="83" y="148"/>
                  <a:pt x="81" y="147"/>
                </a:cubicBezTo>
                <a:cubicBezTo>
                  <a:pt x="74" y="144"/>
                  <a:pt x="69" y="138"/>
                  <a:pt x="68" y="132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1"/>
          <p:cNvSpPr/>
          <p:nvPr/>
        </p:nvSpPr>
        <p:spPr>
          <a:xfrm>
            <a:off x="8748712" y="1009650"/>
            <a:ext cx="514350" cy="750887"/>
          </a:xfrm>
          <a:custGeom>
            <a:avLst/>
            <a:gdLst/>
            <a:ahLst/>
            <a:cxnLst/>
            <a:rect l="l" t="t" r="r" b="b"/>
            <a:pathLst>
              <a:path w="122" h="178" extrusionOk="0">
                <a:moveTo>
                  <a:pt x="122" y="118"/>
                </a:moveTo>
                <a:cubicBezTo>
                  <a:pt x="122" y="100"/>
                  <a:pt x="108" y="85"/>
                  <a:pt x="80" y="78"/>
                </a:cubicBezTo>
                <a:cubicBezTo>
                  <a:pt x="76" y="77"/>
                  <a:pt x="61" y="73"/>
                  <a:pt x="58" y="73"/>
                </a:cubicBezTo>
                <a:cubicBezTo>
                  <a:pt x="36" y="67"/>
                  <a:pt x="29" y="63"/>
                  <a:pt x="29" y="58"/>
                </a:cubicBezTo>
                <a:cubicBezTo>
                  <a:pt x="29" y="51"/>
                  <a:pt x="37" y="44"/>
                  <a:pt x="60" y="44"/>
                </a:cubicBezTo>
                <a:cubicBezTo>
                  <a:pt x="75" y="44"/>
                  <a:pt x="91" y="56"/>
                  <a:pt x="91" y="56"/>
                </a:cubicBezTo>
                <a:cubicBezTo>
                  <a:pt x="98" y="60"/>
                  <a:pt x="101" y="60"/>
                  <a:pt x="106" y="55"/>
                </a:cubicBezTo>
                <a:cubicBezTo>
                  <a:pt x="106" y="55"/>
                  <a:pt x="113" y="49"/>
                  <a:pt x="113" y="44"/>
                </a:cubicBezTo>
                <a:cubicBezTo>
                  <a:pt x="113" y="36"/>
                  <a:pt x="94" y="24"/>
                  <a:pt x="74" y="20"/>
                </a:cubicBezTo>
                <a:cubicBezTo>
                  <a:pt x="74" y="6"/>
                  <a:pt x="74" y="6"/>
                  <a:pt x="74" y="6"/>
                </a:cubicBezTo>
                <a:cubicBezTo>
                  <a:pt x="74" y="3"/>
                  <a:pt x="70" y="0"/>
                  <a:pt x="66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2" y="0"/>
                  <a:pt x="49" y="3"/>
                  <a:pt x="49" y="6"/>
                </a:cubicBezTo>
                <a:cubicBezTo>
                  <a:pt x="49" y="20"/>
                  <a:pt x="49" y="20"/>
                  <a:pt x="49" y="20"/>
                </a:cubicBezTo>
                <a:cubicBezTo>
                  <a:pt x="17" y="23"/>
                  <a:pt x="0" y="39"/>
                  <a:pt x="0" y="58"/>
                </a:cubicBezTo>
                <a:cubicBezTo>
                  <a:pt x="0" y="81"/>
                  <a:pt x="22" y="91"/>
                  <a:pt x="46" y="97"/>
                </a:cubicBezTo>
                <a:cubicBezTo>
                  <a:pt x="49" y="98"/>
                  <a:pt x="68" y="102"/>
                  <a:pt x="71" y="103"/>
                </a:cubicBezTo>
                <a:cubicBezTo>
                  <a:pt x="89" y="107"/>
                  <a:pt x="93" y="114"/>
                  <a:pt x="93" y="118"/>
                </a:cubicBezTo>
                <a:cubicBezTo>
                  <a:pt x="93" y="126"/>
                  <a:pt x="85" y="133"/>
                  <a:pt x="63" y="133"/>
                </a:cubicBezTo>
                <a:cubicBezTo>
                  <a:pt x="47" y="133"/>
                  <a:pt x="25" y="120"/>
                  <a:pt x="25" y="120"/>
                </a:cubicBezTo>
                <a:cubicBezTo>
                  <a:pt x="19" y="116"/>
                  <a:pt x="14" y="117"/>
                  <a:pt x="9" y="123"/>
                </a:cubicBezTo>
                <a:cubicBezTo>
                  <a:pt x="9" y="123"/>
                  <a:pt x="5" y="128"/>
                  <a:pt x="5" y="133"/>
                </a:cubicBezTo>
                <a:cubicBezTo>
                  <a:pt x="5" y="142"/>
                  <a:pt x="27" y="153"/>
                  <a:pt x="49" y="157"/>
                </a:cubicBezTo>
                <a:cubicBezTo>
                  <a:pt x="49" y="171"/>
                  <a:pt x="49" y="171"/>
                  <a:pt x="49" y="171"/>
                </a:cubicBezTo>
                <a:cubicBezTo>
                  <a:pt x="49" y="175"/>
                  <a:pt x="52" y="178"/>
                  <a:pt x="57" y="178"/>
                </a:cubicBezTo>
                <a:cubicBezTo>
                  <a:pt x="66" y="178"/>
                  <a:pt x="66" y="178"/>
                  <a:pt x="66" y="178"/>
                </a:cubicBezTo>
                <a:cubicBezTo>
                  <a:pt x="70" y="178"/>
                  <a:pt x="74" y="175"/>
                  <a:pt x="74" y="171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107" y="154"/>
                  <a:pt x="122" y="137"/>
                  <a:pt x="122" y="118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1"/>
          <p:cNvSpPr/>
          <p:nvPr/>
        </p:nvSpPr>
        <p:spPr>
          <a:xfrm>
            <a:off x="6677025" y="5146675"/>
            <a:ext cx="779462" cy="700087"/>
          </a:xfrm>
          <a:custGeom>
            <a:avLst/>
            <a:gdLst/>
            <a:ahLst/>
            <a:cxnLst/>
            <a:rect l="l" t="t" r="r" b="b"/>
            <a:pathLst>
              <a:path w="185" h="166" extrusionOk="0">
                <a:moveTo>
                  <a:pt x="126" y="22"/>
                </a:moveTo>
                <a:cubicBezTo>
                  <a:pt x="115" y="22"/>
                  <a:pt x="115" y="22"/>
                  <a:pt x="115" y="22"/>
                </a:cubicBezTo>
                <a:cubicBezTo>
                  <a:pt x="114" y="16"/>
                  <a:pt x="109" y="11"/>
                  <a:pt x="103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76" y="11"/>
                  <a:pt x="71" y="16"/>
                  <a:pt x="70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60" y="10"/>
                  <a:pt x="69" y="0"/>
                  <a:pt x="7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17" y="0"/>
                  <a:pt x="125" y="10"/>
                  <a:pt x="126" y="22"/>
                </a:cubicBezTo>
                <a:close/>
                <a:moveTo>
                  <a:pt x="28" y="93"/>
                </a:moveTo>
                <a:cubicBezTo>
                  <a:pt x="75" y="93"/>
                  <a:pt x="75" y="93"/>
                  <a:pt x="75" y="93"/>
                </a:cubicBezTo>
                <a:cubicBezTo>
                  <a:pt x="75" y="86"/>
                  <a:pt x="75" y="86"/>
                  <a:pt x="75" y="86"/>
                </a:cubicBezTo>
                <a:cubicBezTo>
                  <a:pt x="75" y="81"/>
                  <a:pt x="79" y="77"/>
                  <a:pt x="83" y="77"/>
                </a:cubicBezTo>
                <a:cubicBezTo>
                  <a:pt x="102" y="77"/>
                  <a:pt x="102" y="77"/>
                  <a:pt x="102" y="77"/>
                </a:cubicBezTo>
                <a:cubicBezTo>
                  <a:pt x="106" y="77"/>
                  <a:pt x="110" y="81"/>
                  <a:pt x="110" y="86"/>
                </a:cubicBezTo>
                <a:cubicBezTo>
                  <a:pt x="110" y="93"/>
                  <a:pt x="110" y="93"/>
                  <a:pt x="110" y="93"/>
                </a:cubicBezTo>
                <a:cubicBezTo>
                  <a:pt x="157" y="93"/>
                  <a:pt x="157" y="93"/>
                  <a:pt x="157" y="93"/>
                </a:cubicBezTo>
                <a:cubicBezTo>
                  <a:pt x="171" y="93"/>
                  <a:pt x="183" y="81"/>
                  <a:pt x="185" y="66"/>
                </a:cubicBezTo>
                <a:cubicBezTo>
                  <a:pt x="185" y="52"/>
                  <a:pt x="185" y="52"/>
                  <a:pt x="185" y="52"/>
                </a:cubicBezTo>
                <a:cubicBezTo>
                  <a:pt x="185" y="38"/>
                  <a:pt x="175" y="27"/>
                  <a:pt x="164" y="27"/>
                </a:cubicBezTo>
                <a:cubicBezTo>
                  <a:pt x="153" y="27"/>
                  <a:pt x="153" y="27"/>
                  <a:pt x="153" y="27"/>
                </a:cubicBezTo>
                <a:cubicBezTo>
                  <a:pt x="148" y="27"/>
                  <a:pt x="148" y="27"/>
                  <a:pt x="148" y="27"/>
                </a:cubicBezTo>
                <a:cubicBezTo>
                  <a:pt x="141" y="27"/>
                  <a:pt x="141" y="27"/>
                  <a:pt x="141" y="27"/>
                </a:cubicBezTo>
                <a:cubicBezTo>
                  <a:pt x="132" y="27"/>
                  <a:pt x="132" y="27"/>
                  <a:pt x="132" y="27"/>
                </a:cubicBezTo>
                <a:cubicBezTo>
                  <a:pt x="127" y="27"/>
                  <a:pt x="127" y="27"/>
                  <a:pt x="127" y="27"/>
                </a:cubicBezTo>
                <a:cubicBezTo>
                  <a:pt x="114" y="27"/>
                  <a:pt x="114" y="27"/>
                  <a:pt x="114" y="27"/>
                </a:cubicBezTo>
                <a:cubicBezTo>
                  <a:pt x="71" y="27"/>
                  <a:pt x="71" y="27"/>
                  <a:pt x="71" y="27"/>
                </a:cubicBezTo>
                <a:cubicBezTo>
                  <a:pt x="58" y="27"/>
                  <a:pt x="58" y="27"/>
                  <a:pt x="58" y="27"/>
                </a:cubicBezTo>
                <a:cubicBezTo>
                  <a:pt x="43" y="27"/>
                  <a:pt x="43" y="27"/>
                  <a:pt x="43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22" y="27"/>
                  <a:pt x="22" y="27"/>
                  <a:pt x="22" y="27"/>
                </a:cubicBezTo>
                <a:cubicBezTo>
                  <a:pt x="10" y="27"/>
                  <a:pt x="0" y="38"/>
                  <a:pt x="0" y="52"/>
                </a:cubicBezTo>
                <a:cubicBezTo>
                  <a:pt x="0" y="66"/>
                  <a:pt x="0" y="66"/>
                  <a:pt x="0" y="66"/>
                </a:cubicBezTo>
                <a:cubicBezTo>
                  <a:pt x="2" y="81"/>
                  <a:pt x="14" y="93"/>
                  <a:pt x="28" y="93"/>
                </a:cubicBezTo>
                <a:close/>
                <a:moveTo>
                  <a:pt x="157" y="100"/>
                </a:moveTo>
                <a:cubicBezTo>
                  <a:pt x="110" y="100"/>
                  <a:pt x="110" y="100"/>
                  <a:pt x="110" y="100"/>
                </a:cubicBezTo>
                <a:cubicBezTo>
                  <a:pt x="110" y="107"/>
                  <a:pt x="110" y="107"/>
                  <a:pt x="110" y="107"/>
                </a:cubicBezTo>
                <a:cubicBezTo>
                  <a:pt x="110" y="112"/>
                  <a:pt x="106" y="116"/>
                  <a:pt x="102" y="116"/>
                </a:cubicBezTo>
                <a:cubicBezTo>
                  <a:pt x="83" y="116"/>
                  <a:pt x="83" y="116"/>
                  <a:pt x="83" y="116"/>
                </a:cubicBezTo>
                <a:cubicBezTo>
                  <a:pt x="79" y="116"/>
                  <a:pt x="75" y="112"/>
                  <a:pt x="75" y="107"/>
                </a:cubicBezTo>
                <a:cubicBezTo>
                  <a:pt x="75" y="100"/>
                  <a:pt x="75" y="100"/>
                  <a:pt x="75" y="100"/>
                </a:cubicBezTo>
                <a:cubicBezTo>
                  <a:pt x="28" y="100"/>
                  <a:pt x="28" y="100"/>
                  <a:pt x="28" y="100"/>
                </a:cubicBezTo>
                <a:cubicBezTo>
                  <a:pt x="16" y="100"/>
                  <a:pt x="6" y="94"/>
                  <a:pt x="0" y="84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55"/>
                  <a:pt x="10" y="166"/>
                  <a:pt x="22" y="166"/>
                </a:cubicBezTo>
                <a:cubicBezTo>
                  <a:pt x="29" y="166"/>
                  <a:pt x="29" y="166"/>
                  <a:pt x="29" y="166"/>
                </a:cubicBezTo>
                <a:cubicBezTo>
                  <a:pt x="35" y="166"/>
                  <a:pt x="35" y="166"/>
                  <a:pt x="35" y="166"/>
                </a:cubicBezTo>
                <a:cubicBezTo>
                  <a:pt x="43" y="166"/>
                  <a:pt x="43" y="166"/>
                  <a:pt x="43" y="166"/>
                </a:cubicBezTo>
                <a:cubicBezTo>
                  <a:pt x="141" y="166"/>
                  <a:pt x="141" y="166"/>
                  <a:pt x="141" y="166"/>
                </a:cubicBezTo>
                <a:cubicBezTo>
                  <a:pt x="148" y="166"/>
                  <a:pt x="148" y="166"/>
                  <a:pt x="148" y="166"/>
                </a:cubicBezTo>
                <a:cubicBezTo>
                  <a:pt x="153" y="166"/>
                  <a:pt x="153" y="166"/>
                  <a:pt x="153" y="166"/>
                </a:cubicBezTo>
                <a:cubicBezTo>
                  <a:pt x="164" y="166"/>
                  <a:pt x="164" y="166"/>
                  <a:pt x="164" y="166"/>
                </a:cubicBezTo>
                <a:cubicBezTo>
                  <a:pt x="175" y="166"/>
                  <a:pt x="185" y="155"/>
                  <a:pt x="185" y="142"/>
                </a:cubicBezTo>
                <a:cubicBezTo>
                  <a:pt x="185" y="84"/>
                  <a:pt x="185" y="84"/>
                  <a:pt x="185" y="84"/>
                </a:cubicBezTo>
                <a:cubicBezTo>
                  <a:pt x="179" y="94"/>
                  <a:pt x="169" y="100"/>
                  <a:pt x="157" y="100"/>
                </a:cubicBezTo>
                <a:close/>
                <a:moveTo>
                  <a:pt x="101" y="84"/>
                </a:moveTo>
                <a:cubicBezTo>
                  <a:pt x="84" y="84"/>
                  <a:pt x="84" y="84"/>
                  <a:pt x="84" y="84"/>
                </a:cubicBezTo>
                <a:cubicBezTo>
                  <a:pt x="82" y="84"/>
                  <a:pt x="81" y="85"/>
                  <a:pt x="81" y="87"/>
                </a:cubicBezTo>
                <a:cubicBezTo>
                  <a:pt x="81" y="91"/>
                  <a:pt x="81" y="91"/>
                  <a:pt x="81" y="91"/>
                </a:cubicBezTo>
                <a:cubicBezTo>
                  <a:pt x="81" y="94"/>
                  <a:pt x="81" y="94"/>
                  <a:pt x="81" y="94"/>
                </a:cubicBezTo>
                <a:cubicBezTo>
                  <a:pt x="81" y="100"/>
                  <a:pt x="81" y="100"/>
                  <a:pt x="81" y="100"/>
                </a:cubicBezTo>
                <a:cubicBezTo>
                  <a:pt x="81" y="102"/>
                  <a:pt x="81" y="102"/>
                  <a:pt x="81" y="102"/>
                </a:cubicBezTo>
                <a:cubicBezTo>
                  <a:pt x="81" y="106"/>
                  <a:pt x="81" y="106"/>
                  <a:pt x="81" y="106"/>
                </a:cubicBezTo>
                <a:cubicBezTo>
                  <a:pt x="81" y="108"/>
                  <a:pt x="82" y="110"/>
                  <a:pt x="84" y="110"/>
                </a:cubicBezTo>
                <a:cubicBezTo>
                  <a:pt x="101" y="110"/>
                  <a:pt x="101" y="110"/>
                  <a:pt x="101" y="110"/>
                </a:cubicBezTo>
                <a:cubicBezTo>
                  <a:pt x="103" y="110"/>
                  <a:pt x="104" y="108"/>
                  <a:pt x="104" y="106"/>
                </a:cubicBezTo>
                <a:cubicBezTo>
                  <a:pt x="104" y="102"/>
                  <a:pt x="104" y="102"/>
                  <a:pt x="104" y="102"/>
                </a:cubicBezTo>
                <a:cubicBezTo>
                  <a:pt x="104" y="100"/>
                  <a:pt x="104" y="100"/>
                  <a:pt x="104" y="100"/>
                </a:cubicBezTo>
                <a:cubicBezTo>
                  <a:pt x="104" y="94"/>
                  <a:pt x="104" y="94"/>
                  <a:pt x="104" y="94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04" y="85"/>
                  <a:pt x="103" y="84"/>
                  <a:pt x="101" y="84"/>
                </a:cubicBezTo>
                <a:close/>
              </a:path>
            </a:pathLst>
          </a:cu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1"/>
          <p:cNvSpPr/>
          <p:nvPr/>
        </p:nvSpPr>
        <p:spPr>
          <a:xfrm>
            <a:off x="1666875" y="3013075"/>
            <a:ext cx="1077912" cy="860425"/>
          </a:xfrm>
          <a:custGeom>
            <a:avLst/>
            <a:gdLst/>
            <a:ahLst/>
            <a:cxnLst/>
            <a:rect l="l" t="t" r="r" b="b"/>
            <a:pathLst>
              <a:path w="256" h="204" extrusionOk="0">
                <a:moveTo>
                  <a:pt x="0" y="0"/>
                </a:moveTo>
                <a:cubicBezTo>
                  <a:pt x="90" y="91"/>
                  <a:pt x="166" y="91"/>
                  <a:pt x="256" y="0"/>
                </a:cubicBezTo>
                <a:cubicBezTo>
                  <a:pt x="256" y="204"/>
                  <a:pt x="256" y="204"/>
                  <a:pt x="256" y="204"/>
                </a:cubicBezTo>
                <a:cubicBezTo>
                  <a:pt x="166" y="113"/>
                  <a:pt x="90" y="113"/>
                  <a:pt x="0" y="204"/>
                </a:cubicBezTo>
                <a:lnTo>
                  <a:pt x="0" y="0"/>
                </a:lnTo>
                <a:close/>
              </a:path>
            </a:pathLst>
          </a:custGeom>
          <a:solidFill>
            <a:srgbClr val="FFE4C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1"/>
          <p:cNvSpPr/>
          <p:nvPr/>
        </p:nvSpPr>
        <p:spPr>
          <a:xfrm>
            <a:off x="3608387" y="3013075"/>
            <a:ext cx="1082675" cy="860425"/>
          </a:xfrm>
          <a:custGeom>
            <a:avLst/>
            <a:gdLst/>
            <a:ahLst/>
            <a:cxnLst/>
            <a:rect l="l" t="t" r="r" b="b"/>
            <a:pathLst>
              <a:path w="257" h="204" extrusionOk="0">
                <a:moveTo>
                  <a:pt x="0" y="0"/>
                </a:moveTo>
                <a:cubicBezTo>
                  <a:pt x="91" y="91"/>
                  <a:pt x="166" y="91"/>
                  <a:pt x="257" y="0"/>
                </a:cubicBezTo>
                <a:cubicBezTo>
                  <a:pt x="257" y="204"/>
                  <a:pt x="257" y="204"/>
                  <a:pt x="257" y="204"/>
                </a:cubicBezTo>
                <a:cubicBezTo>
                  <a:pt x="166" y="113"/>
                  <a:pt x="91" y="113"/>
                  <a:pt x="0" y="204"/>
                </a:cubicBezTo>
                <a:lnTo>
                  <a:pt x="0" y="0"/>
                </a:lnTo>
                <a:close/>
              </a:path>
            </a:pathLst>
          </a:custGeom>
          <a:solidFill>
            <a:srgbClr val="F2DFE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5551487" y="3013075"/>
            <a:ext cx="1082675" cy="860425"/>
          </a:xfrm>
          <a:custGeom>
            <a:avLst/>
            <a:gdLst/>
            <a:ahLst/>
            <a:cxnLst/>
            <a:rect l="l" t="t" r="r" b="b"/>
            <a:pathLst>
              <a:path w="257" h="204" extrusionOk="0">
                <a:moveTo>
                  <a:pt x="0" y="0"/>
                </a:moveTo>
                <a:cubicBezTo>
                  <a:pt x="91" y="91"/>
                  <a:pt x="167" y="91"/>
                  <a:pt x="257" y="0"/>
                </a:cubicBezTo>
                <a:cubicBezTo>
                  <a:pt x="257" y="204"/>
                  <a:pt x="257" y="204"/>
                  <a:pt x="257" y="204"/>
                </a:cubicBezTo>
                <a:cubicBezTo>
                  <a:pt x="167" y="113"/>
                  <a:pt x="91" y="113"/>
                  <a:pt x="0" y="204"/>
                </a:cubicBezTo>
                <a:lnTo>
                  <a:pt x="0" y="0"/>
                </a:lnTo>
                <a:close/>
              </a:path>
            </a:pathLst>
          </a:custGeom>
          <a:solidFill>
            <a:srgbClr val="E9DD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7497762" y="3013075"/>
            <a:ext cx="1082675" cy="860425"/>
          </a:xfrm>
          <a:custGeom>
            <a:avLst/>
            <a:gdLst/>
            <a:ahLst/>
            <a:cxnLst/>
            <a:rect l="l" t="t" r="r" b="b"/>
            <a:pathLst>
              <a:path w="257" h="204" extrusionOk="0">
                <a:moveTo>
                  <a:pt x="0" y="0"/>
                </a:moveTo>
                <a:cubicBezTo>
                  <a:pt x="91" y="91"/>
                  <a:pt x="166" y="91"/>
                  <a:pt x="257" y="0"/>
                </a:cubicBezTo>
                <a:cubicBezTo>
                  <a:pt x="257" y="204"/>
                  <a:pt x="257" y="204"/>
                  <a:pt x="257" y="204"/>
                </a:cubicBezTo>
                <a:cubicBezTo>
                  <a:pt x="166" y="113"/>
                  <a:pt x="91" y="113"/>
                  <a:pt x="0" y="204"/>
                </a:cubicBezTo>
                <a:lnTo>
                  <a:pt x="0" y="0"/>
                </a:lnTo>
                <a:close/>
              </a:path>
            </a:pathLst>
          </a:custGeom>
          <a:solidFill>
            <a:srgbClr val="D8EDF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1"/>
          <p:cNvSpPr/>
          <p:nvPr/>
        </p:nvSpPr>
        <p:spPr>
          <a:xfrm>
            <a:off x="9440862" y="3013075"/>
            <a:ext cx="1082675" cy="860425"/>
          </a:xfrm>
          <a:custGeom>
            <a:avLst/>
            <a:gdLst/>
            <a:ahLst/>
            <a:cxnLst/>
            <a:rect l="l" t="t" r="r" b="b"/>
            <a:pathLst>
              <a:path w="257" h="204" extrusionOk="0">
                <a:moveTo>
                  <a:pt x="257" y="204"/>
                </a:moveTo>
                <a:cubicBezTo>
                  <a:pt x="167" y="113"/>
                  <a:pt x="91" y="113"/>
                  <a:pt x="0" y="204"/>
                </a:cubicBezTo>
                <a:cubicBezTo>
                  <a:pt x="0" y="0"/>
                  <a:pt x="0" y="0"/>
                  <a:pt x="0" y="0"/>
                </a:cubicBezTo>
                <a:cubicBezTo>
                  <a:pt x="91" y="91"/>
                  <a:pt x="167" y="91"/>
                  <a:pt x="257" y="0"/>
                </a:cubicBezTo>
                <a:lnTo>
                  <a:pt x="257" y="204"/>
                </a:lnTo>
                <a:close/>
              </a:path>
            </a:pathLst>
          </a:custGeom>
          <a:solidFill>
            <a:srgbClr val="D5E2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625475" y="2832100"/>
            <a:ext cx="1217612" cy="1222375"/>
          </a:xfrm>
          <a:prstGeom prst="ellipse">
            <a:avLst/>
          </a:prstGeom>
          <a:solidFill>
            <a:srgbClr val="FFA5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1"/>
          <p:cNvSpPr/>
          <p:nvPr/>
        </p:nvSpPr>
        <p:spPr>
          <a:xfrm>
            <a:off x="2568575" y="2832100"/>
            <a:ext cx="1217612" cy="1222375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4514850" y="2832100"/>
            <a:ext cx="1217612" cy="1222375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6457950" y="2832100"/>
            <a:ext cx="1217612" cy="1222375"/>
          </a:xfrm>
          <a:prstGeom prst="ellipse">
            <a:avLst/>
          </a:pr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1"/>
          <p:cNvSpPr/>
          <p:nvPr/>
        </p:nvSpPr>
        <p:spPr>
          <a:xfrm>
            <a:off x="10345737" y="2832100"/>
            <a:ext cx="1217612" cy="1222375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1"/>
          <p:cNvSpPr/>
          <p:nvPr/>
        </p:nvSpPr>
        <p:spPr>
          <a:xfrm>
            <a:off x="8404225" y="2832100"/>
            <a:ext cx="1217612" cy="1222375"/>
          </a:xfrm>
          <a:prstGeom prst="ellipse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 txBox="1"/>
          <p:nvPr/>
        </p:nvSpPr>
        <p:spPr>
          <a:xfrm>
            <a:off x="831850" y="3228975"/>
            <a:ext cx="9937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75" name="Google Shape;675;p31"/>
          <p:cNvSpPr txBox="1"/>
          <p:nvPr/>
        </p:nvSpPr>
        <p:spPr>
          <a:xfrm>
            <a:off x="2774950" y="3228975"/>
            <a:ext cx="10033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76" name="Google Shape;676;p31"/>
          <p:cNvSpPr txBox="1"/>
          <p:nvPr/>
        </p:nvSpPr>
        <p:spPr>
          <a:xfrm>
            <a:off x="4716462" y="3228975"/>
            <a:ext cx="10064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77" name="Google Shape;677;p31"/>
          <p:cNvSpPr txBox="1"/>
          <p:nvPr/>
        </p:nvSpPr>
        <p:spPr>
          <a:xfrm>
            <a:off x="6638925" y="3228975"/>
            <a:ext cx="1057275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78" name="Google Shape;678;p31"/>
          <p:cNvSpPr txBox="1"/>
          <p:nvPr/>
        </p:nvSpPr>
        <p:spPr>
          <a:xfrm>
            <a:off x="8597900" y="3228975"/>
            <a:ext cx="10160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79" name="Google Shape;679;p31"/>
          <p:cNvSpPr txBox="1"/>
          <p:nvPr/>
        </p:nvSpPr>
        <p:spPr>
          <a:xfrm>
            <a:off x="10506075" y="3228975"/>
            <a:ext cx="1090612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680" name="Google Shape;680;p31"/>
          <p:cNvSpPr txBox="1"/>
          <p:nvPr/>
        </p:nvSpPr>
        <p:spPr>
          <a:xfrm>
            <a:off x="6237287" y="944562"/>
            <a:ext cx="1658937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681" name="Google Shape;681;p31"/>
          <p:cNvSpPr txBox="1"/>
          <p:nvPr/>
        </p:nvSpPr>
        <p:spPr>
          <a:xfrm>
            <a:off x="10129837" y="944562"/>
            <a:ext cx="165735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682" name="Google Shape;682;p31"/>
          <p:cNvSpPr txBox="1"/>
          <p:nvPr/>
        </p:nvSpPr>
        <p:spPr>
          <a:xfrm>
            <a:off x="315687" y="5119687"/>
            <a:ext cx="1738538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683" name="Google Shape;683;p31"/>
          <p:cNvSpPr txBox="1"/>
          <p:nvPr/>
        </p:nvSpPr>
        <p:spPr>
          <a:xfrm>
            <a:off x="4287837" y="5119687"/>
            <a:ext cx="16573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684" name="Google Shape;684;p31"/>
          <p:cNvSpPr txBox="1"/>
          <p:nvPr/>
        </p:nvSpPr>
        <p:spPr>
          <a:xfrm>
            <a:off x="8178800" y="5119687"/>
            <a:ext cx="165893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750" fill="hold"/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750" fill="hold"/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750" fill="hold"/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750" fill="hold"/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750"/>
                                            <p:tgtEl>
                                              <p:spTgt spid="6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grpId="0" nodeType="withEffect" p14:presetBounceEnd="5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6" dur="750" fill="hold"/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7" dur="750" fill="hold"/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750" fill="hold"/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750"/>
                                            <p:tgtEl>
                                              <p:spTgt spid="6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 p14:presetBounceEnd="5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750" fill="hold"/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750" fill="hold"/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750" fill="hold"/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750"/>
                                            <p:tgtEl>
                                              <p:spTgt spid="6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fill="hold" grpId="0" nodeType="withEffect" p14:presetBounceEnd="5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4" dur="750" fill="hold"/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5" dur="750" fill="hold"/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750" fill="hold"/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750" fill="hold"/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750"/>
                                            <p:tgtEl>
                                              <p:spTgt spid="6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 p14:presetBounceEnd="50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750" fill="hold"/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750" fill="hold"/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750" fill="hold"/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750" fill="hold"/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750"/>
                                            <p:tgtEl>
                                              <p:spTgt spid="6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1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2" dur="750" fill="hold"/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3" dur="750" fill="hold"/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5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6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2" dur="500" fill="hold"/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3" dur="500" fill="hold"/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6" dur="500" fill="hold"/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7" dur="500" fill="hold"/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69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750" fill="hold"/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750" fill="hold"/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750"/>
                                            <p:tgtEl>
                                              <p:spTgt spid="6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6" dur="750" fill="hold"/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7" dur="750" fill="hold"/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80" dur="750" fill="hold"/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1" dur="750" fill="hold"/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8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750" fill="hold"/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750"/>
                                            <p:tgtEl>
                                              <p:spTgt spid="6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0" dur="750" fill="hold"/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1" dur="750" fill="hold"/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4" dur="750" fill="hold"/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5" dur="750" fill="hold"/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9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750" fill="hold"/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1" dur="750"/>
                                            <p:tgtEl>
                                              <p:spTgt spid="6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4" dur="750" fill="hold"/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5" dur="750" fill="hold"/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6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8" dur="750" fill="hold"/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9" dur="750" fill="hold"/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1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750" fill="hold"/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750" fill="hold"/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750"/>
                                            <p:tgtEl>
                                              <p:spTgt spid="6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8" dur="750" fill="hold"/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19" dur="750" fill="hold"/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22" dur="750" fill="hold"/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3" dur="750" fill="hold"/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12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750" fill="hold"/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750" fill="hold"/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750"/>
                                            <p:tgtEl>
                                              <p:spTgt spid="6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2" dur="750" fill="hold"/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33" dur="750" fill="hold"/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4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6" dur="750" fill="hold"/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37" dur="750" fill="hold"/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56" grpId="0"/>
          <p:bldP spid="657" grpId="0" animBg="1"/>
          <p:bldP spid="658" grpId="0" animBg="1"/>
          <p:bldP spid="659" grpId="0" animBg="1"/>
          <p:bldP spid="660" grpId="0" animBg="1"/>
          <p:bldP spid="661" grpId="0" animBg="1"/>
          <p:bldP spid="662" grpId="0" animBg="1"/>
          <p:bldP spid="663" grpId="0" animBg="1"/>
          <p:bldP spid="664" grpId="0" animBg="1"/>
          <p:bldP spid="665" grpId="0" animBg="1"/>
          <p:bldP spid="666" grpId="0" animBg="1"/>
          <p:bldP spid="667" grpId="0" animBg="1"/>
          <p:bldP spid="668" grpId="0" animBg="1"/>
          <p:bldP spid="669" grpId="0" animBg="1"/>
          <p:bldP spid="670" grpId="0" animBg="1"/>
          <p:bldP spid="671" grpId="0" animBg="1"/>
          <p:bldP spid="672" grpId="0" animBg="1"/>
          <p:bldP spid="673" grpId="0" animBg="1"/>
          <p:bldP spid="674" grpId="0"/>
          <p:bldP spid="675" grpId="0"/>
          <p:bldP spid="676" grpId="0"/>
          <p:bldP spid="677" grpId="0"/>
          <p:bldP spid="678" grpId="0"/>
          <p:bldP spid="679" grpId="0"/>
          <p:bldP spid="680" grpId="0"/>
          <p:bldP spid="681" grpId="0"/>
          <p:bldP spid="682" grpId="0"/>
          <p:bldP spid="683" grpId="0"/>
          <p:bldP spid="68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6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5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750" fill="hold"/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750" fill="hold"/>
                                            <p:tgtEl>
                                              <p:spTgt spid="66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750"/>
                                            <p:tgtEl>
                                              <p:spTgt spid="6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750" fill="hold"/>
                                            <p:tgtEl>
                                              <p:spTgt spid="6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750" fill="hold"/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750" fill="hold"/>
                                            <p:tgtEl>
                                              <p:spTgt spid="66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750"/>
                                            <p:tgtEl>
                                              <p:spTgt spid="6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750" fill="hold"/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750" fill="hold"/>
                                            <p:tgtEl>
                                              <p:spTgt spid="6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5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750" fill="hold"/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750" fill="hold"/>
                                            <p:tgtEl>
                                              <p:spTgt spid="66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1" dur="750"/>
                                            <p:tgtEl>
                                              <p:spTgt spid="6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750" fill="hold"/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6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750" fill="hold"/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750" fill="hold"/>
                                            <p:tgtEl>
                                              <p:spTgt spid="66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750"/>
                                            <p:tgtEl>
                                              <p:spTgt spid="6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750" fill="hold"/>
                                            <p:tgtEl>
                                              <p:spTgt spid="6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53" presetClass="entr" presetSubtype="16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750" fill="hold"/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750" fill="hold"/>
                                            <p:tgtEl>
                                              <p:spTgt spid="66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9" dur="750"/>
                                            <p:tgtEl>
                                              <p:spTgt spid="6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1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750" fill="hold"/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750" fill="hold"/>
                                            <p:tgtEl>
                                              <p:spTgt spid="6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5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7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6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500" fill="hold"/>
                                            <p:tgtEl>
                                              <p:spTgt spid="6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500" fill="hold"/>
                                            <p:tgtEl>
                                              <p:spTgt spid="6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69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750" fill="hold"/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750" fill="hold"/>
                                            <p:tgtEl>
                                              <p:spTgt spid="67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3" dur="750"/>
                                            <p:tgtEl>
                                              <p:spTgt spid="6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6" dur="750" fill="hold"/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7" dur="750" fill="hold"/>
                                            <p:tgtEl>
                                              <p:spTgt spid="6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8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0" dur="750" fill="hold"/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1" dur="750" fill="hold"/>
                                            <p:tgtEl>
                                              <p:spTgt spid="6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83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750" fill="hold"/>
                                            <p:tgtEl>
                                              <p:spTgt spid="67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750"/>
                                            <p:tgtEl>
                                              <p:spTgt spid="6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750" fill="hold"/>
                                            <p:tgtEl>
                                              <p:spTgt spid="6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750" fill="hold"/>
                                            <p:tgtEl>
                                              <p:spTgt spid="6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97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750" fill="hold"/>
                                            <p:tgtEl>
                                              <p:spTgt spid="67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1" dur="750"/>
                                            <p:tgtEl>
                                              <p:spTgt spid="6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2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4" dur="750" fill="hold"/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5" dur="750" fill="hold"/>
                                            <p:tgtEl>
                                              <p:spTgt spid="6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6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8" dur="750" fill="hold"/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9" dur="750" fill="hold"/>
                                            <p:tgtEl>
                                              <p:spTgt spid="6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0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11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3" dur="750" fill="hold"/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4" dur="750" fill="hold"/>
                                            <p:tgtEl>
                                              <p:spTgt spid="6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15" dur="750"/>
                                            <p:tgtEl>
                                              <p:spTgt spid="6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8" dur="750" fill="hold"/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750" fill="hold"/>
                                            <p:tgtEl>
                                              <p:spTgt spid="6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750" fill="hold"/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750" fill="hold"/>
                                            <p:tgtEl>
                                              <p:spTgt spid="6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5250"/>
                                </p:stCondLst>
                                <p:childTnLst>
                                  <p:par>
                                    <p:cTn id="12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7" dur="750" fill="hold"/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8" dur="750" fill="hold"/>
                                            <p:tgtEl>
                                              <p:spTgt spid="67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9" dur="750"/>
                                            <p:tgtEl>
                                              <p:spTgt spid="6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2" dur="750" fill="hold"/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3" dur="750" fill="hold"/>
                                            <p:tgtEl>
                                              <p:spTgt spid="6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4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6" dur="750" fill="hold"/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7" dur="750" fill="hold"/>
                                            <p:tgtEl>
                                              <p:spTgt spid="6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56" grpId="0"/>
          <p:bldP spid="657" grpId="0" animBg="1"/>
          <p:bldP spid="658" grpId="0" animBg="1"/>
          <p:bldP spid="659" grpId="0" animBg="1"/>
          <p:bldP spid="660" grpId="0" animBg="1"/>
          <p:bldP spid="661" grpId="0" animBg="1"/>
          <p:bldP spid="662" grpId="0" animBg="1"/>
          <p:bldP spid="663" grpId="0" animBg="1"/>
          <p:bldP spid="664" grpId="0" animBg="1"/>
          <p:bldP spid="665" grpId="0" animBg="1"/>
          <p:bldP spid="666" grpId="0" animBg="1"/>
          <p:bldP spid="667" grpId="0" animBg="1"/>
          <p:bldP spid="668" grpId="0" animBg="1"/>
          <p:bldP spid="669" grpId="0" animBg="1"/>
          <p:bldP spid="670" grpId="0" animBg="1"/>
          <p:bldP spid="671" grpId="0" animBg="1"/>
          <p:bldP spid="672" grpId="0" animBg="1"/>
          <p:bldP spid="673" grpId="0" animBg="1"/>
          <p:bldP spid="674" grpId="0"/>
          <p:bldP spid="675" grpId="0"/>
          <p:bldP spid="676" grpId="0"/>
          <p:bldP spid="677" grpId="0"/>
          <p:bldP spid="678" grpId="0"/>
          <p:bldP spid="679" grpId="0"/>
          <p:bldP spid="680" grpId="0"/>
          <p:bldP spid="681" grpId="0"/>
          <p:bldP spid="682" grpId="0"/>
          <p:bldP spid="683" grpId="0"/>
          <p:bldP spid="684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54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2</cp:revision>
  <dcterms:created xsi:type="dcterms:W3CDTF">2026-06-20T10:34:22Z</dcterms:created>
  <dcterms:modified xsi:type="dcterms:W3CDTF">2026-06-21T15:25:05Z</dcterms:modified>
</cp:coreProperties>
</file>