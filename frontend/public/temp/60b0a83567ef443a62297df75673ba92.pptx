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EBE66-A6A2-4235-BBC6-732A077D1A1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9D2E97-46AD-4FD6-AAA1-10311C974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54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7452-5830-1067-2AFA-2DF97A572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B2601-820C-1903-86C3-56B277F2E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A44FE-6E46-453B-11A1-90E646597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4F2D2-0EB5-42E2-8008-1C3F29C4743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B1673-502B-2CE9-B3F9-8E7B40340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C72CD-4B7D-C708-DDDC-564BE54C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9E76-161A-4F8D-980C-19BEB476A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97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BB5C-2241-D0AC-6198-2DA48A5B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21284-D7D6-403E-420E-3604D3D70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393D4-A760-C572-930D-587A5AC3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4F2D2-0EB5-42E2-8008-1C3F29C4743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642AB-499C-C537-5CBC-9A2D02F8D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AB1C4-1225-A04F-7B6C-EB489678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9E76-161A-4F8D-980C-19BEB476A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57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DCC3C-F180-1937-12DB-2873871C4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C7576-E3FE-88F3-0148-E127BE014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2E8D0-9D72-125C-F3A7-4FEB85385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4F2D2-0EB5-42E2-8008-1C3F29C4743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AC9FF-705C-23A0-765C-CF5FCBD6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5ECE1-8BAB-0C43-8330-8811662C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9E76-161A-4F8D-980C-19BEB476A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205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452B-6F75-71BB-AD2E-F87E2FC5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B3421-E141-3887-0860-8A9CE55D5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08E5F-174D-4A0B-E37C-999A4595D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AA2E9-71D9-3266-6876-3DA972DD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4F2D2-0EB5-42E2-8008-1C3F29C4743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F7676-1004-8D2B-5456-8BAA90EC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5090E-9869-521B-33C2-5DF130957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9E76-161A-4F8D-980C-19BEB476A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41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1DC80-3C50-46EC-93DC-9CAE5F99F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ACD2E-F5FF-3F80-18FA-CD6DF6F91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CFE92-1094-F86F-37F2-A3021AE0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02877-A80E-6F6A-854C-C859D2897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D8D953-EEC2-C811-7749-23AA243856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68273-D255-0F74-D612-D8C8FAA7A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4F2D2-0EB5-42E2-8008-1C3F29C4743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78B062-B28A-A2FD-9EFF-BA29E293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00121-952C-8FC0-4BDE-B4AE0F43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9E76-161A-4F8D-980C-19BEB476A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164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73412-58CC-1628-4F9F-71FBB09C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647C0-21A7-DC7D-E342-BE2B1F671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4F2D2-0EB5-42E2-8008-1C3F29C4743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D9A55-B18F-7F56-3FB4-72F9342D4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DB84D-A54F-CCE3-0E1D-D5E070D1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9E76-161A-4F8D-980C-19BEB476A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D5C46-455B-2110-43B7-C58BCDE57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4F2D2-0EB5-42E2-8008-1C3F29C4743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B98E9-86E3-8E3C-5E69-636F0E02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E66A7-4E0A-3163-5F6E-5340F244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9E76-161A-4F8D-980C-19BEB476A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57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84391-4DA2-BD1B-55DD-1EAE678E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006D9-E5BA-90C1-90DE-20D83FEA7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95522-CF15-FA64-D41D-217A55137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0144F-F483-8852-F42B-4EC6F2F7F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4F2D2-0EB5-42E2-8008-1C3F29C4743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14DE8-5C93-3B45-AD8D-CE92A53F4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30B20-6D0F-E8C8-A7E1-1A3DB0E3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9E76-161A-4F8D-980C-19BEB476A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85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DFDA0-C1CB-2DE6-E1B3-4970917C5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5C92F7-1350-B2AF-C8E1-DFA4F8F49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8BA85-E9AF-F92D-2680-A07E1C92A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BC4A5-2327-95C1-D1E2-786B26C96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4F2D2-0EB5-42E2-8008-1C3F29C4743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62C7E-5C2F-E688-67FA-7700A8339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A5600-F813-361F-5342-DA33691B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9E76-161A-4F8D-980C-19BEB476A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17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7B123-EB4C-0AD6-725A-36ADB210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6C26A-A6F8-00EF-89DE-03E832849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A5EEC-74FE-CC5A-2156-FA2804E11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4F2D2-0EB5-42E2-8008-1C3F29C4743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52CB6-3928-AF27-DC50-2C7327FA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4A4AB-2100-2C22-BB0F-98CDA133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9E76-161A-4F8D-980C-19BEB476A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3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A90F7-7606-538D-51BA-6CAB4A870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5C814-9277-99C0-9D29-C61A65E59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1C596-B4D8-2DEE-9571-6CF84B87A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4F2D2-0EB5-42E2-8008-1C3F29C4743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9816-AADA-13DF-4048-3FC083BE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56B68-3D57-B383-2084-142449397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9E76-161A-4F8D-980C-19BEB476A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940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BDCB32-A6A0-802F-BBB6-8818B0578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19951-4F1E-6F0E-3D25-80733CF9A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01044-E262-C353-DD4F-618BC1420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4F2D2-0EB5-42E2-8008-1C3F29C4743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22AE2-5F7C-A6A9-8C79-72143431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7A0C9-ACFD-5000-3D28-EE026CCD8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69E76-161A-4F8D-980C-19BEB476A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759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40"/>
          <p:cNvSpPr txBox="1"/>
          <p:nvPr/>
        </p:nvSpPr>
        <p:spPr>
          <a:xfrm>
            <a:off x="3033712" y="930275"/>
            <a:ext cx="1717675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993" name="Google Shape;993;p40"/>
          <p:cNvSpPr txBox="1"/>
          <p:nvPr/>
        </p:nvSpPr>
        <p:spPr>
          <a:xfrm>
            <a:off x="1543049" y="5049839"/>
            <a:ext cx="12182475" cy="685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0"/>
          <p:cNvSpPr/>
          <p:nvPr/>
        </p:nvSpPr>
        <p:spPr>
          <a:xfrm>
            <a:off x="1412875" y="882650"/>
            <a:ext cx="676275" cy="808037"/>
          </a:xfrm>
          <a:custGeom>
            <a:avLst/>
            <a:gdLst/>
            <a:ahLst/>
            <a:cxnLst/>
            <a:rect l="l" t="t" r="r" b="b"/>
            <a:pathLst>
              <a:path w="172" h="205" extrusionOk="0">
                <a:moveTo>
                  <a:pt x="115" y="198"/>
                </a:moveTo>
                <a:cubicBezTo>
                  <a:pt x="115" y="201"/>
                  <a:pt x="112" y="205"/>
                  <a:pt x="108" y="205"/>
                </a:cubicBezTo>
                <a:cubicBezTo>
                  <a:pt x="65" y="205"/>
                  <a:pt x="65" y="205"/>
                  <a:pt x="65" y="205"/>
                </a:cubicBezTo>
                <a:cubicBezTo>
                  <a:pt x="61" y="205"/>
                  <a:pt x="58" y="201"/>
                  <a:pt x="58" y="198"/>
                </a:cubicBezTo>
                <a:cubicBezTo>
                  <a:pt x="58" y="194"/>
                  <a:pt x="61" y="190"/>
                  <a:pt x="65" y="190"/>
                </a:cubicBezTo>
                <a:cubicBezTo>
                  <a:pt x="108" y="190"/>
                  <a:pt x="108" y="190"/>
                  <a:pt x="108" y="190"/>
                </a:cubicBezTo>
                <a:cubicBezTo>
                  <a:pt x="112" y="190"/>
                  <a:pt x="115" y="194"/>
                  <a:pt x="115" y="198"/>
                </a:cubicBezTo>
                <a:close/>
                <a:moveTo>
                  <a:pt x="115" y="179"/>
                </a:moveTo>
                <a:cubicBezTo>
                  <a:pt x="115" y="175"/>
                  <a:pt x="112" y="172"/>
                  <a:pt x="108" y="172"/>
                </a:cubicBezTo>
                <a:cubicBezTo>
                  <a:pt x="65" y="172"/>
                  <a:pt x="65" y="172"/>
                  <a:pt x="65" y="172"/>
                </a:cubicBezTo>
                <a:cubicBezTo>
                  <a:pt x="61" y="172"/>
                  <a:pt x="58" y="175"/>
                  <a:pt x="58" y="179"/>
                </a:cubicBezTo>
                <a:cubicBezTo>
                  <a:pt x="58" y="183"/>
                  <a:pt x="61" y="186"/>
                  <a:pt x="65" y="186"/>
                </a:cubicBezTo>
                <a:cubicBezTo>
                  <a:pt x="108" y="186"/>
                  <a:pt x="108" y="186"/>
                  <a:pt x="108" y="186"/>
                </a:cubicBezTo>
                <a:cubicBezTo>
                  <a:pt x="112" y="186"/>
                  <a:pt x="115" y="183"/>
                  <a:pt x="115" y="179"/>
                </a:cubicBezTo>
                <a:close/>
                <a:moveTo>
                  <a:pt x="93" y="101"/>
                </a:moveTo>
                <a:cubicBezTo>
                  <a:pt x="84" y="101"/>
                  <a:pt x="84" y="101"/>
                  <a:pt x="84" y="101"/>
                </a:cubicBezTo>
                <a:cubicBezTo>
                  <a:pt x="80" y="101"/>
                  <a:pt x="80" y="101"/>
                  <a:pt x="80" y="101"/>
                </a:cubicBezTo>
                <a:cubicBezTo>
                  <a:pt x="80" y="168"/>
                  <a:pt x="80" y="168"/>
                  <a:pt x="80" y="168"/>
                </a:cubicBezTo>
                <a:cubicBezTo>
                  <a:pt x="82" y="168"/>
                  <a:pt x="84" y="168"/>
                  <a:pt x="86" y="168"/>
                </a:cubicBezTo>
                <a:cubicBezTo>
                  <a:pt x="87" y="168"/>
                  <a:pt x="87" y="168"/>
                  <a:pt x="87" y="168"/>
                </a:cubicBezTo>
                <a:cubicBezTo>
                  <a:pt x="87" y="168"/>
                  <a:pt x="87" y="168"/>
                  <a:pt x="87" y="168"/>
                </a:cubicBezTo>
                <a:cubicBezTo>
                  <a:pt x="87" y="168"/>
                  <a:pt x="87" y="168"/>
                  <a:pt x="87" y="168"/>
                </a:cubicBezTo>
                <a:cubicBezTo>
                  <a:pt x="89" y="168"/>
                  <a:pt x="91" y="168"/>
                  <a:pt x="93" y="168"/>
                </a:cubicBezTo>
                <a:lnTo>
                  <a:pt x="93" y="101"/>
                </a:lnTo>
                <a:close/>
                <a:moveTo>
                  <a:pt x="63" y="74"/>
                </a:moveTo>
                <a:cubicBezTo>
                  <a:pt x="57" y="74"/>
                  <a:pt x="53" y="78"/>
                  <a:pt x="53" y="84"/>
                </a:cubicBezTo>
                <a:cubicBezTo>
                  <a:pt x="53" y="90"/>
                  <a:pt x="57" y="94"/>
                  <a:pt x="63" y="94"/>
                </a:cubicBezTo>
                <a:cubicBezTo>
                  <a:pt x="73" y="94"/>
                  <a:pt x="73" y="94"/>
                  <a:pt x="73" y="94"/>
                </a:cubicBezTo>
                <a:cubicBezTo>
                  <a:pt x="73" y="84"/>
                  <a:pt x="73" y="84"/>
                  <a:pt x="73" y="84"/>
                </a:cubicBezTo>
                <a:cubicBezTo>
                  <a:pt x="73" y="78"/>
                  <a:pt x="69" y="74"/>
                  <a:pt x="63" y="74"/>
                </a:cubicBezTo>
                <a:close/>
                <a:moveTo>
                  <a:pt x="121" y="84"/>
                </a:moveTo>
                <a:cubicBezTo>
                  <a:pt x="121" y="78"/>
                  <a:pt x="116" y="74"/>
                  <a:pt x="110" y="74"/>
                </a:cubicBezTo>
                <a:cubicBezTo>
                  <a:pt x="105" y="74"/>
                  <a:pt x="100" y="78"/>
                  <a:pt x="100" y="84"/>
                </a:cubicBezTo>
                <a:cubicBezTo>
                  <a:pt x="100" y="94"/>
                  <a:pt x="100" y="94"/>
                  <a:pt x="100" y="94"/>
                </a:cubicBezTo>
                <a:cubicBezTo>
                  <a:pt x="110" y="94"/>
                  <a:pt x="110" y="94"/>
                  <a:pt x="110" y="94"/>
                </a:cubicBezTo>
                <a:cubicBezTo>
                  <a:pt x="116" y="94"/>
                  <a:pt x="121" y="90"/>
                  <a:pt x="121" y="84"/>
                </a:cubicBezTo>
                <a:close/>
                <a:moveTo>
                  <a:pt x="143" y="65"/>
                </a:moveTo>
                <a:cubicBezTo>
                  <a:pt x="139" y="47"/>
                  <a:pt x="117" y="28"/>
                  <a:pt x="87" y="27"/>
                </a:cubicBezTo>
                <a:cubicBezTo>
                  <a:pt x="56" y="28"/>
                  <a:pt x="35" y="47"/>
                  <a:pt x="30" y="65"/>
                </a:cubicBezTo>
                <a:cubicBezTo>
                  <a:pt x="26" y="79"/>
                  <a:pt x="30" y="92"/>
                  <a:pt x="36" y="105"/>
                </a:cubicBezTo>
                <a:cubicBezTo>
                  <a:pt x="42" y="117"/>
                  <a:pt x="49" y="126"/>
                  <a:pt x="54" y="138"/>
                </a:cubicBezTo>
                <a:cubicBezTo>
                  <a:pt x="57" y="144"/>
                  <a:pt x="58" y="153"/>
                  <a:pt x="59" y="160"/>
                </a:cubicBezTo>
                <a:cubicBezTo>
                  <a:pt x="60" y="166"/>
                  <a:pt x="62" y="168"/>
                  <a:pt x="69" y="168"/>
                </a:cubicBezTo>
                <a:cubicBezTo>
                  <a:pt x="70" y="168"/>
                  <a:pt x="72" y="168"/>
                  <a:pt x="73" y="168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63" y="101"/>
                  <a:pt x="63" y="101"/>
                  <a:pt x="63" y="101"/>
                </a:cubicBezTo>
                <a:cubicBezTo>
                  <a:pt x="58" y="101"/>
                  <a:pt x="54" y="99"/>
                  <a:pt x="51" y="96"/>
                </a:cubicBezTo>
                <a:cubicBezTo>
                  <a:pt x="48" y="93"/>
                  <a:pt x="46" y="88"/>
                  <a:pt x="46" y="84"/>
                </a:cubicBezTo>
                <a:cubicBezTo>
                  <a:pt x="46" y="79"/>
                  <a:pt x="48" y="75"/>
                  <a:pt x="51" y="72"/>
                </a:cubicBezTo>
                <a:cubicBezTo>
                  <a:pt x="54" y="69"/>
                  <a:pt x="58" y="67"/>
                  <a:pt x="63" y="67"/>
                </a:cubicBezTo>
                <a:cubicBezTo>
                  <a:pt x="72" y="67"/>
                  <a:pt x="80" y="74"/>
                  <a:pt x="80" y="84"/>
                </a:cubicBezTo>
                <a:cubicBezTo>
                  <a:pt x="80" y="94"/>
                  <a:pt x="80" y="94"/>
                  <a:pt x="80" y="94"/>
                </a:cubicBezTo>
                <a:cubicBezTo>
                  <a:pt x="84" y="94"/>
                  <a:pt x="84" y="94"/>
                  <a:pt x="84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93" y="84"/>
                  <a:pt x="93" y="84"/>
                  <a:pt x="93" y="84"/>
                </a:cubicBezTo>
                <a:cubicBezTo>
                  <a:pt x="93" y="84"/>
                  <a:pt x="93" y="84"/>
                  <a:pt x="93" y="84"/>
                </a:cubicBezTo>
                <a:cubicBezTo>
                  <a:pt x="93" y="79"/>
                  <a:pt x="95" y="75"/>
                  <a:pt x="98" y="72"/>
                </a:cubicBezTo>
                <a:cubicBezTo>
                  <a:pt x="102" y="69"/>
                  <a:pt x="106" y="67"/>
                  <a:pt x="110" y="67"/>
                </a:cubicBezTo>
                <a:cubicBezTo>
                  <a:pt x="115" y="67"/>
                  <a:pt x="119" y="69"/>
                  <a:pt x="122" y="72"/>
                </a:cubicBezTo>
                <a:cubicBezTo>
                  <a:pt x="126" y="75"/>
                  <a:pt x="127" y="79"/>
                  <a:pt x="127" y="84"/>
                </a:cubicBezTo>
                <a:cubicBezTo>
                  <a:pt x="127" y="88"/>
                  <a:pt x="126" y="93"/>
                  <a:pt x="122" y="96"/>
                </a:cubicBezTo>
                <a:cubicBezTo>
                  <a:pt x="119" y="99"/>
                  <a:pt x="115" y="101"/>
                  <a:pt x="110" y="101"/>
                </a:cubicBezTo>
                <a:cubicBezTo>
                  <a:pt x="100" y="101"/>
                  <a:pt x="100" y="101"/>
                  <a:pt x="100" y="101"/>
                </a:cubicBezTo>
                <a:cubicBezTo>
                  <a:pt x="100" y="168"/>
                  <a:pt x="100" y="168"/>
                  <a:pt x="100" y="168"/>
                </a:cubicBezTo>
                <a:cubicBezTo>
                  <a:pt x="101" y="168"/>
                  <a:pt x="103" y="168"/>
                  <a:pt x="104" y="168"/>
                </a:cubicBezTo>
                <a:cubicBezTo>
                  <a:pt x="111" y="168"/>
                  <a:pt x="113" y="166"/>
                  <a:pt x="114" y="160"/>
                </a:cubicBezTo>
                <a:cubicBezTo>
                  <a:pt x="116" y="153"/>
                  <a:pt x="117" y="144"/>
                  <a:pt x="119" y="138"/>
                </a:cubicBezTo>
                <a:cubicBezTo>
                  <a:pt x="125" y="126"/>
                  <a:pt x="131" y="117"/>
                  <a:pt x="137" y="105"/>
                </a:cubicBezTo>
                <a:cubicBezTo>
                  <a:pt x="144" y="92"/>
                  <a:pt x="147" y="79"/>
                  <a:pt x="143" y="65"/>
                </a:cubicBezTo>
                <a:close/>
                <a:moveTo>
                  <a:pt x="93" y="6"/>
                </a:moveTo>
                <a:cubicBezTo>
                  <a:pt x="93" y="3"/>
                  <a:pt x="90" y="0"/>
                  <a:pt x="87" y="0"/>
                </a:cubicBezTo>
                <a:cubicBezTo>
                  <a:pt x="83" y="0"/>
                  <a:pt x="80" y="3"/>
                  <a:pt x="80" y="6"/>
                </a:cubicBezTo>
                <a:cubicBezTo>
                  <a:pt x="80" y="18"/>
                  <a:pt x="80" y="18"/>
                  <a:pt x="80" y="18"/>
                </a:cubicBezTo>
                <a:cubicBezTo>
                  <a:pt x="80" y="21"/>
                  <a:pt x="83" y="24"/>
                  <a:pt x="87" y="24"/>
                </a:cubicBezTo>
                <a:cubicBezTo>
                  <a:pt x="90" y="24"/>
                  <a:pt x="93" y="21"/>
                  <a:pt x="93" y="18"/>
                </a:cubicBezTo>
                <a:lnTo>
                  <a:pt x="93" y="6"/>
                </a:lnTo>
                <a:close/>
                <a:moveTo>
                  <a:pt x="127" y="17"/>
                </a:moveTo>
                <a:cubicBezTo>
                  <a:pt x="129" y="13"/>
                  <a:pt x="128" y="10"/>
                  <a:pt x="125" y="8"/>
                </a:cubicBezTo>
                <a:cubicBezTo>
                  <a:pt x="122" y="6"/>
                  <a:pt x="118" y="8"/>
                  <a:pt x="116" y="11"/>
                </a:cubicBezTo>
                <a:cubicBezTo>
                  <a:pt x="111" y="21"/>
                  <a:pt x="111" y="21"/>
                  <a:pt x="111" y="21"/>
                </a:cubicBezTo>
                <a:cubicBezTo>
                  <a:pt x="109" y="24"/>
                  <a:pt x="110" y="27"/>
                  <a:pt x="113" y="29"/>
                </a:cubicBezTo>
                <a:cubicBezTo>
                  <a:pt x="116" y="31"/>
                  <a:pt x="120" y="30"/>
                  <a:pt x="122" y="27"/>
                </a:cubicBezTo>
                <a:lnTo>
                  <a:pt x="127" y="17"/>
                </a:lnTo>
                <a:close/>
                <a:moveTo>
                  <a:pt x="153" y="37"/>
                </a:moveTo>
                <a:cubicBezTo>
                  <a:pt x="155" y="34"/>
                  <a:pt x="156" y="30"/>
                  <a:pt x="153" y="28"/>
                </a:cubicBezTo>
                <a:cubicBezTo>
                  <a:pt x="151" y="25"/>
                  <a:pt x="147" y="25"/>
                  <a:pt x="145" y="27"/>
                </a:cubicBezTo>
                <a:cubicBezTo>
                  <a:pt x="136" y="35"/>
                  <a:pt x="136" y="35"/>
                  <a:pt x="136" y="35"/>
                </a:cubicBezTo>
                <a:cubicBezTo>
                  <a:pt x="133" y="37"/>
                  <a:pt x="133" y="41"/>
                  <a:pt x="135" y="44"/>
                </a:cubicBezTo>
                <a:cubicBezTo>
                  <a:pt x="138" y="46"/>
                  <a:pt x="142" y="47"/>
                  <a:pt x="144" y="44"/>
                </a:cubicBezTo>
                <a:lnTo>
                  <a:pt x="153" y="37"/>
                </a:lnTo>
                <a:close/>
                <a:moveTo>
                  <a:pt x="166" y="67"/>
                </a:moveTo>
                <a:cubicBezTo>
                  <a:pt x="170" y="67"/>
                  <a:pt x="172" y="63"/>
                  <a:pt x="171" y="60"/>
                </a:cubicBezTo>
                <a:cubicBezTo>
                  <a:pt x="171" y="57"/>
                  <a:pt x="167" y="54"/>
                  <a:pt x="164" y="55"/>
                </a:cubicBezTo>
                <a:cubicBezTo>
                  <a:pt x="153" y="57"/>
                  <a:pt x="153" y="57"/>
                  <a:pt x="153" y="57"/>
                </a:cubicBezTo>
                <a:cubicBezTo>
                  <a:pt x="149" y="58"/>
                  <a:pt x="147" y="61"/>
                  <a:pt x="148" y="64"/>
                </a:cubicBezTo>
                <a:cubicBezTo>
                  <a:pt x="148" y="68"/>
                  <a:pt x="152" y="70"/>
                  <a:pt x="155" y="69"/>
                </a:cubicBezTo>
                <a:lnTo>
                  <a:pt x="166" y="67"/>
                </a:lnTo>
                <a:close/>
                <a:moveTo>
                  <a:pt x="163" y="100"/>
                </a:moveTo>
                <a:cubicBezTo>
                  <a:pt x="167" y="101"/>
                  <a:pt x="170" y="99"/>
                  <a:pt x="171" y="96"/>
                </a:cubicBezTo>
                <a:cubicBezTo>
                  <a:pt x="171" y="92"/>
                  <a:pt x="169" y="89"/>
                  <a:pt x="166" y="88"/>
                </a:cubicBezTo>
                <a:cubicBezTo>
                  <a:pt x="155" y="86"/>
                  <a:pt x="155" y="86"/>
                  <a:pt x="155" y="86"/>
                </a:cubicBezTo>
                <a:cubicBezTo>
                  <a:pt x="151" y="85"/>
                  <a:pt x="148" y="88"/>
                  <a:pt x="147" y="91"/>
                </a:cubicBezTo>
                <a:cubicBezTo>
                  <a:pt x="147" y="94"/>
                  <a:pt x="149" y="98"/>
                  <a:pt x="152" y="98"/>
                </a:cubicBezTo>
                <a:lnTo>
                  <a:pt x="163" y="100"/>
                </a:lnTo>
                <a:close/>
                <a:moveTo>
                  <a:pt x="50" y="27"/>
                </a:moveTo>
                <a:cubicBezTo>
                  <a:pt x="52" y="30"/>
                  <a:pt x="56" y="31"/>
                  <a:pt x="59" y="29"/>
                </a:cubicBezTo>
                <a:cubicBezTo>
                  <a:pt x="62" y="27"/>
                  <a:pt x="63" y="24"/>
                  <a:pt x="61" y="21"/>
                </a:cubicBezTo>
                <a:cubicBezTo>
                  <a:pt x="56" y="11"/>
                  <a:pt x="56" y="11"/>
                  <a:pt x="56" y="11"/>
                </a:cubicBezTo>
                <a:cubicBezTo>
                  <a:pt x="54" y="8"/>
                  <a:pt x="51" y="6"/>
                  <a:pt x="48" y="8"/>
                </a:cubicBezTo>
                <a:cubicBezTo>
                  <a:pt x="44" y="10"/>
                  <a:pt x="43" y="13"/>
                  <a:pt x="45" y="17"/>
                </a:cubicBezTo>
                <a:lnTo>
                  <a:pt x="50" y="27"/>
                </a:lnTo>
                <a:close/>
                <a:moveTo>
                  <a:pt x="28" y="44"/>
                </a:moveTo>
                <a:cubicBezTo>
                  <a:pt x="31" y="47"/>
                  <a:pt x="35" y="46"/>
                  <a:pt x="37" y="44"/>
                </a:cubicBezTo>
                <a:cubicBezTo>
                  <a:pt x="39" y="41"/>
                  <a:pt x="39" y="37"/>
                  <a:pt x="36" y="35"/>
                </a:cubicBezTo>
                <a:cubicBezTo>
                  <a:pt x="28" y="27"/>
                  <a:pt x="28" y="27"/>
                  <a:pt x="28" y="27"/>
                </a:cubicBezTo>
                <a:cubicBezTo>
                  <a:pt x="25" y="25"/>
                  <a:pt x="21" y="25"/>
                  <a:pt x="19" y="28"/>
                </a:cubicBezTo>
                <a:cubicBezTo>
                  <a:pt x="17" y="30"/>
                  <a:pt x="17" y="34"/>
                  <a:pt x="20" y="37"/>
                </a:cubicBezTo>
                <a:lnTo>
                  <a:pt x="28" y="44"/>
                </a:lnTo>
                <a:close/>
                <a:moveTo>
                  <a:pt x="17" y="69"/>
                </a:moveTo>
                <a:cubicBezTo>
                  <a:pt x="21" y="70"/>
                  <a:pt x="24" y="68"/>
                  <a:pt x="25" y="64"/>
                </a:cubicBezTo>
                <a:cubicBezTo>
                  <a:pt x="25" y="61"/>
                  <a:pt x="23" y="58"/>
                  <a:pt x="20" y="57"/>
                </a:cubicBezTo>
                <a:cubicBezTo>
                  <a:pt x="8" y="55"/>
                  <a:pt x="8" y="55"/>
                  <a:pt x="8" y="55"/>
                </a:cubicBezTo>
                <a:cubicBezTo>
                  <a:pt x="5" y="54"/>
                  <a:pt x="2" y="57"/>
                  <a:pt x="1" y="60"/>
                </a:cubicBezTo>
                <a:cubicBezTo>
                  <a:pt x="0" y="63"/>
                  <a:pt x="3" y="67"/>
                  <a:pt x="6" y="67"/>
                </a:cubicBezTo>
                <a:lnTo>
                  <a:pt x="17" y="69"/>
                </a:lnTo>
                <a:close/>
                <a:moveTo>
                  <a:pt x="20" y="98"/>
                </a:moveTo>
                <a:cubicBezTo>
                  <a:pt x="24" y="98"/>
                  <a:pt x="26" y="94"/>
                  <a:pt x="25" y="91"/>
                </a:cubicBezTo>
                <a:cubicBezTo>
                  <a:pt x="24" y="88"/>
                  <a:pt x="21" y="85"/>
                  <a:pt x="18" y="86"/>
                </a:cubicBezTo>
                <a:cubicBezTo>
                  <a:pt x="6" y="88"/>
                  <a:pt x="6" y="88"/>
                  <a:pt x="6" y="88"/>
                </a:cubicBezTo>
                <a:cubicBezTo>
                  <a:pt x="3" y="89"/>
                  <a:pt x="1" y="92"/>
                  <a:pt x="2" y="96"/>
                </a:cubicBezTo>
                <a:cubicBezTo>
                  <a:pt x="2" y="99"/>
                  <a:pt x="6" y="101"/>
                  <a:pt x="9" y="100"/>
                </a:cubicBezTo>
                <a:lnTo>
                  <a:pt x="20" y="98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0"/>
          <p:cNvSpPr/>
          <p:nvPr/>
        </p:nvSpPr>
        <p:spPr>
          <a:xfrm>
            <a:off x="3438525" y="5259387"/>
            <a:ext cx="939800" cy="630237"/>
          </a:xfrm>
          <a:custGeom>
            <a:avLst/>
            <a:gdLst/>
            <a:ahLst/>
            <a:cxnLst/>
            <a:rect l="l" t="t" r="r" b="b"/>
            <a:pathLst>
              <a:path w="239" h="160" extrusionOk="0">
                <a:moveTo>
                  <a:pt x="190" y="16"/>
                </a:moveTo>
                <a:cubicBezTo>
                  <a:pt x="212" y="71"/>
                  <a:pt x="212" y="71"/>
                  <a:pt x="212" y="71"/>
                </a:cubicBezTo>
                <a:cubicBezTo>
                  <a:pt x="185" y="83"/>
                  <a:pt x="185" y="83"/>
                  <a:pt x="185" y="83"/>
                </a:cubicBezTo>
                <a:cubicBezTo>
                  <a:pt x="170" y="70"/>
                  <a:pt x="125" y="31"/>
                  <a:pt x="121" y="31"/>
                </a:cubicBezTo>
                <a:cubicBezTo>
                  <a:pt x="118" y="31"/>
                  <a:pt x="104" y="36"/>
                  <a:pt x="103" y="37"/>
                </a:cubicBezTo>
                <a:cubicBezTo>
                  <a:pt x="102" y="37"/>
                  <a:pt x="94" y="39"/>
                  <a:pt x="87" y="39"/>
                </a:cubicBezTo>
                <a:cubicBezTo>
                  <a:pt x="83" y="39"/>
                  <a:pt x="80" y="39"/>
                  <a:pt x="79" y="37"/>
                </a:cubicBezTo>
                <a:cubicBezTo>
                  <a:pt x="77" y="36"/>
                  <a:pt x="76" y="35"/>
                  <a:pt x="76" y="33"/>
                </a:cubicBezTo>
                <a:cubicBezTo>
                  <a:pt x="76" y="31"/>
                  <a:pt x="79" y="28"/>
                  <a:pt x="81" y="27"/>
                </a:cubicBezTo>
                <a:cubicBezTo>
                  <a:pt x="93" y="20"/>
                  <a:pt x="125" y="9"/>
                  <a:pt x="128" y="8"/>
                </a:cubicBezTo>
                <a:cubicBezTo>
                  <a:pt x="128" y="8"/>
                  <a:pt x="128" y="8"/>
                  <a:pt x="128" y="8"/>
                </a:cubicBezTo>
                <a:cubicBezTo>
                  <a:pt x="136" y="8"/>
                  <a:pt x="184" y="15"/>
                  <a:pt x="190" y="16"/>
                </a:cubicBezTo>
                <a:close/>
                <a:moveTo>
                  <a:pt x="210" y="0"/>
                </a:moveTo>
                <a:cubicBezTo>
                  <a:pt x="209" y="0"/>
                  <a:pt x="208" y="0"/>
                  <a:pt x="207" y="0"/>
                </a:cubicBezTo>
                <a:cubicBezTo>
                  <a:pt x="198" y="4"/>
                  <a:pt x="198" y="4"/>
                  <a:pt x="198" y="4"/>
                </a:cubicBezTo>
                <a:cubicBezTo>
                  <a:pt x="197" y="5"/>
                  <a:pt x="196" y="6"/>
                  <a:pt x="195" y="7"/>
                </a:cubicBezTo>
                <a:cubicBezTo>
                  <a:pt x="194" y="9"/>
                  <a:pt x="194" y="11"/>
                  <a:pt x="195" y="12"/>
                </a:cubicBezTo>
                <a:cubicBezTo>
                  <a:pt x="218" y="70"/>
                  <a:pt x="218" y="70"/>
                  <a:pt x="218" y="70"/>
                </a:cubicBezTo>
                <a:cubicBezTo>
                  <a:pt x="219" y="73"/>
                  <a:pt x="223" y="75"/>
                  <a:pt x="226" y="74"/>
                </a:cubicBezTo>
                <a:cubicBezTo>
                  <a:pt x="235" y="70"/>
                  <a:pt x="235" y="70"/>
                  <a:pt x="235" y="70"/>
                </a:cubicBezTo>
                <a:cubicBezTo>
                  <a:pt x="237" y="70"/>
                  <a:pt x="238" y="68"/>
                  <a:pt x="238" y="67"/>
                </a:cubicBezTo>
                <a:cubicBezTo>
                  <a:pt x="239" y="65"/>
                  <a:pt x="239" y="64"/>
                  <a:pt x="239" y="62"/>
                </a:cubicBezTo>
                <a:cubicBezTo>
                  <a:pt x="216" y="4"/>
                  <a:pt x="216" y="4"/>
                  <a:pt x="216" y="4"/>
                </a:cubicBezTo>
                <a:cubicBezTo>
                  <a:pt x="215" y="2"/>
                  <a:pt x="212" y="0"/>
                  <a:pt x="210" y="0"/>
                </a:cubicBezTo>
                <a:close/>
                <a:moveTo>
                  <a:pt x="0" y="80"/>
                </a:moveTo>
                <a:cubicBezTo>
                  <a:pt x="0" y="81"/>
                  <a:pt x="0" y="83"/>
                  <a:pt x="1" y="84"/>
                </a:cubicBezTo>
                <a:cubicBezTo>
                  <a:pt x="2" y="86"/>
                  <a:pt x="4" y="86"/>
                  <a:pt x="6" y="86"/>
                </a:cubicBezTo>
                <a:cubicBezTo>
                  <a:pt x="15" y="87"/>
                  <a:pt x="15" y="87"/>
                  <a:pt x="15" y="87"/>
                </a:cubicBezTo>
                <a:cubicBezTo>
                  <a:pt x="19" y="88"/>
                  <a:pt x="22" y="85"/>
                  <a:pt x="22" y="82"/>
                </a:cubicBezTo>
                <a:cubicBezTo>
                  <a:pt x="27" y="16"/>
                  <a:pt x="27" y="16"/>
                  <a:pt x="27" y="16"/>
                </a:cubicBezTo>
                <a:cubicBezTo>
                  <a:pt x="27" y="14"/>
                  <a:pt x="27" y="13"/>
                  <a:pt x="25" y="12"/>
                </a:cubicBezTo>
                <a:cubicBezTo>
                  <a:pt x="24" y="10"/>
                  <a:pt x="23" y="10"/>
                  <a:pt x="21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8" y="9"/>
                  <a:pt x="5" y="11"/>
                  <a:pt x="5" y="14"/>
                </a:cubicBezTo>
                <a:lnTo>
                  <a:pt x="0" y="80"/>
                </a:lnTo>
                <a:close/>
                <a:moveTo>
                  <a:pt x="98" y="138"/>
                </a:moveTo>
                <a:cubicBezTo>
                  <a:pt x="98" y="136"/>
                  <a:pt x="96" y="134"/>
                  <a:pt x="94" y="132"/>
                </a:cubicBezTo>
                <a:cubicBezTo>
                  <a:pt x="90" y="129"/>
                  <a:pt x="86" y="129"/>
                  <a:pt x="82" y="134"/>
                </a:cubicBezTo>
                <a:cubicBezTo>
                  <a:pt x="78" y="139"/>
                  <a:pt x="78" y="139"/>
                  <a:pt x="78" y="139"/>
                </a:cubicBezTo>
                <a:cubicBezTo>
                  <a:pt x="77" y="140"/>
                  <a:pt x="77" y="140"/>
                  <a:pt x="77" y="140"/>
                </a:cubicBezTo>
                <a:cubicBezTo>
                  <a:pt x="73" y="145"/>
                  <a:pt x="73" y="145"/>
                  <a:pt x="73" y="145"/>
                </a:cubicBezTo>
                <a:cubicBezTo>
                  <a:pt x="68" y="151"/>
                  <a:pt x="73" y="156"/>
                  <a:pt x="75" y="158"/>
                </a:cubicBezTo>
                <a:cubicBezTo>
                  <a:pt x="77" y="159"/>
                  <a:pt x="79" y="160"/>
                  <a:pt x="80" y="160"/>
                </a:cubicBezTo>
                <a:cubicBezTo>
                  <a:pt x="83" y="160"/>
                  <a:pt x="85" y="159"/>
                  <a:pt x="87" y="156"/>
                </a:cubicBezTo>
                <a:cubicBezTo>
                  <a:pt x="94" y="148"/>
                  <a:pt x="94" y="148"/>
                  <a:pt x="94" y="148"/>
                </a:cubicBezTo>
                <a:cubicBezTo>
                  <a:pt x="94" y="148"/>
                  <a:pt x="94" y="148"/>
                  <a:pt x="94" y="148"/>
                </a:cubicBezTo>
                <a:cubicBezTo>
                  <a:pt x="96" y="145"/>
                  <a:pt x="96" y="145"/>
                  <a:pt x="96" y="145"/>
                </a:cubicBezTo>
                <a:cubicBezTo>
                  <a:pt x="98" y="143"/>
                  <a:pt x="99" y="140"/>
                  <a:pt x="98" y="138"/>
                </a:cubicBezTo>
                <a:close/>
                <a:moveTo>
                  <a:pt x="52" y="134"/>
                </a:moveTo>
                <a:cubicBezTo>
                  <a:pt x="48" y="138"/>
                  <a:pt x="49" y="142"/>
                  <a:pt x="54" y="146"/>
                </a:cubicBezTo>
                <a:cubicBezTo>
                  <a:pt x="58" y="149"/>
                  <a:pt x="63" y="149"/>
                  <a:pt x="66" y="144"/>
                </a:cubicBezTo>
                <a:cubicBezTo>
                  <a:pt x="78" y="131"/>
                  <a:pt x="78" y="131"/>
                  <a:pt x="78" y="131"/>
                </a:cubicBezTo>
                <a:cubicBezTo>
                  <a:pt x="83" y="124"/>
                  <a:pt x="78" y="119"/>
                  <a:pt x="76" y="118"/>
                </a:cubicBezTo>
                <a:cubicBezTo>
                  <a:pt x="72" y="114"/>
                  <a:pt x="68" y="115"/>
                  <a:pt x="64" y="120"/>
                </a:cubicBezTo>
                <a:cubicBezTo>
                  <a:pt x="58" y="127"/>
                  <a:pt x="58" y="127"/>
                  <a:pt x="58" y="127"/>
                </a:cubicBezTo>
                <a:cubicBezTo>
                  <a:pt x="58" y="127"/>
                  <a:pt x="58" y="127"/>
                  <a:pt x="58" y="127"/>
                </a:cubicBezTo>
                <a:cubicBezTo>
                  <a:pt x="57" y="128"/>
                  <a:pt x="57" y="128"/>
                  <a:pt x="57" y="128"/>
                </a:cubicBezTo>
                <a:lnTo>
                  <a:pt x="52" y="134"/>
                </a:lnTo>
                <a:close/>
                <a:moveTo>
                  <a:pt x="35" y="118"/>
                </a:moveTo>
                <a:cubicBezTo>
                  <a:pt x="33" y="120"/>
                  <a:pt x="32" y="122"/>
                  <a:pt x="33" y="125"/>
                </a:cubicBezTo>
                <a:cubicBezTo>
                  <a:pt x="33" y="127"/>
                  <a:pt x="35" y="129"/>
                  <a:pt x="37" y="131"/>
                </a:cubicBezTo>
                <a:cubicBezTo>
                  <a:pt x="41" y="134"/>
                  <a:pt x="45" y="134"/>
                  <a:pt x="49" y="129"/>
                </a:cubicBezTo>
                <a:cubicBezTo>
                  <a:pt x="61" y="114"/>
                  <a:pt x="61" y="114"/>
                  <a:pt x="61" y="114"/>
                </a:cubicBezTo>
                <a:cubicBezTo>
                  <a:pt x="63" y="112"/>
                  <a:pt x="64" y="110"/>
                  <a:pt x="63" y="107"/>
                </a:cubicBezTo>
                <a:cubicBezTo>
                  <a:pt x="63" y="105"/>
                  <a:pt x="62" y="103"/>
                  <a:pt x="60" y="101"/>
                </a:cubicBezTo>
                <a:cubicBezTo>
                  <a:pt x="56" y="98"/>
                  <a:pt x="51" y="99"/>
                  <a:pt x="48" y="103"/>
                </a:cubicBezTo>
                <a:cubicBezTo>
                  <a:pt x="41" y="110"/>
                  <a:pt x="41" y="110"/>
                  <a:pt x="41" y="110"/>
                </a:cubicBezTo>
                <a:cubicBezTo>
                  <a:pt x="41" y="110"/>
                  <a:pt x="41" y="110"/>
                  <a:pt x="41" y="110"/>
                </a:cubicBezTo>
                <a:cubicBezTo>
                  <a:pt x="41" y="111"/>
                  <a:pt x="41" y="111"/>
                  <a:pt x="41" y="111"/>
                </a:cubicBezTo>
                <a:lnTo>
                  <a:pt x="35" y="118"/>
                </a:lnTo>
                <a:close/>
                <a:moveTo>
                  <a:pt x="32" y="112"/>
                </a:moveTo>
                <a:cubicBezTo>
                  <a:pt x="45" y="98"/>
                  <a:pt x="45" y="98"/>
                  <a:pt x="45" y="98"/>
                </a:cubicBezTo>
                <a:cubicBezTo>
                  <a:pt x="50" y="91"/>
                  <a:pt x="45" y="86"/>
                  <a:pt x="43" y="85"/>
                </a:cubicBezTo>
                <a:cubicBezTo>
                  <a:pt x="39" y="81"/>
                  <a:pt x="35" y="82"/>
                  <a:pt x="31" y="87"/>
                </a:cubicBezTo>
                <a:cubicBezTo>
                  <a:pt x="27" y="92"/>
                  <a:pt x="27" y="92"/>
                  <a:pt x="27" y="92"/>
                </a:cubicBezTo>
                <a:cubicBezTo>
                  <a:pt x="27" y="92"/>
                  <a:pt x="27" y="92"/>
                  <a:pt x="27" y="92"/>
                </a:cubicBezTo>
                <a:cubicBezTo>
                  <a:pt x="26" y="93"/>
                  <a:pt x="26" y="93"/>
                  <a:pt x="26" y="93"/>
                </a:cubicBezTo>
                <a:cubicBezTo>
                  <a:pt x="21" y="99"/>
                  <a:pt x="21" y="99"/>
                  <a:pt x="21" y="99"/>
                </a:cubicBezTo>
                <a:cubicBezTo>
                  <a:pt x="19" y="102"/>
                  <a:pt x="18" y="104"/>
                  <a:pt x="18" y="106"/>
                </a:cubicBezTo>
                <a:cubicBezTo>
                  <a:pt x="18" y="109"/>
                  <a:pt x="20" y="110"/>
                  <a:pt x="21" y="111"/>
                </a:cubicBezTo>
                <a:cubicBezTo>
                  <a:pt x="23" y="113"/>
                  <a:pt x="25" y="115"/>
                  <a:pt x="28" y="115"/>
                </a:cubicBezTo>
                <a:cubicBezTo>
                  <a:pt x="29" y="115"/>
                  <a:pt x="31" y="114"/>
                  <a:pt x="32" y="112"/>
                </a:cubicBezTo>
                <a:close/>
                <a:moveTo>
                  <a:pt x="181" y="100"/>
                </a:moveTo>
                <a:cubicBezTo>
                  <a:pt x="184" y="96"/>
                  <a:pt x="186" y="92"/>
                  <a:pt x="180" y="87"/>
                </a:cubicBezTo>
                <a:cubicBezTo>
                  <a:pt x="175" y="83"/>
                  <a:pt x="175" y="83"/>
                  <a:pt x="175" y="83"/>
                </a:cubicBezTo>
                <a:cubicBezTo>
                  <a:pt x="153" y="63"/>
                  <a:pt x="126" y="41"/>
                  <a:pt x="121" y="37"/>
                </a:cubicBezTo>
                <a:cubicBezTo>
                  <a:pt x="118" y="38"/>
                  <a:pt x="110" y="40"/>
                  <a:pt x="104" y="42"/>
                </a:cubicBezTo>
                <a:cubicBezTo>
                  <a:pt x="104" y="42"/>
                  <a:pt x="104" y="42"/>
                  <a:pt x="104" y="42"/>
                </a:cubicBezTo>
                <a:cubicBezTo>
                  <a:pt x="104" y="42"/>
                  <a:pt x="95" y="45"/>
                  <a:pt x="87" y="45"/>
                </a:cubicBezTo>
                <a:cubicBezTo>
                  <a:pt x="82" y="45"/>
                  <a:pt x="78" y="44"/>
                  <a:pt x="76" y="42"/>
                </a:cubicBezTo>
                <a:cubicBezTo>
                  <a:pt x="71" y="39"/>
                  <a:pt x="70" y="35"/>
                  <a:pt x="70" y="33"/>
                </a:cubicBezTo>
                <a:cubicBezTo>
                  <a:pt x="71" y="28"/>
                  <a:pt x="75" y="24"/>
                  <a:pt x="78" y="22"/>
                </a:cubicBezTo>
                <a:cubicBezTo>
                  <a:pt x="33" y="16"/>
                  <a:pt x="33" y="16"/>
                  <a:pt x="33" y="16"/>
                </a:cubicBezTo>
                <a:cubicBezTo>
                  <a:pt x="28" y="82"/>
                  <a:pt x="28" y="82"/>
                  <a:pt x="28" y="82"/>
                </a:cubicBezTo>
                <a:cubicBezTo>
                  <a:pt x="32" y="78"/>
                  <a:pt x="35" y="77"/>
                  <a:pt x="38" y="77"/>
                </a:cubicBezTo>
                <a:cubicBezTo>
                  <a:pt x="41" y="77"/>
                  <a:pt x="44" y="78"/>
                  <a:pt x="47" y="81"/>
                </a:cubicBezTo>
                <a:cubicBezTo>
                  <a:pt x="51" y="84"/>
                  <a:pt x="53" y="89"/>
                  <a:pt x="53" y="94"/>
                </a:cubicBezTo>
                <a:cubicBezTo>
                  <a:pt x="56" y="93"/>
                  <a:pt x="60" y="94"/>
                  <a:pt x="63" y="97"/>
                </a:cubicBezTo>
                <a:cubicBezTo>
                  <a:pt x="68" y="101"/>
                  <a:pt x="70" y="105"/>
                  <a:pt x="69" y="110"/>
                </a:cubicBezTo>
                <a:cubicBezTo>
                  <a:pt x="73" y="110"/>
                  <a:pt x="76" y="111"/>
                  <a:pt x="80" y="114"/>
                </a:cubicBezTo>
                <a:cubicBezTo>
                  <a:pt x="84" y="117"/>
                  <a:pt x="86" y="121"/>
                  <a:pt x="86" y="125"/>
                </a:cubicBezTo>
                <a:cubicBezTo>
                  <a:pt x="90" y="124"/>
                  <a:pt x="94" y="125"/>
                  <a:pt x="98" y="128"/>
                </a:cubicBezTo>
                <a:cubicBezTo>
                  <a:pt x="103" y="132"/>
                  <a:pt x="105" y="138"/>
                  <a:pt x="103" y="144"/>
                </a:cubicBezTo>
                <a:cubicBezTo>
                  <a:pt x="107" y="147"/>
                  <a:pt x="107" y="147"/>
                  <a:pt x="107" y="147"/>
                </a:cubicBezTo>
                <a:cubicBezTo>
                  <a:pt x="108" y="148"/>
                  <a:pt x="108" y="148"/>
                  <a:pt x="108" y="148"/>
                </a:cubicBezTo>
                <a:cubicBezTo>
                  <a:pt x="108" y="148"/>
                  <a:pt x="108" y="148"/>
                  <a:pt x="108" y="148"/>
                </a:cubicBezTo>
                <a:cubicBezTo>
                  <a:pt x="110" y="149"/>
                  <a:pt x="111" y="149"/>
                  <a:pt x="113" y="149"/>
                </a:cubicBezTo>
                <a:cubicBezTo>
                  <a:pt x="116" y="149"/>
                  <a:pt x="118" y="148"/>
                  <a:pt x="119" y="146"/>
                </a:cubicBezTo>
                <a:cubicBezTo>
                  <a:pt x="122" y="143"/>
                  <a:pt x="123" y="140"/>
                  <a:pt x="120" y="137"/>
                </a:cubicBezTo>
                <a:cubicBezTo>
                  <a:pt x="120" y="136"/>
                  <a:pt x="120" y="136"/>
                  <a:pt x="120" y="136"/>
                </a:cubicBezTo>
                <a:cubicBezTo>
                  <a:pt x="99" y="119"/>
                  <a:pt x="99" y="119"/>
                  <a:pt x="99" y="119"/>
                </a:cubicBezTo>
                <a:cubicBezTo>
                  <a:pt x="99" y="119"/>
                  <a:pt x="98" y="118"/>
                  <a:pt x="98" y="117"/>
                </a:cubicBezTo>
                <a:cubicBezTo>
                  <a:pt x="98" y="116"/>
                  <a:pt x="98" y="115"/>
                  <a:pt x="99" y="115"/>
                </a:cubicBezTo>
                <a:cubicBezTo>
                  <a:pt x="100" y="113"/>
                  <a:pt x="102" y="113"/>
                  <a:pt x="104" y="114"/>
                </a:cubicBezTo>
                <a:cubicBezTo>
                  <a:pt x="130" y="137"/>
                  <a:pt x="130" y="137"/>
                  <a:pt x="130" y="137"/>
                </a:cubicBezTo>
                <a:cubicBezTo>
                  <a:pt x="131" y="137"/>
                  <a:pt x="133" y="138"/>
                  <a:pt x="135" y="138"/>
                </a:cubicBezTo>
                <a:cubicBezTo>
                  <a:pt x="137" y="138"/>
                  <a:pt x="140" y="137"/>
                  <a:pt x="142" y="134"/>
                </a:cubicBezTo>
                <a:cubicBezTo>
                  <a:pt x="143" y="132"/>
                  <a:pt x="144" y="130"/>
                  <a:pt x="144" y="128"/>
                </a:cubicBezTo>
                <a:cubicBezTo>
                  <a:pt x="144" y="125"/>
                  <a:pt x="142" y="123"/>
                  <a:pt x="140" y="121"/>
                </a:cubicBezTo>
                <a:cubicBezTo>
                  <a:pt x="137" y="119"/>
                  <a:pt x="137" y="119"/>
                  <a:pt x="137" y="119"/>
                </a:cubicBezTo>
                <a:cubicBezTo>
                  <a:pt x="137" y="119"/>
                  <a:pt x="137" y="119"/>
                  <a:pt x="137" y="119"/>
                </a:cubicBezTo>
                <a:cubicBezTo>
                  <a:pt x="122" y="107"/>
                  <a:pt x="122" y="107"/>
                  <a:pt x="122" y="107"/>
                </a:cubicBezTo>
                <a:cubicBezTo>
                  <a:pt x="122" y="106"/>
                  <a:pt x="121" y="105"/>
                  <a:pt x="121" y="105"/>
                </a:cubicBezTo>
                <a:cubicBezTo>
                  <a:pt x="121" y="104"/>
                  <a:pt x="121" y="103"/>
                  <a:pt x="122" y="102"/>
                </a:cubicBezTo>
                <a:cubicBezTo>
                  <a:pt x="123" y="101"/>
                  <a:pt x="125" y="101"/>
                  <a:pt x="126" y="102"/>
                </a:cubicBezTo>
                <a:cubicBezTo>
                  <a:pt x="150" y="121"/>
                  <a:pt x="150" y="121"/>
                  <a:pt x="150" y="121"/>
                </a:cubicBezTo>
                <a:cubicBezTo>
                  <a:pt x="152" y="123"/>
                  <a:pt x="154" y="124"/>
                  <a:pt x="156" y="124"/>
                </a:cubicBezTo>
                <a:cubicBezTo>
                  <a:pt x="159" y="124"/>
                  <a:pt x="162" y="122"/>
                  <a:pt x="164" y="119"/>
                </a:cubicBezTo>
                <a:cubicBezTo>
                  <a:pt x="166" y="117"/>
                  <a:pt x="167" y="115"/>
                  <a:pt x="167" y="113"/>
                </a:cubicBezTo>
                <a:cubicBezTo>
                  <a:pt x="166" y="110"/>
                  <a:pt x="165" y="108"/>
                  <a:pt x="163" y="106"/>
                </a:cubicBezTo>
                <a:cubicBezTo>
                  <a:pt x="156" y="101"/>
                  <a:pt x="156" y="101"/>
                  <a:pt x="156" y="101"/>
                </a:cubicBezTo>
                <a:cubicBezTo>
                  <a:pt x="156" y="101"/>
                  <a:pt x="156" y="101"/>
                  <a:pt x="156" y="101"/>
                </a:cubicBezTo>
                <a:cubicBezTo>
                  <a:pt x="143" y="90"/>
                  <a:pt x="143" y="90"/>
                  <a:pt x="143" y="90"/>
                </a:cubicBezTo>
                <a:cubicBezTo>
                  <a:pt x="142" y="89"/>
                  <a:pt x="141" y="87"/>
                  <a:pt x="143" y="86"/>
                </a:cubicBezTo>
                <a:cubicBezTo>
                  <a:pt x="144" y="84"/>
                  <a:pt x="146" y="84"/>
                  <a:pt x="147" y="85"/>
                </a:cubicBezTo>
                <a:cubicBezTo>
                  <a:pt x="168" y="102"/>
                  <a:pt x="168" y="102"/>
                  <a:pt x="168" y="102"/>
                </a:cubicBezTo>
                <a:cubicBezTo>
                  <a:pt x="172" y="105"/>
                  <a:pt x="177" y="104"/>
                  <a:pt x="181" y="100"/>
                </a:cubicBez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40"/>
          <p:cNvSpPr/>
          <p:nvPr/>
        </p:nvSpPr>
        <p:spPr>
          <a:xfrm>
            <a:off x="7967662" y="5227637"/>
            <a:ext cx="811212" cy="685800"/>
          </a:xfrm>
          <a:custGeom>
            <a:avLst/>
            <a:gdLst/>
            <a:ahLst/>
            <a:cxnLst/>
            <a:rect l="l" t="t" r="r" b="b"/>
            <a:pathLst>
              <a:path w="206" h="174" extrusionOk="0">
                <a:moveTo>
                  <a:pt x="27" y="142"/>
                </a:moveTo>
                <a:cubicBezTo>
                  <a:pt x="27" y="95"/>
                  <a:pt x="27" y="95"/>
                  <a:pt x="27" y="95"/>
                </a:cubicBezTo>
                <a:cubicBezTo>
                  <a:pt x="27" y="91"/>
                  <a:pt x="30" y="88"/>
                  <a:pt x="34" y="88"/>
                </a:cubicBezTo>
                <a:cubicBezTo>
                  <a:pt x="45" y="88"/>
                  <a:pt x="45" y="88"/>
                  <a:pt x="45" y="88"/>
                </a:cubicBezTo>
                <a:cubicBezTo>
                  <a:pt x="49" y="88"/>
                  <a:pt x="52" y="91"/>
                  <a:pt x="52" y="95"/>
                </a:cubicBezTo>
                <a:cubicBezTo>
                  <a:pt x="52" y="142"/>
                  <a:pt x="52" y="142"/>
                  <a:pt x="52" y="142"/>
                </a:cubicBezTo>
                <a:cubicBezTo>
                  <a:pt x="52" y="145"/>
                  <a:pt x="49" y="148"/>
                  <a:pt x="45" y="148"/>
                </a:cubicBezTo>
                <a:cubicBezTo>
                  <a:pt x="34" y="148"/>
                  <a:pt x="34" y="148"/>
                  <a:pt x="34" y="148"/>
                </a:cubicBezTo>
                <a:cubicBezTo>
                  <a:pt x="30" y="148"/>
                  <a:pt x="27" y="145"/>
                  <a:pt x="27" y="142"/>
                </a:cubicBezTo>
                <a:close/>
                <a:moveTo>
                  <a:pt x="75" y="71"/>
                </a:moveTo>
                <a:cubicBezTo>
                  <a:pt x="72" y="71"/>
                  <a:pt x="69" y="75"/>
                  <a:pt x="69" y="78"/>
                </a:cubicBezTo>
                <a:cubicBezTo>
                  <a:pt x="69" y="142"/>
                  <a:pt x="69" y="142"/>
                  <a:pt x="69" y="142"/>
                </a:cubicBezTo>
                <a:cubicBezTo>
                  <a:pt x="69" y="145"/>
                  <a:pt x="72" y="148"/>
                  <a:pt x="75" y="148"/>
                </a:cubicBezTo>
                <a:cubicBezTo>
                  <a:pt x="87" y="148"/>
                  <a:pt x="87" y="148"/>
                  <a:pt x="87" y="148"/>
                </a:cubicBezTo>
                <a:cubicBezTo>
                  <a:pt x="91" y="148"/>
                  <a:pt x="94" y="145"/>
                  <a:pt x="94" y="142"/>
                </a:cubicBezTo>
                <a:cubicBezTo>
                  <a:pt x="94" y="78"/>
                  <a:pt x="94" y="78"/>
                  <a:pt x="94" y="78"/>
                </a:cubicBezTo>
                <a:cubicBezTo>
                  <a:pt x="94" y="75"/>
                  <a:pt x="91" y="71"/>
                  <a:pt x="87" y="71"/>
                </a:cubicBezTo>
                <a:lnTo>
                  <a:pt x="75" y="71"/>
                </a:lnTo>
                <a:close/>
                <a:moveTo>
                  <a:pt x="117" y="57"/>
                </a:moveTo>
                <a:cubicBezTo>
                  <a:pt x="113" y="57"/>
                  <a:pt x="110" y="60"/>
                  <a:pt x="110" y="64"/>
                </a:cubicBezTo>
                <a:cubicBezTo>
                  <a:pt x="110" y="142"/>
                  <a:pt x="110" y="142"/>
                  <a:pt x="110" y="142"/>
                </a:cubicBezTo>
                <a:cubicBezTo>
                  <a:pt x="110" y="145"/>
                  <a:pt x="113" y="148"/>
                  <a:pt x="117" y="148"/>
                </a:cubicBezTo>
                <a:cubicBezTo>
                  <a:pt x="128" y="148"/>
                  <a:pt x="128" y="148"/>
                  <a:pt x="128" y="148"/>
                </a:cubicBezTo>
                <a:cubicBezTo>
                  <a:pt x="132" y="148"/>
                  <a:pt x="135" y="145"/>
                  <a:pt x="135" y="142"/>
                </a:cubicBezTo>
                <a:cubicBezTo>
                  <a:pt x="135" y="64"/>
                  <a:pt x="135" y="64"/>
                  <a:pt x="135" y="64"/>
                </a:cubicBezTo>
                <a:cubicBezTo>
                  <a:pt x="135" y="60"/>
                  <a:pt x="132" y="57"/>
                  <a:pt x="128" y="57"/>
                </a:cubicBezTo>
                <a:lnTo>
                  <a:pt x="117" y="57"/>
                </a:lnTo>
                <a:close/>
                <a:moveTo>
                  <a:pt x="158" y="43"/>
                </a:moveTo>
                <a:cubicBezTo>
                  <a:pt x="154" y="43"/>
                  <a:pt x="151" y="46"/>
                  <a:pt x="151" y="49"/>
                </a:cubicBezTo>
                <a:cubicBezTo>
                  <a:pt x="151" y="142"/>
                  <a:pt x="151" y="142"/>
                  <a:pt x="151" y="142"/>
                </a:cubicBezTo>
                <a:cubicBezTo>
                  <a:pt x="151" y="145"/>
                  <a:pt x="154" y="148"/>
                  <a:pt x="158" y="148"/>
                </a:cubicBezTo>
                <a:cubicBezTo>
                  <a:pt x="170" y="148"/>
                  <a:pt x="170" y="148"/>
                  <a:pt x="170" y="148"/>
                </a:cubicBezTo>
                <a:cubicBezTo>
                  <a:pt x="173" y="148"/>
                  <a:pt x="176" y="145"/>
                  <a:pt x="176" y="142"/>
                </a:cubicBezTo>
                <a:cubicBezTo>
                  <a:pt x="176" y="49"/>
                  <a:pt x="176" y="49"/>
                  <a:pt x="176" y="49"/>
                </a:cubicBezTo>
                <a:cubicBezTo>
                  <a:pt x="176" y="46"/>
                  <a:pt x="173" y="43"/>
                  <a:pt x="170" y="43"/>
                </a:cubicBezTo>
                <a:lnTo>
                  <a:pt x="158" y="43"/>
                </a:lnTo>
                <a:close/>
                <a:moveTo>
                  <a:pt x="30" y="70"/>
                </a:moveTo>
                <a:cubicBezTo>
                  <a:pt x="75" y="62"/>
                  <a:pt x="116" y="46"/>
                  <a:pt x="153" y="24"/>
                </a:cubicBezTo>
                <a:cubicBezTo>
                  <a:pt x="157" y="30"/>
                  <a:pt x="157" y="30"/>
                  <a:pt x="157" y="30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45" y="9"/>
                  <a:pt x="145" y="9"/>
                  <a:pt x="145" y="9"/>
                </a:cubicBezTo>
                <a:cubicBezTo>
                  <a:pt x="149" y="16"/>
                  <a:pt x="149" y="16"/>
                  <a:pt x="149" y="16"/>
                </a:cubicBezTo>
                <a:cubicBezTo>
                  <a:pt x="113" y="37"/>
                  <a:pt x="72" y="53"/>
                  <a:pt x="29" y="61"/>
                </a:cubicBezTo>
                <a:lnTo>
                  <a:pt x="30" y="70"/>
                </a:lnTo>
                <a:close/>
                <a:moveTo>
                  <a:pt x="206" y="162"/>
                </a:moveTo>
                <a:cubicBezTo>
                  <a:pt x="185" y="149"/>
                  <a:pt x="185" y="149"/>
                  <a:pt x="185" y="149"/>
                </a:cubicBezTo>
                <a:cubicBezTo>
                  <a:pt x="185" y="157"/>
                  <a:pt x="185" y="157"/>
                  <a:pt x="185" y="157"/>
                </a:cubicBezTo>
                <a:cubicBezTo>
                  <a:pt x="16" y="157"/>
                  <a:pt x="16" y="157"/>
                  <a:pt x="16" y="157"/>
                </a:cubicBezTo>
                <a:cubicBezTo>
                  <a:pt x="16" y="22"/>
                  <a:pt x="16" y="22"/>
                  <a:pt x="16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22"/>
                  <a:pt x="0" y="22"/>
                  <a:pt x="0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157"/>
                  <a:pt x="7" y="157"/>
                  <a:pt x="7" y="157"/>
                </a:cubicBezTo>
                <a:cubicBezTo>
                  <a:pt x="7" y="162"/>
                  <a:pt x="7" y="162"/>
                  <a:pt x="7" y="162"/>
                </a:cubicBezTo>
                <a:cubicBezTo>
                  <a:pt x="7" y="166"/>
                  <a:pt x="7" y="166"/>
                  <a:pt x="7" y="166"/>
                </a:cubicBezTo>
                <a:cubicBezTo>
                  <a:pt x="185" y="166"/>
                  <a:pt x="185" y="166"/>
                  <a:pt x="185" y="166"/>
                </a:cubicBezTo>
                <a:cubicBezTo>
                  <a:pt x="185" y="174"/>
                  <a:pt x="185" y="174"/>
                  <a:pt x="185" y="174"/>
                </a:cubicBezTo>
                <a:lnTo>
                  <a:pt x="206" y="162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40"/>
          <p:cNvSpPr/>
          <p:nvPr/>
        </p:nvSpPr>
        <p:spPr>
          <a:xfrm>
            <a:off x="5494337" y="1055687"/>
            <a:ext cx="1192212" cy="627062"/>
          </a:xfrm>
          <a:custGeom>
            <a:avLst/>
            <a:gdLst/>
            <a:ahLst/>
            <a:cxnLst/>
            <a:rect l="l" t="t" r="r" b="b"/>
            <a:pathLst>
              <a:path w="303" h="159" extrusionOk="0">
                <a:moveTo>
                  <a:pt x="219" y="149"/>
                </a:moveTo>
                <a:cubicBezTo>
                  <a:pt x="215" y="151"/>
                  <a:pt x="210" y="153"/>
                  <a:pt x="205" y="154"/>
                </a:cubicBezTo>
                <a:cubicBezTo>
                  <a:pt x="190" y="158"/>
                  <a:pt x="175" y="158"/>
                  <a:pt x="155" y="159"/>
                </a:cubicBezTo>
                <a:cubicBezTo>
                  <a:pt x="136" y="158"/>
                  <a:pt x="120" y="158"/>
                  <a:pt x="105" y="154"/>
                </a:cubicBezTo>
                <a:cubicBezTo>
                  <a:pt x="101" y="153"/>
                  <a:pt x="96" y="151"/>
                  <a:pt x="92" y="149"/>
                </a:cubicBezTo>
                <a:cubicBezTo>
                  <a:pt x="79" y="143"/>
                  <a:pt x="78" y="133"/>
                  <a:pt x="86" y="125"/>
                </a:cubicBezTo>
                <a:cubicBezTo>
                  <a:pt x="94" y="117"/>
                  <a:pt x="104" y="111"/>
                  <a:pt x="114" y="107"/>
                </a:cubicBezTo>
                <a:cubicBezTo>
                  <a:pt x="119" y="105"/>
                  <a:pt x="123" y="103"/>
                  <a:pt x="128" y="101"/>
                </a:cubicBezTo>
                <a:cubicBezTo>
                  <a:pt x="137" y="98"/>
                  <a:pt x="139" y="89"/>
                  <a:pt x="133" y="82"/>
                </a:cubicBezTo>
                <a:cubicBezTo>
                  <a:pt x="120" y="69"/>
                  <a:pt x="115" y="53"/>
                  <a:pt x="115" y="35"/>
                </a:cubicBezTo>
                <a:cubicBezTo>
                  <a:pt x="116" y="16"/>
                  <a:pt x="127" y="6"/>
                  <a:pt x="144" y="2"/>
                </a:cubicBezTo>
                <a:cubicBezTo>
                  <a:pt x="148" y="1"/>
                  <a:pt x="152" y="0"/>
                  <a:pt x="155" y="0"/>
                </a:cubicBezTo>
                <a:cubicBezTo>
                  <a:pt x="159" y="0"/>
                  <a:pt x="163" y="1"/>
                  <a:pt x="166" y="2"/>
                </a:cubicBezTo>
                <a:cubicBezTo>
                  <a:pt x="184" y="6"/>
                  <a:pt x="195" y="16"/>
                  <a:pt x="195" y="35"/>
                </a:cubicBezTo>
                <a:cubicBezTo>
                  <a:pt x="196" y="53"/>
                  <a:pt x="191" y="69"/>
                  <a:pt x="178" y="82"/>
                </a:cubicBezTo>
                <a:cubicBezTo>
                  <a:pt x="171" y="89"/>
                  <a:pt x="174" y="98"/>
                  <a:pt x="183" y="101"/>
                </a:cubicBezTo>
                <a:cubicBezTo>
                  <a:pt x="187" y="103"/>
                  <a:pt x="192" y="105"/>
                  <a:pt x="197" y="107"/>
                </a:cubicBezTo>
                <a:cubicBezTo>
                  <a:pt x="207" y="111"/>
                  <a:pt x="217" y="117"/>
                  <a:pt x="225" y="125"/>
                </a:cubicBezTo>
                <a:cubicBezTo>
                  <a:pt x="230" y="130"/>
                  <a:pt x="232" y="143"/>
                  <a:pt x="219" y="149"/>
                </a:cubicBezTo>
                <a:close/>
                <a:moveTo>
                  <a:pt x="298" y="135"/>
                </a:moveTo>
                <a:cubicBezTo>
                  <a:pt x="293" y="130"/>
                  <a:pt x="286" y="126"/>
                  <a:pt x="279" y="122"/>
                </a:cubicBezTo>
                <a:cubicBezTo>
                  <a:pt x="276" y="121"/>
                  <a:pt x="272" y="120"/>
                  <a:pt x="269" y="118"/>
                </a:cubicBezTo>
                <a:cubicBezTo>
                  <a:pt x="263" y="116"/>
                  <a:pt x="261" y="110"/>
                  <a:pt x="266" y="105"/>
                </a:cubicBezTo>
                <a:cubicBezTo>
                  <a:pt x="275" y="96"/>
                  <a:pt x="278" y="85"/>
                  <a:pt x="278" y="73"/>
                </a:cubicBezTo>
                <a:cubicBezTo>
                  <a:pt x="277" y="59"/>
                  <a:pt x="270" y="52"/>
                  <a:pt x="258" y="50"/>
                </a:cubicBezTo>
                <a:cubicBezTo>
                  <a:pt x="255" y="49"/>
                  <a:pt x="253" y="49"/>
                  <a:pt x="250" y="49"/>
                </a:cubicBezTo>
                <a:cubicBezTo>
                  <a:pt x="248" y="49"/>
                  <a:pt x="245" y="49"/>
                  <a:pt x="243" y="50"/>
                </a:cubicBezTo>
                <a:cubicBezTo>
                  <a:pt x="230" y="52"/>
                  <a:pt x="223" y="59"/>
                  <a:pt x="222" y="73"/>
                </a:cubicBezTo>
                <a:cubicBezTo>
                  <a:pt x="222" y="85"/>
                  <a:pt x="225" y="96"/>
                  <a:pt x="235" y="105"/>
                </a:cubicBezTo>
                <a:cubicBezTo>
                  <a:pt x="239" y="110"/>
                  <a:pt x="237" y="116"/>
                  <a:pt x="231" y="118"/>
                </a:cubicBezTo>
                <a:cubicBezTo>
                  <a:pt x="230" y="119"/>
                  <a:pt x="230" y="119"/>
                  <a:pt x="230" y="119"/>
                </a:cubicBezTo>
                <a:cubicBezTo>
                  <a:pt x="231" y="120"/>
                  <a:pt x="232" y="120"/>
                  <a:pt x="233" y="121"/>
                </a:cubicBezTo>
                <a:cubicBezTo>
                  <a:pt x="237" y="126"/>
                  <a:pt x="240" y="132"/>
                  <a:pt x="238" y="139"/>
                </a:cubicBezTo>
                <a:cubicBezTo>
                  <a:pt x="237" y="145"/>
                  <a:pt x="233" y="151"/>
                  <a:pt x="226" y="154"/>
                </a:cubicBezTo>
                <a:cubicBezTo>
                  <a:pt x="224" y="155"/>
                  <a:pt x="222" y="156"/>
                  <a:pt x="220" y="156"/>
                </a:cubicBezTo>
                <a:cubicBezTo>
                  <a:pt x="229" y="158"/>
                  <a:pt x="239" y="158"/>
                  <a:pt x="250" y="159"/>
                </a:cubicBezTo>
                <a:cubicBezTo>
                  <a:pt x="264" y="158"/>
                  <a:pt x="274" y="158"/>
                  <a:pt x="285" y="155"/>
                </a:cubicBezTo>
                <a:cubicBezTo>
                  <a:pt x="288" y="155"/>
                  <a:pt x="291" y="154"/>
                  <a:pt x="294" y="152"/>
                </a:cubicBezTo>
                <a:cubicBezTo>
                  <a:pt x="303" y="148"/>
                  <a:pt x="302" y="139"/>
                  <a:pt x="298" y="135"/>
                </a:cubicBezTo>
                <a:close/>
                <a:moveTo>
                  <a:pt x="71" y="139"/>
                </a:moveTo>
                <a:cubicBezTo>
                  <a:pt x="70" y="133"/>
                  <a:pt x="72" y="126"/>
                  <a:pt x="77" y="121"/>
                </a:cubicBezTo>
                <a:cubicBezTo>
                  <a:pt x="79" y="119"/>
                  <a:pt x="81" y="118"/>
                  <a:pt x="84" y="116"/>
                </a:cubicBezTo>
                <a:cubicBezTo>
                  <a:pt x="82" y="115"/>
                  <a:pt x="81" y="115"/>
                  <a:pt x="80" y="114"/>
                </a:cubicBezTo>
                <a:cubicBezTo>
                  <a:pt x="73" y="112"/>
                  <a:pt x="71" y="105"/>
                  <a:pt x="76" y="100"/>
                </a:cubicBezTo>
                <a:cubicBezTo>
                  <a:pt x="86" y="90"/>
                  <a:pt x="90" y="77"/>
                  <a:pt x="90" y="63"/>
                </a:cubicBezTo>
                <a:cubicBezTo>
                  <a:pt x="89" y="49"/>
                  <a:pt x="80" y="41"/>
                  <a:pt x="67" y="38"/>
                </a:cubicBezTo>
                <a:cubicBezTo>
                  <a:pt x="64" y="37"/>
                  <a:pt x="61" y="37"/>
                  <a:pt x="59" y="37"/>
                </a:cubicBezTo>
                <a:cubicBezTo>
                  <a:pt x="56" y="37"/>
                  <a:pt x="53" y="37"/>
                  <a:pt x="50" y="38"/>
                </a:cubicBezTo>
                <a:cubicBezTo>
                  <a:pt x="37" y="41"/>
                  <a:pt x="28" y="49"/>
                  <a:pt x="28" y="63"/>
                </a:cubicBezTo>
                <a:cubicBezTo>
                  <a:pt x="27" y="77"/>
                  <a:pt x="31" y="89"/>
                  <a:pt x="41" y="100"/>
                </a:cubicBezTo>
                <a:cubicBezTo>
                  <a:pt x="46" y="105"/>
                  <a:pt x="44" y="112"/>
                  <a:pt x="38" y="114"/>
                </a:cubicBezTo>
                <a:cubicBezTo>
                  <a:pt x="34" y="116"/>
                  <a:pt x="30" y="117"/>
                  <a:pt x="27" y="119"/>
                </a:cubicBezTo>
                <a:cubicBezTo>
                  <a:pt x="19" y="122"/>
                  <a:pt x="11" y="127"/>
                  <a:pt x="5" y="133"/>
                </a:cubicBezTo>
                <a:cubicBezTo>
                  <a:pt x="0" y="139"/>
                  <a:pt x="0" y="147"/>
                  <a:pt x="10" y="151"/>
                </a:cubicBezTo>
                <a:cubicBezTo>
                  <a:pt x="13" y="153"/>
                  <a:pt x="17" y="154"/>
                  <a:pt x="20" y="155"/>
                </a:cubicBezTo>
                <a:cubicBezTo>
                  <a:pt x="32" y="158"/>
                  <a:pt x="44" y="158"/>
                  <a:pt x="59" y="159"/>
                </a:cubicBezTo>
                <a:cubicBezTo>
                  <a:pt x="71" y="158"/>
                  <a:pt x="81" y="158"/>
                  <a:pt x="90" y="156"/>
                </a:cubicBezTo>
                <a:cubicBezTo>
                  <a:pt x="88" y="156"/>
                  <a:pt x="86" y="155"/>
                  <a:pt x="85" y="154"/>
                </a:cubicBezTo>
                <a:cubicBezTo>
                  <a:pt x="77" y="151"/>
                  <a:pt x="72" y="145"/>
                  <a:pt x="71" y="139"/>
                </a:cubicBez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0"/>
          <p:cNvSpPr/>
          <p:nvPr/>
        </p:nvSpPr>
        <p:spPr>
          <a:xfrm>
            <a:off x="10248900" y="1001712"/>
            <a:ext cx="503237" cy="735012"/>
          </a:xfrm>
          <a:custGeom>
            <a:avLst/>
            <a:gdLst/>
            <a:ahLst/>
            <a:cxnLst/>
            <a:rect l="l" t="t" r="r" b="b"/>
            <a:pathLst>
              <a:path w="128" h="187" extrusionOk="0">
                <a:moveTo>
                  <a:pt x="128" y="124"/>
                </a:moveTo>
                <a:cubicBezTo>
                  <a:pt x="128" y="105"/>
                  <a:pt x="113" y="90"/>
                  <a:pt x="84" y="82"/>
                </a:cubicBezTo>
                <a:cubicBezTo>
                  <a:pt x="80" y="82"/>
                  <a:pt x="64" y="77"/>
                  <a:pt x="60" y="76"/>
                </a:cubicBezTo>
                <a:cubicBezTo>
                  <a:pt x="37" y="71"/>
                  <a:pt x="31" y="67"/>
                  <a:pt x="31" y="61"/>
                </a:cubicBezTo>
                <a:cubicBezTo>
                  <a:pt x="31" y="54"/>
                  <a:pt x="39" y="47"/>
                  <a:pt x="63" y="47"/>
                </a:cubicBezTo>
                <a:cubicBezTo>
                  <a:pt x="79" y="47"/>
                  <a:pt x="96" y="59"/>
                  <a:pt x="96" y="59"/>
                </a:cubicBezTo>
                <a:cubicBezTo>
                  <a:pt x="102" y="64"/>
                  <a:pt x="106" y="63"/>
                  <a:pt x="112" y="58"/>
                </a:cubicBezTo>
                <a:cubicBezTo>
                  <a:pt x="112" y="58"/>
                  <a:pt x="119" y="52"/>
                  <a:pt x="119" y="47"/>
                </a:cubicBezTo>
                <a:cubicBezTo>
                  <a:pt x="119" y="38"/>
                  <a:pt x="99" y="26"/>
                  <a:pt x="78" y="22"/>
                </a:cubicBezTo>
                <a:cubicBezTo>
                  <a:pt x="78" y="7"/>
                  <a:pt x="78" y="7"/>
                  <a:pt x="78" y="7"/>
                </a:cubicBezTo>
                <a:cubicBezTo>
                  <a:pt x="78" y="3"/>
                  <a:pt x="74" y="0"/>
                  <a:pt x="6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5" y="0"/>
                  <a:pt x="51" y="3"/>
                  <a:pt x="51" y="7"/>
                </a:cubicBezTo>
                <a:cubicBezTo>
                  <a:pt x="51" y="21"/>
                  <a:pt x="51" y="21"/>
                  <a:pt x="51" y="21"/>
                </a:cubicBezTo>
                <a:cubicBezTo>
                  <a:pt x="18" y="24"/>
                  <a:pt x="0" y="41"/>
                  <a:pt x="0" y="62"/>
                </a:cubicBezTo>
                <a:cubicBezTo>
                  <a:pt x="0" y="86"/>
                  <a:pt x="23" y="95"/>
                  <a:pt x="48" y="102"/>
                </a:cubicBezTo>
                <a:cubicBezTo>
                  <a:pt x="52" y="103"/>
                  <a:pt x="72" y="108"/>
                  <a:pt x="75" y="108"/>
                </a:cubicBezTo>
                <a:cubicBezTo>
                  <a:pt x="94" y="113"/>
                  <a:pt x="98" y="120"/>
                  <a:pt x="98" y="125"/>
                </a:cubicBezTo>
                <a:cubicBezTo>
                  <a:pt x="98" y="133"/>
                  <a:pt x="89" y="140"/>
                  <a:pt x="66" y="140"/>
                </a:cubicBezTo>
                <a:cubicBezTo>
                  <a:pt x="49" y="140"/>
                  <a:pt x="27" y="126"/>
                  <a:pt x="27" y="126"/>
                </a:cubicBezTo>
                <a:cubicBezTo>
                  <a:pt x="20" y="122"/>
                  <a:pt x="14" y="123"/>
                  <a:pt x="9" y="129"/>
                </a:cubicBezTo>
                <a:cubicBezTo>
                  <a:pt x="9" y="129"/>
                  <a:pt x="5" y="134"/>
                  <a:pt x="5" y="140"/>
                </a:cubicBezTo>
                <a:cubicBezTo>
                  <a:pt x="5" y="149"/>
                  <a:pt x="29" y="161"/>
                  <a:pt x="51" y="165"/>
                </a:cubicBezTo>
                <a:cubicBezTo>
                  <a:pt x="51" y="180"/>
                  <a:pt x="51" y="180"/>
                  <a:pt x="51" y="180"/>
                </a:cubicBezTo>
                <a:cubicBezTo>
                  <a:pt x="51" y="184"/>
                  <a:pt x="55" y="187"/>
                  <a:pt x="59" y="187"/>
                </a:cubicBezTo>
                <a:cubicBezTo>
                  <a:pt x="69" y="187"/>
                  <a:pt x="69" y="187"/>
                  <a:pt x="69" y="187"/>
                </a:cubicBezTo>
                <a:cubicBezTo>
                  <a:pt x="74" y="187"/>
                  <a:pt x="78" y="184"/>
                  <a:pt x="78" y="180"/>
                </a:cubicBezTo>
                <a:cubicBezTo>
                  <a:pt x="78" y="166"/>
                  <a:pt x="78" y="166"/>
                  <a:pt x="78" y="166"/>
                </a:cubicBezTo>
                <a:cubicBezTo>
                  <a:pt x="113" y="162"/>
                  <a:pt x="128" y="144"/>
                  <a:pt x="128" y="124"/>
                </a:cubicBez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663ABAFB-6E1A-1B4F-BDF1-F5480DB778E1}"/>
              </a:ext>
            </a:extLst>
          </p:cNvPr>
          <p:cNvGrpSpPr/>
          <p:nvPr/>
        </p:nvGrpSpPr>
        <p:grpSpPr>
          <a:xfrm>
            <a:off x="566058" y="2662237"/>
            <a:ext cx="1996562" cy="1538288"/>
            <a:chOff x="920750" y="2662237"/>
            <a:chExt cx="1538287" cy="1538288"/>
          </a:xfrm>
        </p:grpSpPr>
        <p:sp>
          <p:nvSpPr>
            <p:cNvPr id="999" name="Google Shape;999;p40"/>
            <p:cNvSpPr/>
            <p:nvPr/>
          </p:nvSpPr>
          <p:spPr>
            <a:xfrm>
              <a:off x="1431925" y="3609975"/>
              <a:ext cx="947737" cy="590550"/>
            </a:xfrm>
            <a:custGeom>
              <a:avLst/>
              <a:gdLst/>
              <a:ahLst/>
              <a:cxnLst/>
              <a:rect l="l" t="t" r="r" b="b"/>
              <a:pathLst>
                <a:path w="241" h="150" extrusionOk="0">
                  <a:moveTo>
                    <a:pt x="241" y="0"/>
                  </a:moveTo>
                  <a:cubicBezTo>
                    <a:pt x="230" y="9"/>
                    <a:pt x="216" y="15"/>
                    <a:pt x="201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0" y="71"/>
                    <a:pt x="0" y="109"/>
                    <a:pt x="24" y="132"/>
                  </a:cubicBezTo>
                  <a:cubicBezTo>
                    <a:pt x="35" y="144"/>
                    <a:pt x="51" y="150"/>
                    <a:pt x="66" y="150"/>
                  </a:cubicBezTo>
                  <a:cubicBezTo>
                    <a:pt x="81" y="150"/>
                    <a:pt x="96" y="144"/>
                    <a:pt x="108" y="132"/>
                  </a:cubicBezTo>
                  <a:cubicBezTo>
                    <a:pt x="241" y="0"/>
                    <a:pt x="241" y="0"/>
                    <a:pt x="241" y="0"/>
                  </a:cubicBezTo>
                </a:path>
              </a:pathLst>
            </a:custGeom>
            <a:solidFill>
              <a:srgbClr val="B1B1B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40"/>
            <p:cNvSpPr/>
            <p:nvPr/>
          </p:nvSpPr>
          <p:spPr>
            <a:xfrm>
              <a:off x="920750" y="3197225"/>
              <a:ext cx="1538287" cy="471487"/>
            </a:xfrm>
            <a:custGeom>
              <a:avLst/>
              <a:gdLst/>
              <a:ahLst/>
              <a:cxnLst/>
              <a:rect l="l" t="t" r="r" b="b"/>
              <a:pathLst>
                <a:path w="391" h="120" extrusionOk="0">
                  <a:moveTo>
                    <a:pt x="374" y="17"/>
                  </a:moveTo>
                  <a:cubicBezTo>
                    <a:pt x="385" y="29"/>
                    <a:pt x="391" y="44"/>
                    <a:pt x="391" y="60"/>
                  </a:cubicBezTo>
                  <a:cubicBezTo>
                    <a:pt x="391" y="75"/>
                    <a:pt x="385" y="90"/>
                    <a:pt x="374" y="102"/>
                  </a:cubicBezTo>
                  <a:cubicBezTo>
                    <a:pt x="371" y="105"/>
                    <a:pt x="371" y="105"/>
                    <a:pt x="371" y="105"/>
                  </a:cubicBezTo>
                  <a:cubicBezTo>
                    <a:pt x="383" y="94"/>
                    <a:pt x="391" y="78"/>
                    <a:pt x="391" y="60"/>
                  </a:cubicBezTo>
                  <a:cubicBezTo>
                    <a:pt x="391" y="43"/>
                    <a:pt x="385" y="28"/>
                    <a:pt x="374" y="17"/>
                  </a:cubicBezTo>
                  <a:moveTo>
                    <a:pt x="187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cubicBezTo>
                    <a:pt x="187" y="120"/>
                    <a:pt x="187" y="120"/>
                    <a:pt x="187" y="120"/>
                  </a:cubicBezTo>
                  <a:cubicBezTo>
                    <a:pt x="247" y="60"/>
                    <a:pt x="247" y="60"/>
                    <a:pt x="247" y="60"/>
                  </a:cubicBezTo>
                  <a:cubicBezTo>
                    <a:pt x="187" y="0"/>
                    <a:pt x="187" y="0"/>
                    <a:pt x="187" y="0"/>
                  </a:cubicBezTo>
                </a:path>
              </a:pathLst>
            </a:custGeom>
            <a:solidFill>
              <a:srgbClr val="B1B1B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40"/>
            <p:cNvSpPr/>
            <p:nvPr/>
          </p:nvSpPr>
          <p:spPr>
            <a:xfrm>
              <a:off x="1657350" y="3433762"/>
              <a:ext cx="801687" cy="234950"/>
            </a:xfrm>
            <a:custGeom>
              <a:avLst/>
              <a:gdLst/>
              <a:ahLst/>
              <a:cxnLst/>
              <a:rect l="l" t="t" r="r" b="b"/>
              <a:pathLst>
                <a:path w="204" h="60" extrusionOk="0">
                  <a:moveTo>
                    <a:pt x="60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59" y="60"/>
                    <a:pt x="173" y="54"/>
                    <a:pt x="184" y="45"/>
                  </a:cubicBezTo>
                  <a:cubicBezTo>
                    <a:pt x="187" y="42"/>
                    <a:pt x="187" y="42"/>
                    <a:pt x="187" y="42"/>
                  </a:cubicBezTo>
                  <a:cubicBezTo>
                    <a:pt x="198" y="30"/>
                    <a:pt x="204" y="15"/>
                    <a:pt x="204" y="0"/>
                  </a:cubicBezTo>
                  <a:cubicBezTo>
                    <a:pt x="204" y="15"/>
                    <a:pt x="198" y="30"/>
                    <a:pt x="187" y="42"/>
                  </a:cubicBezTo>
                  <a:cubicBezTo>
                    <a:pt x="175" y="54"/>
                    <a:pt x="160" y="59"/>
                    <a:pt x="144" y="59"/>
                  </a:cubicBezTo>
                  <a:cubicBezTo>
                    <a:pt x="129" y="59"/>
                    <a:pt x="114" y="54"/>
                    <a:pt x="102" y="42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B7B7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40"/>
            <p:cNvSpPr/>
            <p:nvPr/>
          </p:nvSpPr>
          <p:spPr>
            <a:xfrm>
              <a:off x="1431925" y="2662237"/>
              <a:ext cx="960437" cy="601662"/>
            </a:xfrm>
            <a:custGeom>
              <a:avLst/>
              <a:gdLst/>
              <a:ahLst/>
              <a:cxnLst/>
              <a:rect l="l" t="t" r="r" b="b"/>
              <a:pathLst>
                <a:path w="244" h="153" extrusionOk="0">
                  <a:moveTo>
                    <a:pt x="66" y="0"/>
                  </a:moveTo>
                  <a:cubicBezTo>
                    <a:pt x="51" y="0"/>
                    <a:pt x="35" y="6"/>
                    <a:pt x="24" y="18"/>
                  </a:cubicBezTo>
                  <a:cubicBezTo>
                    <a:pt x="0" y="41"/>
                    <a:pt x="0" y="79"/>
                    <a:pt x="24" y="102"/>
                  </a:cubicBezTo>
                  <a:cubicBezTo>
                    <a:pt x="57" y="136"/>
                    <a:pt x="57" y="136"/>
                    <a:pt x="57" y="136"/>
                  </a:cubicBezTo>
                  <a:cubicBezTo>
                    <a:pt x="198" y="136"/>
                    <a:pt x="198" y="136"/>
                    <a:pt x="198" y="136"/>
                  </a:cubicBezTo>
                  <a:cubicBezTo>
                    <a:pt x="199" y="136"/>
                    <a:pt x="200" y="136"/>
                    <a:pt x="201" y="136"/>
                  </a:cubicBezTo>
                  <a:cubicBezTo>
                    <a:pt x="217" y="136"/>
                    <a:pt x="232" y="142"/>
                    <a:pt x="244" y="153"/>
                  </a:cubicBezTo>
                  <a:cubicBezTo>
                    <a:pt x="244" y="153"/>
                    <a:pt x="244" y="153"/>
                    <a:pt x="244" y="153"/>
                  </a:cubicBezTo>
                  <a:cubicBezTo>
                    <a:pt x="244" y="153"/>
                    <a:pt x="244" y="153"/>
                    <a:pt x="244" y="153"/>
                  </a:cubicBezTo>
                  <a:cubicBezTo>
                    <a:pt x="244" y="153"/>
                    <a:pt x="244" y="153"/>
                    <a:pt x="244" y="153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96" y="6"/>
                    <a:pt x="81" y="0"/>
                    <a:pt x="66" y="0"/>
                  </a:cubicBezTo>
                </a:path>
              </a:pathLst>
            </a:custGeom>
            <a:solidFill>
              <a:srgbClr val="B1B1B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40"/>
            <p:cNvSpPr/>
            <p:nvPr/>
          </p:nvSpPr>
          <p:spPr>
            <a:xfrm>
              <a:off x="2211387" y="3197225"/>
              <a:ext cx="180975" cy="66675"/>
            </a:xfrm>
            <a:custGeom>
              <a:avLst/>
              <a:gdLst/>
              <a:ahLst/>
              <a:cxnLst/>
              <a:rect l="l" t="t" r="r" b="b"/>
              <a:pathLst>
                <a:path w="46" h="17" extrusionOk="0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0" y="0"/>
                    <a:pt x="35" y="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34" y="6"/>
                    <a:pt x="19" y="0"/>
                    <a:pt x="3" y="0"/>
                  </a:cubicBezTo>
                </a:path>
              </a:pathLst>
            </a:custGeom>
            <a:solidFill>
              <a:srgbClr val="7B7B7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40"/>
            <p:cNvSpPr/>
            <p:nvPr/>
          </p:nvSpPr>
          <p:spPr>
            <a:xfrm>
              <a:off x="1657350" y="3197225"/>
              <a:ext cx="554037" cy="236537"/>
            </a:xfrm>
            <a:custGeom>
              <a:avLst/>
              <a:gdLst/>
              <a:ahLst/>
              <a:cxnLst/>
              <a:rect l="l" t="t" r="r" b="b"/>
              <a:pathLst>
                <a:path w="141" h="60" extrusionOk="0">
                  <a:moveTo>
                    <a:pt x="14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102" y="17"/>
                    <a:pt x="102" y="17"/>
                    <a:pt x="102" y="17"/>
                  </a:cubicBezTo>
                  <a:cubicBezTo>
                    <a:pt x="113" y="7"/>
                    <a:pt x="127" y="1"/>
                    <a:pt x="141" y="0"/>
                  </a:cubicBezTo>
                </a:path>
              </a:pathLst>
            </a:custGeom>
            <a:solidFill>
              <a:srgbClr val="7B7B7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1892300" y="3197225"/>
              <a:ext cx="566737" cy="468312"/>
            </a:xfrm>
            <a:custGeom>
              <a:avLst/>
              <a:gdLst/>
              <a:ahLst/>
              <a:cxnLst/>
              <a:rect l="l" t="t" r="r" b="b"/>
              <a:pathLst>
                <a:path w="144" h="119" extrusionOk="0">
                  <a:moveTo>
                    <a:pt x="84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67" y="1"/>
                    <a:pt x="53" y="7"/>
                    <a:pt x="42" y="1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42" y="102"/>
                    <a:pt x="42" y="102"/>
                    <a:pt x="42" y="102"/>
                  </a:cubicBezTo>
                  <a:cubicBezTo>
                    <a:pt x="54" y="114"/>
                    <a:pt x="69" y="119"/>
                    <a:pt x="84" y="119"/>
                  </a:cubicBezTo>
                  <a:cubicBezTo>
                    <a:pt x="100" y="119"/>
                    <a:pt x="115" y="114"/>
                    <a:pt x="127" y="102"/>
                  </a:cubicBezTo>
                  <a:cubicBezTo>
                    <a:pt x="138" y="90"/>
                    <a:pt x="144" y="75"/>
                    <a:pt x="144" y="60"/>
                  </a:cubicBezTo>
                  <a:cubicBezTo>
                    <a:pt x="144" y="44"/>
                    <a:pt x="138" y="29"/>
                    <a:pt x="127" y="17"/>
                  </a:cubicBezTo>
                  <a:cubicBezTo>
                    <a:pt x="116" y="7"/>
                    <a:pt x="101" y="0"/>
                    <a:pt x="84" y="0"/>
                  </a:cubicBezTo>
                </a:path>
              </a:pathLst>
            </a:custGeom>
            <a:solidFill>
              <a:srgbClr val="55555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9D8D0290-B8C2-6646-B228-24411BAE4B97}"/>
              </a:ext>
            </a:extLst>
          </p:cNvPr>
          <p:cNvGrpSpPr/>
          <p:nvPr/>
        </p:nvGrpSpPr>
        <p:grpSpPr>
          <a:xfrm>
            <a:off x="2805535" y="2662237"/>
            <a:ext cx="1855365" cy="1538288"/>
            <a:chOff x="3124200" y="2662237"/>
            <a:chExt cx="1536700" cy="1538288"/>
          </a:xfrm>
        </p:grpSpPr>
        <p:sp>
          <p:nvSpPr>
            <p:cNvPr id="1006" name="Google Shape;1006;p40"/>
            <p:cNvSpPr/>
            <p:nvPr/>
          </p:nvSpPr>
          <p:spPr>
            <a:xfrm>
              <a:off x="3635375" y="3609975"/>
              <a:ext cx="947737" cy="590550"/>
            </a:xfrm>
            <a:custGeom>
              <a:avLst/>
              <a:gdLst/>
              <a:ahLst/>
              <a:cxnLst/>
              <a:rect l="l" t="t" r="r" b="b"/>
              <a:pathLst>
                <a:path w="241" h="150" extrusionOk="0">
                  <a:moveTo>
                    <a:pt x="241" y="0"/>
                  </a:moveTo>
                  <a:cubicBezTo>
                    <a:pt x="230" y="9"/>
                    <a:pt x="217" y="15"/>
                    <a:pt x="202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0" y="71"/>
                    <a:pt x="0" y="109"/>
                    <a:pt x="24" y="132"/>
                  </a:cubicBezTo>
                  <a:cubicBezTo>
                    <a:pt x="35" y="144"/>
                    <a:pt x="51" y="150"/>
                    <a:pt x="66" y="150"/>
                  </a:cubicBezTo>
                  <a:cubicBezTo>
                    <a:pt x="81" y="150"/>
                    <a:pt x="97" y="144"/>
                    <a:pt x="108" y="132"/>
                  </a:cubicBezTo>
                  <a:cubicBezTo>
                    <a:pt x="241" y="0"/>
                    <a:pt x="241" y="0"/>
                    <a:pt x="241" y="0"/>
                  </a:cubicBezTo>
                </a:path>
              </a:pathLst>
            </a:custGeom>
            <a:solidFill>
              <a:srgbClr val="9AE4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40"/>
            <p:cNvSpPr/>
            <p:nvPr/>
          </p:nvSpPr>
          <p:spPr>
            <a:xfrm>
              <a:off x="3124200" y="3197225"/>
              <a:ext cx="1536700" cy="471487"/>
            </a:xfrm>
            <a:custGeom>
              <a:avLst/>
              <a:gdLst/>
              <a:ahLst/>
              <a:cxnLst/>
              <a:rect l="l" t="t" r="r" b="b"/>
              <a:pathLst>
                <a:path w="391" h="120" extrusionOk="0">
                  <a:moveTo>
                    <a:pt x="374" y="17"/>
                  </a:moveTo>
                  <a:cubicBezTo>
                    <a:pt x="385" y="29"/>
                    <a:pt x="391" y="44"/>
                    <a:pt x="391" y="60"/>
                  </a:cubicBezTo>
                  <a:cubicBezTo>
                    <a:pt x="391" y="75"/>
                    <a:pt x="385" y="90"/>
                    <a:pt x="374" y="102"/>
                  </a:cubicBezTo>
                  <a:cubicBezTo>
                    <a:pt x="371" y="105"/>
                    <a:pt x="371" y="105"/>
                    <a:pt x="371" y="105"/>
                  </a:cubicBezTo>
                  <a:cubicBezTo>
                    <a:pt x="383" y="94"/>
                    <a:pt x="391" y="78"/>
                    <a:pt x="391" y="60"/>
                  </a:cubicBezTo>
                  <a:cubicBezTo>
                    <a:pt x="391" y="43"/>
                    <a:pt x="385" y="28"/>
                    <a:pt x="374" y="17"/>
                  </a:cubicBezTo>
                  <a:moveTo>
                    <a:pt x="187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cubicBezTo>
                    <a:pt x="187" y="120"/>
                    <a:pt x="187" y="120"/>
                    <a:pt x="187" y="120"/>
                  </a:cubicBezTo>
                  <a:cubicBezTo>
                    <a:pt x="247" y="60"/>
                    <a:pt x="247" y="60"/>
                    <a:pt x="247" y="60"/>
                  </a:cubicBezTo>
                  <a:cubicBezTo>
                    <a:pt x="187" y="0"/>
                    <a:pt x="187" y="0"/>
                    <a:pt x="187" y="0"/>
                  </a:cubicBezTo>
                </a:path>
              </a:pathLst>
            </a:custGeom>
            <a:solidFill>
              <a:srgbClr val="9AE4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40"/>
            <p:cNvSpPr/>
            <p:nvPr/>
          </p:nvSpPr>
          <p:spPr>
            <a:xfrm>
              <a:off x="3859212" y="3433762"/>
              <a:ext cx="801687" cy="234950"/>
            </a:xfrm>
            <a:custGeom>
              <a:avLst/>
              <a:gdLst/>
              <a:ahLst/>
              <a:cxnLst/>
              <a:rect l="l" t="t" r="r" b="b"/>
              <a:pathLst>
                <a:path w="204" h="60" extrusionOk="0">
                  <a:moveTo>
                    <a:pt x="60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45" y="60"/>
                    <a:pt x="145" y="60"/>
                    <a:pt x="145" y="60"/>
                  </a:cubicBezTo>
                  <a:cubicBezTo>
                    <a:pt x="160" y="60"/>
                    <a:pt x="173" y="54"/>
                    <a:pt x="184" y="45"/>
                  </a:cubicBezTo>
                  <a:cubicBezTo>
                    <a:pt x="187" y="42"/>
                    <a:pt x="187" y="42"/>
                    <a:pt x="187" y="42"/>
                  </a:cubicBezTo>
                  <a:cubicBezTo>
                    <a:pt x="198" y="30"/>
                    <a:pt x="204" y="15"/>
                    <a:pt x="204" y="0"/>
                  </a:cubicBezTo>
                  <a:cubicBezTo>
                    <a:pt x="204" y="15"/>
                    <a:pt x="198" y="30"/>
                    <a:pt x="187" y="42"/>
                  </a:cubicBezTo>
                  <a:cubicBezTo>
                    <a:pt x="175" y="54"/>
                    <a:pt x="160" y="59"/>
                    <a:pt x="144" y="59"/>
                  </a:cubicBezTo>
                  <a:cubicBezTo>
                    <a:pt x="129" y="59"/>
                    <a:pt x="114" y="54"/>
                    <a:pt x="102" y="42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5DCC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40"/>
            <p:cNvSpPr/>
            <p:nvPr/>
          </p:nvSpPr>
          <p:spPr>
            <a:xfrm>
              <a:off x="3635375" y="2662237"/>
              <a:ext cx="958850" cy="601662"/>
            </a:xfrm>
            <a:custGeom>
              <a:avLst/>
              <a:gdLst/>
              <a:ahLst/>
              <a:cxnLst/>
              <a:rect l="l" t="t" r="r" b="b"/>
              <a:pathLst>
                <a:path w="244" h="153" extrusionOk="0">
                  <a:moveTo>
                    <a:pt x="66" y="0"/>
                  </a:moveTo>
                  <a:cubicBezTo>
                    <a:pt x="51" y="0"/>
                    <a:pt x="35" y="6"/>
                    <a:pt x="24" y="18"/>
                  </a:cubicBezTo>
                  <a:cubicBezTo>
                    <a:pt x="0" y="41"/>
                    <a:pt x="0" y="79"/>
                    <a:pt x="24" y="102"/>
                  </a:cubicBezTo>
                  <a:cubicBezTo>
                    <a:pt x="57" y="136"/>
                    <a:pt x="57" y="136"/>
                    <a:pt x="57" y="136"/>
                  </a:cubicBezTo>
                  <a:cubicBezTo>
                    <a:pt x="198" y="136"/>
                    <a:pt x="198" y="136"/>
                    <a:pt x="198" y="136"/>
                  </a:cubicBezTo>
                  <a:cubicBezTo>
                    <a:pt x="199" y="136"/>
                    <a:pt x="200" y="136"/>
                    <a:pt x="201" y="136"/>
                  </a:cubicBezTo>
                  <a:cubicBezTo>
                    <a:pt x="217" y="136"/>
                    <a:pt x="232" y="142"/>
                    <a:pt x="244" y="153"/>
                  </a:cubicBezTo>
                  <a:cubicBezTo>
                    <a:pt x="244" y="153"/>
                    <a:pt x="244" y="153"/>
                    <a:pt x="244" y="153"/>
                  </a:cubicBezTo>
                  <a:cubicBezTo>
                    <a:pt x="244" y="153"/>
                    <a:pt x="244" y="153"/>
                    <a:pt x="244" y="153"/>
                  </a:cubicBezTo>
                  <a:cubicBezTo>
                    <a:pt x="244" y="153"/>
                    <a:pt x="244" y="153"/>
                    <a:pt x="244" y="153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97" y="6"/>
                    <a:pt x="81" y="0"/>
                    <a:pt x="66" y="0"/>
                  </a:cubicBezTo>
                </a:path>
              </a:pathLst>
            </a:custGeom>
            <a:solidFill>
              <a:srgbClr val="9AE4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4413250" y="3197225"/>
              <a:ext cx="180975" cy="66675"/>
            </a:xfrm>
            <a:custGeom>
              <a:avLst/>
              <a:gdLst/>
              <a:ahLst/>
              <a:cxnLst/>
              <a:rect l="l" t="t" r="r" b="b"/>
              <a:pathLst>
                <a:path w="46" h="17" extrusionOk="0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0" y="0"/>
                    <a:pt x="35" y="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34" y="6"/>
                    <a:pt x="19" y="0"/>
                    <a:pt x="3" y="0"/>
                  </a:cubicBezTo>
                </a:path>
              </a:pathLst>
            </a:custGeom>
            <a:solidFill>
              <a:srgbClr val="5DCC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3859212" y="3197225"/>
              <a:ext cx="554037" cy="236537"/>
            </a:xfrm>
            <a:custGeom>
              <a:avLst/>
              <a:gdLst/>
              <a:ahLst/>
              <a:cxnLst/>
              <a:rect l="l" t="t" r="r" b="b"/>
              <a:pathLst>
                <a:path w="141" h="60" extrusionOk="0">
                  <a:moveTo>
                    <a:pt x="14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102" y="17"/>
                    <a:pt x="102" y="17"/>
                    <a:pt x="102" y="17"/>
                  </a:cubicBezTo>
                  <a:cubicBezTo>
                    <a:pt x="113" y="7"/>
                    <a:pt x="127" y="1"/>
                    <a:pt x="141" y="0"/>
                  </a:cubicBezTo>
                </a:path>
              </a:pathLst>
            </a:custGeom>
            <a:solidFill>
              <a:srgbClr val="5DCC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4094162" y="3197225"/>
              <a:ext cx="566737" cy="468312"/>
            </a:xfrm>
            <a:custGeom>
              <a:avLst/>
              <a:gdLst/>
              <a:ahLst/>
              <a:cxnLst/>
              <a:rect l="l" t="t" r="r" b="b"/>
              <a:pathLst>
                <a:path w="144" h="119" extrusionOk="0">
                  <a:moveTo>
                    <a:pt x="85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67" y="1"/>
                    <a:pt x="53" y="7"/>
                    <a:pt x="42" y="1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42" y="102"/>
                    <a:pt x="42" y="102"/>
                    <a:pt x="42" y="102"/>
                  </a:cubicBezTo>
                  <a:cubicBezTo>
                    <a:pt x="54" y="114"/>
                    <a:pt x="69" y="119"/>
                    <a:pt x="84" y="119"/>
                  </a:cubicBezTo>
                  <a:cubicBezTo>
                    <a:pt x="100" y="119"/>
                    <a:pt x="115" y="114"/>
                    <a:pt x="127" y="102"/>
                  </a:cubicBezTo>
                  <a:cubicBezTo>
                    <a:pt x="138" y="90"/>
                    <a:pt x="144" y="75"/>
                    <a:pt x="144" y="60"/>
                  </a:cubicBezTo>
                  <a:cubicBezTo>
                    <a:pt x="144" y="44"/>
                    <a:pt x="138" y="29"/>
                    <a:pt x="127" y="17"/>
                  </a:cubicBezTo>
                  <a:cubicBezTo>
                    <a:pt x="116" y="7"/>
                    <a:pt x="101" y="0"/>
                    <a:pt x="85" y="0"/>
                  </a:cubicBezTo>
                </a:path>
              </a:pathLst>
            </a:custGeom>
            <a:solidFill>
              <a:srgbClr val="38B7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0B5EE52-0DA2-6646-8652-CB2476C08B40}"/>
              </a:ext>
            </a:extLst>
          </p:cNvPr>
          <p:cNvGrpSpPr/>
          <p:nvPr/>
        </p:nvGrpSpPr>
        <p:grpSpPr>
          <a:xfrm>
            <a:off x="4903815" y="2662237"/>
            <a:ext cx="1963710" cy="1538288"/>
            <a:chOff x="5326062" y="2662237"/>
            <a:chExt cx="1541462" cy="1538288"/>
          </a:xfrm>
        </p:grpSpPr>
        <p:sp>
          <p:nvSpPr>
            <p:cNvPr id="1013" name="Google Shape;1013;p40"/>
            <p:cNvSpPr/>
            <p:nvPr/>
          </p:nvSpPr>
          <p:spPr>
            <a:xfrm>
              <a:off x="5837237" y="3609975"/>
              <a:ext cx="947737" cy="590550"/>
            </a:xfrm>
            <a:custGeom>
              <a:avLst/>
              <a:gdLst/>
              <a:ahLst/>
              <a:cxnLst/>
              <a:rect l="l" t="t" r="r" b="b"/>
              <a:pathLst>
                <a:path w="241" h="150" extrusionOk="0">
                  <a:moveTo>
                    <a:pt x="241" y="0"/>
                  </a:moveTo>
                  <a:cubicBezTo>
                    <a:pt x="230" y="9"/>
                    <a:pt x="217" y="15"/>
                    <a:pt x="202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0" y="71"/>
                    <a:pt x="0" y="109"/>
                    <a:pt x="24" y="132"/>
                  </a:cubicBezTo>
                  <a:cubicBezTo>
                    <a:pt x="36" y="144"/>
                    <a:pt x="51" y="150"/>
                    <a:pt x="66" y="150"/>
                  </a:cubicBezTo>
                  <a:cubicBezTo>
                    <a:pt x="81" y="150"/>
                    <a:pt x="97" y="144"/>
                    <a:pt x="108" y="132"/>
                  </a:cubicBezTo>
                  <a:cubicBezTo>
                    <a:pt x="241" y="0"/>
                    <a:pt x="241" y="0"/>
                    <a:pt x="241" y="0"/>
                  </a:cubicBezTo>
                </a:path>
              </a:pathLst>
            </a:custGeom>
            <a:solidFill>
              <a:srgbClr val="BEB3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5326062" y="3197225"/>
              <a:ext cx="1541462" cy="471487"/>
            </a:xfrm>
            <a:custGeom>
              <a:avLst/>
              <a:gdLst/>
              <a:ahLst/>
              <a:cxnLst/>
              <a:rect l="l" t="t" r="r" b="b"/>
              <a:pathLst>
                <a:path w="392" h="120" extrusionOk="0">
                  <a:moveTo>
                    <a:pt x="374" y="17"/>
                  </a:moveTo>
                  <a:cubicBezTo>
                    <a:pt x="386" y="29"/>
                    <a:pt x="391" y="44"/>
                    <a:pt x="391" y="60"/>
                  </a:cubicBezTo>
                  <a:cubicBezTo>
                    <a:pt x="391" y="75"/>
                    <a:pt x="386" y="90"/>
                    <a:pt x="374" y="102"/>
                  </a:cubicBezTo>
                  <a:cubicBezTo>
                    <a:pt x="371" y="105"/>
                    <a:pt x="371" y="105"/>
                    <a:pt x="371" y="105"/>
                  </a:cubicBezTo>
                  <a:cubicBezTo>
                    <a:pt x="384" y="94"/>
                    <a:pt x="392" y="78"/>
                    <a:pt x="392" y="60"/>
                  </a:cubicBezTo>
                  <a:cubicBezTo>
                    <a:pt x="392" y="43"/>
                    <a:pt x="385" y="28"/>
                    <a:pt x="374" y="17"/>
                  </a:cubicBezTo>
                  <a:moveTo>
                    <a:pt x="187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cubicBezTo>
                    <a:pt x="187" y="120"/>
                    <a:pt x="187" y="120"/>
                    <a:pt x="187" y="120"/>
                  </a:cubicBezTo>
                  <a:cubicBezTo>
                    <a:pt x="247" y="60"/>
                    <a:pt x="247" y="60"/>
                    <a:pt x="247" y="60"/>
                  </a:cubicBezTo>
                  <a:cubicBezTo>
                    <a:pt x="187" y="0"/>
                    <a:pt x="187" y="0"/>
                    <a:pt x="187" y="0"/>
                  </a:cubicBezTo>
                </a:path>
              </a:pathLst>
            </a:custGeom>
            <a:solidFill>
              <a:srgbClr val="BEB3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6061075" y="3433762"/>
              <a:ext cx="801687" cy="234950"/>
            </a:xfrm>
            <a:custGeom>
              <a:avLst/>
              <a:gdLst/>
              <a:ahLst/>
              <a:cxnLst/>
              <a:rect l="l" t="t" r="r" b="b"/>
              <a:pathLst>
                <a:path w="204" h="60" extrusionOk="0">
                  <a:moveTo>
                    <a:pt x="60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45" y="60"/>
                    <a:pt x="145" y="60"/>
                    <a:pt x="145" y="60"/>
                  </a:cubicBezTo>
                  <a:cubicBezTo>
                    <a:pt x="160" y="60"/>
                    <a:pt x="173" y="54"/>
                    <a:pt x="184" y="45"/>
                  </a:cubicBezTo>
                  <a:cubicBezTo>
                    <a:pt x="187" y="42"/>
                    <a:pt x="187" y="42"/>
                    <a:pt x="187" y="42"/>
                  </a:cubicBezTo>
                  <a:cubicBezTo>
                    <a:pt x="199" y="30"/>
                    <a:pt x="204" y="15"/>
                    <a:pt x="204" y="0"/>
                  </a:cubicBezTo>
                  <a:cubicBezTo>
                    <a:pt x="204" y="15"/>
                    <a:pt x="199" y="30"/>
                    <a:pt x="187" y="42"/>
                  </a:cubicBezTo>
                  <a:cubicBezTo>
                    <a:pt x="175" y="54"/>
                    <a:pt x="160" y="59"/>
                    <a:pt x="145" y="59"/>
                  </a:cubicBezTo>
                  <a:cubicBezTo>
                    <a:pt x="129" y="59"/>
                    <a:pt x="114" y="54"/>
                    <a:pt x="102" y="42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8E7D7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40"/>
            <p:cNvSpPr/>
            <p:nvPr/>
          </p:nvSpPr>
          <p:spPr>
            <a:xfrm>
              <a:off x="5837237" y="2662237"/>
              <a:ext cx="958850" cy="601662"/>
            </a:xfrm>
            <a:custGeom>
              <a:avLst/>
              <a:gdLst/>
              <a:ahLst/>
              <a:cxnLst/>
              <a:rect l="l" t="t" r="r" b="b"/>
              <a:pathLst>
                <a:path w="244" h="153" extrusionOk="0">
                  <a:moveTo>
                    <a:pt x="66" y="0"/>
                  </a:moveTo>
                  <a:cubicBezTo>
                    <a:pt x="51" y="0"/>
                    <a:pt x="36" y="6"/>
                    <a:pt x="24" y="18"/>
                  </a:cubicBezTo>
                  <a:cubicBezTo>
                    <a:pt x="0" y="41"/>
                    <a:pt x="0" y="79"/>
                    <a:pt x="24" y="102"/>
                  </a:cubicBezTo>
                  <a:cubicBezTo>
                    <a:pt x="57" y="136"/>
                    <a:pt x="57" y="136"/>
                    <a:pt x="57" y="136"/>
                  </a:cubicBezTo>
                  <a:cubicBezTo>
                    <a:pt x="198" y="136"/>
                    <a:pt x="198" y="136"/>
                    <a:pt x="198" y="136"/>
                  </a:cubicBezTo>
                  <a:cubicBezTo>
                    <a:pt x="199" y="136"/>
                    <a:pt x="200" y="136"/>
                    <a:pt x="202" y="136"/>
                  </a:cubicBezTo>
                  <a:cubicBezTo>
                    <a:pt x="217" y="136"/>
                    <a:pt x="232" y="142"/>
                    <a:pt x="244" y="153"/>
                  </a:cubicBezTo>
                  <a:cubicBezTo>
                    <a:pt x="244" y="153"/>
                    <a:pt x="244" y="153"/>
                    <a:pt x="244" y="153"/>
                  </a:cubicBezTo>
                  <a:cubicBezTo>
                    <a:pt x="244" y="153"/>
                    <a:pt x="244" y="153"/>
                    <a:pt x="244" y="153"/>
                  </a:cubicBezTo>
                  <a:cubicBezTo>
                    <a:pt x="244" y="153"/>
                    <a:pt x="244" y="153"/>
                    <a:pt x="244" y="153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97" y="6"/>
                    <a:pt x="81" y="0"/>
                    <a:pt x="66" y="0"/>
                  </a:cubicBezTo>
                </a:path>
              </a:pathLst>
            </a:custGeom>
            <a:solidFill>
              <a:srgbClr val="BEB3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40"/>
            <p:cNvSpPr/>
            <p:nvPr/>
          </p:nvSpPr>
          <p:spPr>
            <a:xfrm>
              <a:off x="6615112" y="3197225"/>
              <a:ext cx="180975" cy="66675"/>
            </a:xfrm>
            <a:custGeom>
              <a:avLst/>
              <a:gdLst/>
              <a:ahLst/>
              <a:cxnLst/>
              <a:rect l="l" t="t" r="r" b="b"/>
              <a:pathLst>
                <a:path w="46" h="17" extrusionOk="0">
                  <a:moveTo>
                    <a:pt x="4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0" y="0"/>
                    <a:pt x="35" y="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34" y="6"/>
                    <a:pt x="19" y="0"/>
                    <a:pt x="4" y="0"/>
                  </a:cubicBezTo>
                </a:path>
              </a:pathLst>
            </a:custGeom>
            <a:solidFill>
              <a:srgbClr val="8E7D7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40"/>
            <p:cNvSpPr/>
            <p:nvPr/>
          </p:nvSpPr>
          <p:spPr>
            <a:xfrm>
              <a:off x="6061075" y="3197225"/>
              <a:ext cx="554037" cy="236537"/>
            </a:xfrm>
            <a:custGeom>
              <a:avLst/>
              <a:gdLst/>
              <a:ahLst/>
              <a:cxnLst/>
              <a:rect l="l" t="t" r="r" b="b"/>
              <a:pathLst>
                <a:path w="141" h="60" extrusionOk="0">
                  <a:moveTo>
                    <a:pt x="14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102" y="17"/>
                    <a:pt x="102" y="17"/>
                    <a:pt x="102" y="17"/>
                  </a:cubicBezTo>
                  <a:cubicBezTo>
                    <a:pt x="113" y="7"/>
                    <a:pt x="127" y="1"/>
                    <a:pt x="141" y="0"/>
                  </a:cubicBezTo>
                </a:path>
              </a:pathLst>
            </a:custGeom>
            <a:solidFill>
              <a:srgbClr val="8E7D7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6297612" y="3197225"/>
              <a:ext cx="565150" cy="468312"/>
            </a:xfrm>
            <a:custGeom>
              <a:avLst/>
              <a:gdLst/>
              <a:ahLst/>
              <a:cxnLst/>
              <a:rect l="l" t="t" r="r" b="b"/>
              <a:pathLst>
                <a:path w="144" h="119" extrusionOk="0">
                  <a:moveTo>
                    <a:pt x="85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67" y="1"/>
                    <a:pt x="53" y="7"/>
                    <a:pt x="42" y="1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42" y="102"/>
                    <a:pt x="42" y="102"/>
                    <a:pt x="42" y="102"/>
                  </a:cubicBezTo>
                  <a:cubicBezTo>
                    <a:pt x="54" y="114"/>
                    <a:pt x="69" y="119"/>
                    <a:pt x="85" y="119"/>
                  </a:cubicBezTo>
                  <a:cubicBezTo>
                    <a:pt x="100" y="119"/>
                    <a:pt x="115" y="114"/>
                    <a:pt x="127" y="102"/>
                  </a:cubicBezTo>
                  <a:cubicBezTo>
                    <a:pt x="139" y="90"/>
                    <a:pt x="144" y="75"/>
                    <a:pt x="144" y="60"/>
                  </a:cubicBezTo>
                  <a:cubicBezTo>
                    <a:pt x="144" y="44"/>
                    <a:pt x="139" y="29"/>
                    <a:pt x="127" y="17"/>
                  </a:cubicBezTo>
                  <a:cubicBezTo>
                    <a:pt x="116" y="7"/>
                    <a:pt x="101" y="0"/>
                    <a:pt x="85" y="0"/>
                  </a:cubicBezTo>
                </a:path>
              </a:pathLst>
            </a:custGeom>
            <a:solidFill>
              <a:srgbClr val="6A57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A48BAC8D-AE9D-6A4F-8A9B-5588298113D2}"/>
              </a:ext>
            </a:extLst>
          </p:cNvPr>
          <p:cNvGrpSpPr/>
          <p:nvPr/>
        </p:nvGrpSpPr>
        <p:grpSpPr>
          <a:xfrm>
            <a:off x="7105678" y="2662237"/>
            <a:ext cx="1963710" cy="1538288"/>
            <a:chOff x="7531100" y="2662237"/>
            <a:chExt cx="1538287" cy="1538288"/>
          </a:xfrm>
        </p:grpSpPr>
        <p:sp>
          <p:nvSpPr>
            <p:cNvPr id="1020" name="Google Shape;1020;p40"/>
            <p:cNvSpPr/>
            <p:nvPr/>
          </p:nvSpPr>
          <p:spPr>
            <a:xfrm>
              <a:off x="8043862" y="3609975"/>
              <a:ext cx="942975" cy="590550"/>
            </a:xfrm>
            <a:custGeom>
              <a:avLst/>
              <a:gdLst/>
              <a:ahLst/>
              <a:cxnLst/>
              <a:rect l="l" t="t" r="r" b="b"/>
              <a:pathLst>
                <a:path w="240" h="150" extrusionOk="0">
                  <a:moveTo>
                    <a:pt x="240" y="0"/>
                  </a:moveTo>
                  <a:cubicBezTo>
                    <a:pt x="229" y="9"/>
                    <a:pt x="216" y="15"/>
                    <a:pt x="201" y="15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0" y="71"/>
                    <a:pt x="0" y="109"/>
                    <a:pt x="23" y="132"/>
                  </a:cubicBezTo>
                  <a:cubicBezTo>
                    <a:pt x="35" y="144"/>
                    <a:pt x="50" y="150"/>
                    <a:pt x="65" y="150"/>
                  </a:cubicBezTo>
                  <a:cubicBezTo>
                    <a:pt x="81" y="150"/>
                    <a:pt x="96" y="144"/>
                    <a:pt x="108" y="132"/>
                  </a:cubicBezTo>
                  <a:cubicBezTo>
                    <a:pt x="240" y="0"/>
                    <a:pt x="240" y="0"/>
                    <a:pt x="240" y="0"/>
                  </a:cubicBezTo>
                </a:path>
              </a:pathLst>
            </a:custGeom>
            <a:solidFill>
              <a:srgbClr val="F8AF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7531100" y="3197225"/>
              <a:ext cx="1538287" cy="471487"/>
            </a:xfrm>
            <a:custGeom>
              <a:avLst/>
              <a:gdLst/>
              <a:ahLst/>
              <a:cxnLst/>
              <a:rect l="l" t="t" r="r" b="b"/>
              <a:pathLst>
                <a:path w="391" h="120" extrusionOk="0">
                  <a:moveTo>
                    <a:pt x="373" y="17"/>
                  </a:moveTo>
                  <a:cubicBezTo>
                    <a:pt x="385" y="29"/>
                    <a:pt x="391" y="44"/>
                    <a:pt x="391" y="60"/>
                  </a:cubicBezTo>
                  <a:cubicBezTo>
                    <a:pt x="391" y="75"/>
                    <a:pt x="385" y="90"/>
                    <a:pt x="373" y="102"/>
                  </a:cubicBezTo>
                  <a:cubicBezTo>
                    <a:pt x="370" y="105"/>
                    <a:pt x="370" y="105"/>
                    <a:pt x="370" y="105"/>
                  </a:cubicBezTo>
                  <a:cubicBezTo>
                    <a:pt x="383" y="94"/>
                    <a:pt x="391" y="78"/>
                    <a:pt x="391" y="60"/>
                  </a:cubicBezTo>
                  <a:cubicBezTo>
                    <a:pt x="391" y="43"/>
                    <a:pt x="384" y="28"/>
                    <a:pt x="373" y="17"/>
                  </a:cubicBezTo>
                  <a:moveTo>
                    <a:pt x="186" y="0"/>
                  </a:moveTo>
                  <a:cubicBezTo>
                    <a:pt x="59" y="0"/>
                    <a:pt x="59" y="0"/>
                    <a:pt x="59" y="0"/>
                  </a:cubicBezTo>
                  <a:cubicBezTo>
                    <a:pt x="26" y="0"/>
                    <a:pt x="0" y="27"/>
                    <a:pt x="0" y="60"/>
                  </a:cubicBezTo>
                  <a:cubicBezTo>
                    <a:pt x="0" y="93"/>
                    <a:pt x="26" y="120"/>
                    <a:pt x="59" y="120"/>
                  </a:cubicBezTo>
                  <a:cubicBezTo>
                    <a:pt x="186" y="120"/>
                    <a:pt x="186" y="120"/>
                    <a:pt x="186" y="120"/>
                  </a:cubicBezTo>
                  <a:cubicBezTo>
                    <a:pt x="246" y="60"/>
                    <a:pt x="246" y="60"/>
                    <a:pt x="246" y="60"/>
                  </a:cubicBezTo>
                  <a:cubicBezTo>
                    <a:pt x="186" y="0"/>
                    <a:pt x="186" y="0"/>
                    <a:pt x="186" y="0"/>
                  </a:cubicBezTo>
                </a:path>
              </a:pathLst>
            </a:custGeom>
            <a:solidFill>
              <a:srgbClr val="F8AF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8262937" y="3433762"/>
              <a:ext cx="806450" cy="234950"/>
            </a:xfrm>
            <a:custGeom>
              <a:avLst/>
              <a:gdLst/>
              <a:ahLst/>
              <a:cxnLst/>
              <a:rect l="l" t="t" r="r" b="b"/>
              <a:pathLst>
                <a:path w="205" h="60" extrusionOk="0">
                  <a:moveTo>
                    <a:pt x="60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45" y="60"/>
                    <a:pt x="145" y="60"/>
                    <a:pt x="145" y="60"/>
                  </a:cubicBezTo>
                  <a:cubicBezTo>
                    <a:pt x="160" y="60"/>
                    <a:pt x="173" y="54"/>
                    <a:pt x="184" y="45"/>
                  </a:cubicBezTo>
                  <a:cubicBezTo>
                    <a:pt x="187" y="42"/>
                    <a:pt x="187" y="42"/>
                    <a:pt x="187" y="42"/>
                  </a:cubicBezTo>
                  <a:cubicBezTo>
                    <a:pt x="199" y="30"/>
                    <a:pt x="205" y="15"/>
                    <a:pt x="205" y="0"/>
                  </a:cubicBezTo>
                  <a:cubicBezTo>
                    <a:pt x="205" y="15"/>
                    <a:pt x="199" y="30"/>
                    <a:pt x="187" y="42"/>
                  </a:cubicBezTo>
                  <a:cubicBezTo>
                    <a:pt x="175" y="54"/>
                    <a:pt x="160" y="59"/>
                    <a:pt x="145" y="59"/>
                  </a:cubicBezTo>
                  <a:cubicBezTo>
                    <a:pt x="129" y="59"/>
                    <a:pt x="114" y="54"/>
                    <a:pt x="102" y="42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F1784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8043862" y="2662237"/>
              <a:ext cx="954087" cy="601662"/>
            </a:xfrm>
            <a:custGeom>
              <a:avLst/>
              <a:gdLst/>
              <a:ahLst/>
              <a:cxnLst/>
              <a:rect l="l" t="t" r="r" b="b"/>
              <a:pathLst>
                <a:path w="243" h="153" extrusionOk="0">
                  <a:moveTo>
                    <a:pt x="65" y="0"/>
                  </a:moveTo>
                  <a:cubicBezTo>
                    <a:pt x="50" y="0"/>
                    <a:pt x="35" y="6"/>
                    <a:pt x="23" y="18"/>
                  </a:cubicBezTo>
                  <a:cubicBezTo>
                    <a:pt x="0" y="41"/>
                    <a:pt x="0" y="79"/>
                    <a:pt x="23" y="102"/>
                  </a:cubicBezTo>
                  <a:cubicBezTo>
                    <a:pt x="56" y="136"/>
                    <a:pt x="56" y="136"/>
                    <a:pt x="56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8" y="136"/>
                    <a:pt x="200" y="136"/>
                    <a:pt x="201" y="136"/>
                  </a:cubicBezTo>
                  <a:cubicBezTo>
                    <a:pt x="216" y="136"/>
                    <a:pt x="231" y="142"/>
                    <a:pt x="243" y="153"/>
                  </a:cubicBezTo>
                  <a:cubicBezTo>
                    <a:pt x="243" y="153"/>
                    <a:pt x="243" y="153"/>
                    <a:pt x="243" y="153"/>
                  </a:cubicBezTo>
                  <a:cubicBezTo>
                    <a:pt x="243" y="153"/>
                    <a:pt x="243" y="153"/>
                    <a:pt x="243" y="153"/>
                  </a:cubicBezTo>
                  <a:cubicBezTo>
                    <a:pt x="243" y="153"/>
                    <a:pt x="243" y="153"/>
                    <a:pt x="243" y="153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96" y="6"/>
                    <a:pt x="81" y="0"/>
                    <a:pt x="65" y="0"/>
                  </a:cubicBezTo>
                </a:path>
              </a:pathLst>
            </a:custGeom>
            <a:solidFill>
              <a:srgbClr val="F8AF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8818562" y="3197225"/>
              <a:ext cx="179387" cy="66675"/>
            </a:xfrm>
            <a:custGeom>
              <a:avLst/>
              <a:gdLst/>
              <a:ahLst/>
              <a:cxnLst/>
              <a:rect l="l" t="t" r="r" b="b"/>
              <a:pathLst>
                <a:path w="46" h="17" extrusionOk="0">
                  <a:moveTo>
                    <a:pt x="4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0" y="0"/>
                    <a:pt x="35" y="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34" y="6"/>
                    <a:pt x="19" y="0"/>
                    <a:pt x="4" y="0"/>
                  </a:cubicBezTo>
                </a:path>
              </a:pathLst>
            </a:custGeom>
            <a:solidFill>
              <a:srgbClr val="F1784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8262937" y="3197225"/>
              <a:ext cx="555625" cy="236537"/>
            </a:xfrm>
            <a:custGeom>
              <a:avLst/>
              <a:gdLst/>
              <a:ahLst/>
              <a:cxnLst/>
              <a:rect l="l" t="t" r="r" b="b"/>
              <a:pathLst>
                <a:path w="141" h="60" extrusionOk="0">
                  <a:moveTo>
                    <a:pt x="14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102" y="17"/>
                    <a:pt x="102" y="17"/>
                    <a:pt x="102" y="17"/>
                  </a:cubicBezTo>
                  <a:cubicBezTo>
                    <a:pt x="113" y="7"/>
                    <a:pt x="127" y="1"/>
                    <a:pt x="141" y="0"/>
                  </a:cubicBezTo>
                </a:path>
              </a:pathLst>
            </a:custGeom>
            <a:solidFill>
              <a:srgbClr val="F1784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40"/>
            <p:cNvSpPr/>
            <p:nvPr/>
          </p:nvSpPr>
          <p:spPr>
            <a:xfrm>
              <a:off x="8499475" y="3197225"/>
              <a:ext cx="569912" cy="468312"/>
            </a:xfrm>
            <a:custGeom>
              <a:avLst/>
              <a:gdLst/>
              <a:ahLst/>
              <a:cxnLst/>
              <a:rect l="l" t="t" r="r" b="b"/>
              <a:pathLst>
                <a:path w="145" h="119" extrusionOk="0">
                  <a:moveTo>
                    <a:pt x="85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67" y="1"/>
                    <a:pt x="53" y="7"/>
                    <a:pt x="42" y="1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42" y="102"/>
                    <a:pt x="42" y="102"/>
                    <a:pt x="42" y="102"/>
                  </a:cubicBezTo>
                  <a:cubicBezTo>
                    <a:pt x="54" y="114"/>
                    <a:pt x="69" y="119"/>
                    <a:pt x="85" y="119"/>
                  </a:cubicBezTo>
                  <a:cubicBezTo>
                    <a:pt x="100" y="119"/>
                    <a:pt x="115" y="114"/>
                    <a:pt x="127" y="102"/>
                  </a:cubicBezTo>
                  <a:cubicBezTo>
                    <a:pt x="139" y="90"/>
                    <a:pt x="145" y="75"/>
                    <a:pt x="145" y="60"/>
                  </a:cubicBezTo>
                  <a:cubicBezTo>
                    <a:pt x="145" y="44"/>
                    <a:pt x="139" y="29"/>
                    <a:pt x="127" y="17"/>
                  </a:cubicBezTo>
                  <a:cubicBezTo>
                    <a:pt x="116" y="7"/>
                    <a:pt x="101" y="0"/>
                    <a:pt x="85" y="0"/>
                  </a:cubicBezTo>
                </a:path>
              </a:pathLst>
            </a:custGeom>
            <a:solidFill>
              <a:srgbClr val="EB522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449DADA-9084-DE49-9D77-AC4D852960F7}"/>
              </a:ext>
            </a:extLst>
          </p:cNvPr>
          <p:cNvGrpSpPr/>
          <p:nvPr/>
        </p:nvGrpSpPr>
        <p:grpSpPr>
          <a:xfrm>
            <a:off x="9307541" y="2662237"/>
            <a:ext cx="1963709" cy="1538288"/>
            <a:chOff x="9734550" y="2662237"/>
            <a:chExt cx="1536700" cy="1538288"/>
          </a:xfrm>
        </p:grpSpPr>
        <p:sp>
          <p:nvSpPr>
            <p:cNvPr id="1027" name="Google Shape;1027;p40"/>
            <p:cNvSpPr/>
            <p:nvPr/>
          </p:nvSpPr>
          <p:spPr>
            <a:xfrm>
              <a:off x="10245725" y="3609975"/>
              <a:ext cx="942975" cy="590550"/>
            </a:xfrm>
            <a:custGeom>
              <a:avLst/>
              <a:gdLst/>
              <a:ahLst/>
              <a:cxnLst/>
              <a:rect l="l" t="t" r="r" b="b"/>
              <a:pathLst>
                <a:path w="240" h="150" extrusionOk="0">
                  <a:moveTo>
                    <a:pt x="240" y="0"/>
                  </a:moveTo>
                  <a:cubicBezTo>
                    <a:pt x="230" y="9"/>
                    <a:pt x="216" y="15"/>
                    <a:pt x="201" y="15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0" y="71"/>
                    <a:pt x="0" y="109"/>
                    <a:pt x="23" y="132"/>
                  </a:cubicBezTo>
                  <a:cubicBezTo>
                    <a:pt x="35" y="144"/>
                    <a:pt x="50" y="150"/>
                    <a:pt x="65" y="150"/>
                  </a:cubicBezTo>
                  <a:cubicBezTo>
                    <a:pt x="81" y="150"/>
                    <a:pt x="96" y="144"/>
                    <a:pt x="108" y="132"/>
                  </a:cubicBezTo>
                  <a:cubicBezTo>
                    <a:pt x="240" y="0"/>
                    <a:pt x="240" y="0"/>
                    <a:pt x="240" y="0"/>
                  </a:cubicBezTo>
                </a:path>
              </a:pathLst>
            </a:custGeom>
            <a:solidFill>
              <a:srgbClr val="B1B1B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9734550" y="3197225"/>
              <a:ext cx="1536700" cy="471487"/>
            </a:xfrm>
            <a:custGeom>
              <a:avLst/>
              <a:gdLst/>
              <a:ahLst/>
              <a:cxnLst/>
              <a:rect l="l" t="t" r="r" b="b"/>
              <a:pathLst>
                <a:path w="391" h="120" extrusionOk="0">
                  <a:moveTo>
                    <a:pt x="373" y="17"/>
                  </a:moveTo>
                  <a:cubicBezTo>
                    <a:pt x="385" y="29"/>
                    <a:pt x="391" y="44"/>
                    <a:pt x="391" y="60"/>
                  </a:cubicBezTo>
                  <a:cubicBezTo>
                    <a:pt x="391" y="75"/>
                    <a:pt x="385" y="90"/>
                    <a:pt x="373" y="102"/>
                  </a:cubicBezTo>
                  <a:cubicBezTo>
                    <a:pt x="370" y="105"/>
                    <a:pt x="370" y="105"/>
                    <a:pt x="370" y="105"/>
                  </a:cubicBezTo>
                  <a:cubicBezTo>
                    <a:pt x="383" y="94"/>
                    <a:pt x="391" y="78"/>
                    <a:pt x="391" y="60"/>
                  </a:cubicBezTo>
                  <a:cubicBezTo>
                    <a:pt x="391" y="43"/>
                    <a:pt x="384" y="28"/>
                    <a:pt x="373" y="17"/>
                  </a:cubicBezTo>
                  <a:moveTo>
                    <a:pt x="187" y="0"/>
                  </a:moveTo>
                  <a:cubicBezTo>
                    <a:pt x="59" y="0"/>
                    <a:pt x="59" y="0"/>
                    <a:pt x="59" y="0"/>
                  </a:cubicBezTo>
                  <a:cubicBezTo>
                    <a:pt x="26" y="0"/>
                    <a:pt x="0" y="27"/>
                    <a:pt x="0" y="60"/>
                  </a:cubicBezTo>
                  <a:cubicBezTo>
                    <a:pt x="0" y="93"/>
                    <a:pt x="26" y="120"/>
                    <a:pt x="59" y="120"/>
                  </a:cubicBezTo>
                  <a:cubicBezTo>
                    <a:pt x="186" y="120"/>
                    <a:pt x="186" y="120"/>
                    <a:pt x="186" y="120"/>
                  </a:cubicBezTo>
                  <a:cubicBezTo>
                    <a:pt x="246" y="60"/>
                    <a:pt x="246" y="60"/>
                    <a:pt x="246" y="60"/>
                  </a:cubicBezTo>
                  <a:cubicBezTo>
                    <a:pt x="187" y="0"/>
                    <a:pt x="187" y="0"/>
                    <a:pt x="187" y="0"/>
                  </a:cubicBezTo>
                </a:path>
              </a:pathLst>
            </a:custGeom>
            <a:solidFill>
              <a:srgbClr val="B1B1B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40"/>
            <p:cNvSpPr/>
            <p:nvPr/>
          </p:nvSpPr>
          <p:spPr>
            <a:xfrm>
              <a:off x="10464800" y="3433762"/>
              <a:ext cx="806450" cy="234950"/>
            </a:xfrm>
            <a:custGeom>
              <a:avLst/>
              <a:gdLst/>
              <a:ahLst/>
              <a:cxnLst/>
              <a:rect l="l" t="t" r="r" b="b"/>
              <a:pathLst>
                <a:path w="205" h="60" extrusionOk="0">
                  <a:moveTo>
                    <a:pt x="60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45" y="60"/>
                    <a:pt x="145" y="60"/>
                    <a:pt x="145" y="60"/>
                  </a:cubicBezTo>
                  <a:cubicBezTo>
                    <a:pt x="160" y="60"/>
                    <a:pt x="174" y="54"/>
                    <a:pt x="184" y="45"/>
                  </a:cubicBezTo>
                  <a:cubicBezTo>
                    <a:pt x="187" y="42"/>
                    <a:pt x="187" y="42"/>
                    <a:pt x="187" y="42"/>
                  </a:cubicBezTo>
                  <a:cubicBezTo>
                    <a:pt x="199" y="30"/>
                    <a:pt x="205" y="15"/>
                    <a:pt x="205" y="0"/>
                  </a:cubicBezTo>
                  <a:cubicBezTo>
                    <a:pt x="205" y="15"/>
                    <a:pt x="199" y="30"/>
                    <a:pt x="187" y="42"/>
                  </a:cubicBezTo>
                  <a:cubicBezTo>
                    <a:pt x="176" y="54"/>
                    <a:pt x="160" y="59"/>
                    <a:pt x="145" y="59"/>
                  </a:cubicBezTo>
                  <a:cubicBezTo>
                    <a:pt x="130" y="59"/>
                    <a:pt x="114" y="54"/>
                    <a:pt x="103" y="42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B7B7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40"/>
            <p:cNvSpPr/>
            <p:nvPr/>
          </p:nvSpPr>
          <p:spPr>
            <a:xfrm>
              <a:off x="10245725" y="2662237"/>
              <a:ext cx="955675" cy="601662"/>
            </a:xfrm>
            <a:custGeom>
              <a:avLst/>
              <a:gdLst/>
              <a:ahLst/>
              <a:cxnLst/>
              <a:rect l="l" t="t" r="r" b="b"/>
              <a:pathLst>
                <a:path w="243" h="153" extrusionOk="0">
                  <a:moveTo>
                    <a:pt x="65" y="0"/>
                  </a:moveTo>
                  <a:cubicBezTo>
                    <a:pt x="50" y="0"/>
                    <a:pt x="35" y="6"/>
                    <a:pt x="23" y="18"/>
                  </a:cubicBezTo>
                  <a:cubicBezTo>
                    <a:pt x="0" y="41"/>
                    <a:pt x="0" y="79"/>
                    <a:pt x="23" y="102"/>
                  </a:cubicBezTo>
                  <a:cubicBezTo>
                    <a:pt x="57" y="136"/>
                    <a:pt x="57" y="136"/>
                    <a:pt x="5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8" y="136"/>
                    <a:pt x="200" y="136"/>
                    <a:pt x="201" y="136"/>
                  </a:cubicBezTo>
                  <a:cubicBezTo>
                    <a:pt x="216" y="136"/>
                    <a:pt x="232" y="142"/>
                    <a:pt x="243" y="153"/>
                  </a:cubicBezTo>
                  <a:cubicBezTo>
                    <a:pt x="243" y="153"/>
                    <a:pt x="243" y="153"/>
                    <a:pt x="243" y="153"/>
                  </a:cubicBezTo>
                  <a:cubicBezTo>
                    <a:pt x="243" y="153"/>
                    <a:pt x="243" y="153"/>
                    <a:pt x="243" y="153"/>
                  </a:cubicBezTo>
                  <a:cubicBezTo>
                    <a:pt x="243" y="153"/>
                    <a:pt x="243" y="153"/>
                    <a:pt x="243" y="153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96" y="6"/>
                    <a:pt x="81" y="0"/>
                    <a:pt x="65" y="0"/>
                  </a:cubicBezTo>
                </a:path>
              </a:pathLst>
            </a:custGeom>
            <a:solidFill>
              <a:srgbClr val="B1B1B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40"/>
            <p:cNvSpPr/>
            <p:nvPr/>
          </p:nvSpPr>
          <p:spPr>
            <a:xfrm>
              <a:off x="11020425" y="3197225"/>
              <a:ext cx="180975" cy="66675"/>
            </a:xfrm>
            <a:custGeom>
              <a:avLst/>
              <a:gdLst/>
              <a:ahLst/>
              <a:cxnLst/>
              <a:rect l="l" t="t" r="r" b="b"/>
              <a:pathLst>
                <a:path w="46" h="17" extrusionOk="0">
                  <a:moveTo>
                    <a:pt x="4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1" y="0"/>
                    <a:pt x="35" y="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35" y="6"/>
                    <a:pt x="19" y="0"/>
                    <a:pt x="4" y="0"/>
                  </a:cubicBezTo>
                </a:path>
              </a:pathLst>
            </a:custGeom>
            <a:solidFill>
              <a:srgbClr val="7B7B7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40"/>
            <p:cNvSpPr/>
            <p:nvPr/>
          </p:nvSpPr>
          <p:spPr>
            <a:xfrm>
              <a:off x="10469562" y="3197225"/>
              <a:ext cx="550862" cy="236537"/>
            </a:xfrm>
            <a:custGeom>
              <a:avLst/>
              <a:gdLst/>
              <a:ahLst/>
              <a:cxnLst/>
              <a:rect l="l" t="t" r="r" b="b"/>
              <a:pathLst>
                <a:path w="140" h="60" extrusionOk="0">
                  <a:moveTo>
                    <a:pt x="14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102" y="17"/>
                    <a:pt x="102" y="17"/>
                    <a:pt x="102" y="17"/>
                  </a:cubicBezTo>
                  <a:cubicBezTo>
                    <a:pt x="112" y="7"/>
                    <a:pt x="126" y="1"/>
                    <a:pt x="140" y="0"/>
                  </a:cubicBezTo>
                </a:path>
              </a:pathLst>
            </a:custGeom>
            <a:solidFill>
              <a:srgbClr val="7B7B7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40"/>
            <p:cNvSpPr/>
            <p:nvPr/>
          </p:nvSpPr>
          <p:spPr>
            <a:xfrm>
              <a:off x="10701337" y="3197225"/>
              <a:ext cx="569912" cy="468312"/>
            </a:xfrm>
            <a:custGeom>
              <a:avLst/>
              <a:gdLst/>
              <a:ahLst/>
              <a:cxnLst/>
              <a:rect l="l" t="t" r="r" b="b"/>
              <a:pathLst>
                <a:path w="145" h="119" extrusionOk="0">
                  <a:moveTo>
                    <a:pt x="85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67" y="1"/>
                    <a:pt x="53" y="7"/>
                    <a:pt x="43" y="1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43" y="102"/>
                    <a:pt x="43" y="102"/>
                    <a:pt x="43" y="102"/>
                  </a:cubicBezTo>
                  <a:cubicBezTo>
                    <a:pt x="54" y="114"/>
                    <a:pt x="70" y="119"/>
                    <a:pt x="85" y="119"/>
                  </a:cubicBezTo>
                  <a:cubicBezTo>
                    <a:pt x="100" y="119"/>
                    <a:pt x="116" y="114"/>
                    <a:pt x="127" y="102"/>
                  </a:cubicBezTo>
                  <a:cubicBezTo>
                    <a:pt x="139" y="90"/>
                    <a:pt x="145" y="75"/>
                    <a:pt x="145" y="60"/>
                  </a:cubicBezTo>
                  <a:cubicBezTo>
                    <a:pt x="145" y="44"/>
                    <a:pt x="139" y="29"/>
                    <a:pt x="127" y="17"/>
                  </a:cubicBezTo>
                  <a:cubicBezTo>
                    <a:pt x="116" y="7"/>
                    <a:pt x="102" y="0"/>
                    <a:pt x="85" y="0"/>
                  </a:cubicBezTo>
                </a:path>
              </a:pathLst>
            </a:custGeom>
            <a:solidFill>
              <a:srgbClr val="55555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4" name="Google Shape;1034;p40"/>
          <p:cNvSpPr txBox="1"/>
          <p:nvPr/>
        </p:nvSpPr>
        <p:spPr>
          <a:xfrm>
            <a:off x="718904" y="3248025"/>
            <a:ext cx="123306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400" b="1" i="0" u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1035" name="Google Shape;1035;p40"/>
          <p:cNvSpPr txBox="1"/>
          <p:nvPr/>
        </p:nvSpPr>
        <p:spPr>
          <a:xfrm>
            <a:off x="2940346" y="3248025"/>
            <a:ext cx="1188742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400" b="1" i="0" u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1036" name="Google Shape;1036;p40"/>
          <p:cNvSpPr txBox="1"/>
          <p:nvPr/>
        </p:nvSpPr>
        <p:spPr>
          <a:xfrm>
            <a:off x="5092202" y="3248025"/>
            <a:ext cx="127526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400" b="1" i="0" u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1037" name="Google Shape;1037;p40"/>
          <p:cNvSpPr txBox="1"/>
          <p:nvPr/>
        </p:nvSpPr>
        <p:spPr>
          <a:xfrm>
            <a:off x="7301693" y="3248025"/>
            <a:ext cx="122159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400" b="1" i="0" u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1038" name="Google Shape;1038;p40"/>
          <p:cNvSpPr txBox="1"/>
          <p:nvPr/>
        </p:nvSpPr>
        <p:spPr>
          <a:xfrm>
            <a:off x="9520038" y="3248025"/>
            <a:ext cx="1236862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400" b="1" i="0" u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1039" name="Google Shape;1039;p40"/>
          <p:cNvSpPr txBox="1"/>
          <p:nvPr/>
        </p:nvSpPr>
        <p:spPr>
          <a:xfrm>
            <a:off x="7442200" y="930275"/>
            <a:ext cx="1716087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1040" name="Google Shape;1040;p40"/>
          <p:cNvSpPr txBox="1"/>
          <p:nvPr/>
        </p:nvSpPr>
        <p:spPr>
          <a:xfrm>
            <a:off x="920750" y="5092700"/>
            <a:ext cx="1717675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US" sz="17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</p:txBody>
      </p:sp>
      <p:sp>
        <p:nvSpPr>
          <p:cNvPr id="1041" name="Google Shape;1041;p40"/>
          <p:cNvSpPr txBox="1"/>
          <p:nvPr/>
        </p:nvSpPr>
        <p:spPr>
          <a:xfrm>
            <a:off x="5327650" y="5092700"/>
            <a:ext cx="1717675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1042" name="Google Shape;1042;p40"/>
          <p:cNvSpPr txBox="1"/>
          <p:nvPr/>
        </p:nvSpPr>
        <p:spPr>
          <a:xfrm>
            <a:off x="9734550" y="5132387"/>
            <a:ext cx="1717675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 p14:presetBounceEnd="5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5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 p14:presetBounceEnd="5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9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0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5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50"/>
                                </p:stCondLst>
                                <p:childTnLst>
                                  <p:par>
                                    <p:cTn id="2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750" fill="hold"/>
                                            <p:tgtEl>
                                              <p:spTgt spid="10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750" fill="hold"/>
                                            <p:tgtEl>
                                              <p:spTgt spid="10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750"/>
                                            <p:tgtEl>
                                              <p:spTgt spid="10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750" fill="hold"/>
                                            <p:tgtEl>
                                              <p:spTgt spid="9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750" fill="hold"/>
                                            <p:tgtEl>
                                              <p:spTgt spid="9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7" dur="750" fill="hold"/>
                                            <p:tgtEl>
                                              <p:spTgt spid="10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8" dur="750" fill="hold"/>
                                            <p:tgtEl>
                                              <p:spTgt spid="10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4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750" fill="hold"/>
                                            <p:tgtEl>
                                              <p:spTgt spid="10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750" fill="hold"/>
                                            <p:tgtEl>
                                              <p:spTgt spid="10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750"/>
                                            <p:tgtEl>
                                              <p:spTgt spid="10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750" fill="hold"/>
                                            <p:tgtEl>
                                              <p:spTgt spid="9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750" fill="hold"/>
                                            <p:tgtEl>
                                              <p:spTgt spid="99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1" dur="750" fill="hold"/>
                                            <p:tgtEl>
                                              <p:spTgt spid="9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2" dur="750" fill="hold"/>
                                            <p:tgtEl>
                                              <p:spTgt spid="9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2650"/>
                                </p:stCondLst>
                                <p:childTnLst>
                                  <p:par>
                                    <p:cTn id="5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750" fill="hold"/>
                                            <p:tgtEl>
                                              <p:spTgt spid="10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750" fill="hold"/>
                                            <p:tgtEl>
                                              <p:spTgt spid="10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750"/>
                                            <p:tgtEl>
                                              <p:spTgt spid="10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1" dur="750" fill="hold"/>
                                            <p:tgtEl>
                                              <p:spTgt spid="99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2" dur="750" fill="hold"/>
                                            <p:tgtEl>
                                              <p:spTgt spid="99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5" dur="750" fill="hold"/>
                                            <p:tgtEl>
                                              <p:spTgt spid="10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6" dur="750" fill="hold"/>
                                            <p:tgtEl>
                                              <p:spTgt spid="10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3400"/>
                                </p:stCondLst>
                                <p:childTnLst>
                                  <p:par>
                                    <p:cTn id="6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0" dur="750" fill="hold"/>
                                            <p:tgtEl>
                                              <p:spTgt spid="10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1" dur="750" fill="hold"/>
                                            <p:tgtEl>
                                              <p:spTgt spid="10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2" dur="750"/>
                                            <p:tgtEl>
                                              <p:spTgt spid="10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5" dur="750" fill="hold"/>
                                            <p:tgtEl>
                                              <p:spTgt spid="99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76" dur="750" fill="hold"/>
                                            <p:tgtEl>
                                              <p:spTgt spid="99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9" dur="750" fill="hold"/>
                                            <p:tgtEl>
                                              <p:spTgt spid="10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0" dur="750" fill="hold"/>
                                            <p:tgtEl>
                                              <p:spTgt spid="10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1" fill="hold">
                                <p:stCondLst>
                                  <p:cond delay="4150"/>
                                </p:stCondLst>
                                <p:childTnLst>
                                  <p:par>
                                    <p:cTn id="8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4" dur="750" fill="hold"/>
                                            <p:tgtEl>
                                              <p:spTgt spid="10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750" fill="hold"/>
                                            <p:tgtEl>
                                              <p:spTgt spid="10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750"/>
                                            <p:tgtEl>
                                              <p:spTgt spid="10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89" dur="750" fill="hold"/>
                                            <p:tgtEl>
                                              <p:spTgt spid="9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90" dur="750" fill="hold"/>
                                            <p:tgtEl>
                                              <p:spTgt spid="9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3" dur="750" fill="hold"/>
                                            <p:tgtEl>
                                              <p:spTgt spid="10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94" dur="750" fill="hold"/>
                                            <p:tgtEl>
                                              <p:spTgt spid="10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92" grpId="0"/>
          <p:bldP spid="994" grpId="0" animBg="1"/>
          <p:bldP spid="995" grpId="0" animBg="1"/>
          <p:bldP spid="996" grpId="0" animBg="1"/>
          <p:bldP spid="997" grpId="0" animBg="1"/>
          <p:bldP spid="998" grpId="0" animBg="1"/>
          <p:bldP spid="1034" grpId="0"/>
          <p:bldP spid="1035" grpId="0"/>
          <p:bldP spid="1036" grpId="0"/>
          <p:bldP spid="1037" grpId="0"/>
          <p:bldP spid="1038" grpId="0"/>
          <p:bldP spid="1039" grpId="0"/>
          <p:bldP spid="1040" grpId="0"/>
          <p:bldP spid="1041" grpId="0"/>
          <p:bldP spid="104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50"/>
                                </p:stCondLst>
                                <p:childTnLst>
                                  <p:par>
                                    <p:cTn id="2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750" fill="hold"/>
                                            <p:tgtEl>
                                              <p:spTgt spid="10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750" fill="hold"/>
                                            <p:tgtEl>
                                              <p:spTgt spid="10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750"/>
                                            <p:tgtEl>
                                              <p:spTgt spid="10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750" fill="hold"/>
                                            <p:tgtEl>
                                              <p:spTgt spid="9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50" fill="hold"/>
                                            <p:tgtEl>
                                              <p:spTgt spid="9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750" fill="hold"/>
                                            <p:tgtEl>
                                              <p:spTgt spid="10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750" fill="hold"/>
                                            <p:tgtEl>
                                              <p:spTgt spid="10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4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750" fill="hold"/>
                                            <p:tgtEl>
                                              <p:spTgt spid="10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750" fill="hold"/>
                                            <p:tgtEl>
                                              <p:spTgt spid="10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750"/>
                                            <p:tgtEl>
                                              <p:spTgt spid="10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9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99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750" fill="hold"/>
                                            <p:tgtEl>
                                              <p:spTgt spid="9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750" fill="hold"/>
                                            <p:tgtEl>
                                              <p:spTgt spid="9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2650"/>
                                </p:stCondLst>
                                <p:childTnLst>
                                  <p:par>
                                    <p:cTn id="5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750" fill="hold"/>
                                            <p:tgtEl>
                                              <p:spTgt spid="10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750" fill="hold"/>
                                            <p:tgtEl>
                                              <p:spTgt spid="10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750"/>
                                            <p:tgtEl>
                                              <p:spTgt spid="10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750" fill="hold"/>
                                            <p:tgtEl>
                                              <p:spTgt spid="99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750" fill="hold"/>
                                            <p:tgtEl>
                                              <p:spTgt spid="99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750" fill="hold"/>
                                            <p:tgtEl>
                                              <p:spTgt spid="10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750" fill="hold"/>
                                            <p:tgtEl>
                                              <p:spTgt spid="10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3400"/>
                                </p:stCondLst>
                                <p:childTnLst>
                                  <p:par>
                                    <p:cTn id="6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0" dur="750" fill="hold"/>
                                            <p:tgtEl>
                                              <p:spTgt spid="10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1" dur="750" fill="hold"/>
                                            <p:tgtEl>
                                              <p:spTgt spid="10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2" dur="750"/>
                                            <p:tgtEl>
                                              <p:spTgt spid="10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750" fill="hold"/>
                                            <p:tgtEl>
                                              <p:spTgt spid="99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750" fill="hold"/>
                                            <p:tgtEl>
                                              <p:spTgt spid="99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750" fill="hold"/>
                                            <p:tgtEl>
                                              <p:spTgt spid="10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750" fill="hold"/>
                                            <p:tgtEl>
                                              <p:spTgt spid="10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1" fill="hold">
                                <p:stCondLst>
                                  <p:cond delay="4150"/>
                                </p:stCondLst>
                                <p:childTnLst>
                                  <p:par>
                                    <p:cTn id="8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4" dur="750" fill="hold"/>
                                            <p:tgtEl>
                                              <p:spTgt spid="10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750" fill="hold"/>
                                            <p:tgtEl>
                                              <p:spTgt spid="10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750"/>
                                            <p:tgtEl>
                                              <p:spTgt spid="10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" dur="750" fill="hold"/>
                                            <p:tgtEl>
                                              <p:spTgt spid="9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750" fill="hold"/>
                                            <p:tgtEl>
                                              <p:spTgt spid="9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750" fill="hold"/>
                                            <p:tgtEl>
                                              <p:spTgt spid="10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50" fill="hold"/>
                                            <p:tgtEl>
                                              <p:spTgt spid="10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92" grpId="0"/>
          <p:bldP spid="994" grpId="0" animBg="1"/>
          <p:bldP spid="995" grpId="0" animBg="1"/>
          <p:bldP spid="996" grpId="0" animBg="1"/>
          <p:bldP spid="997" grpId="0" animBg="1"/>
          <p:bldP spid="998" grpId="0" animBg="1"/>
          <p:bldP spid="1034" grpId="0"/>
          <p:bldP spid="1035" grpId="0"/>
          <p:bldP spid="1036" grpId="0"/>
          <p:bldP spid="1037" grpId="0"/>
          <p:bldP spid="1038" grpId="0"/>
          <p:bldP spid="1039" grpId="0"/>
          <p:bldP spid="1040" grpId="0"/>
          <p:bldP spid="1041" grpId="0"/>
          <p:bldP spid="1042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Gajendrula Vasavi</dc:creator>
  <cp:lastModifiedBy>Gajendrula Vasavi</cp:lastModifiedBy>
  <cp:revision>1</cp:revision>
  <dcterms:created xsi:type="dcterms:W3CDTF">2026-06-20T10:52:50Z</dcterms:created>
  <dcterms:modified xsi:type="dcterms:W3CDTF">2026-06-20T11:04:59Z</dcterms:modified>
</cp:coreProperties>
</file>