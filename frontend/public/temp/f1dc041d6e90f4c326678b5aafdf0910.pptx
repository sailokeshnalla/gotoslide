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F8C7-3C3E-2F9A-2F5B-8362DDC2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3C93C-34A4-FB6C-5239-89F290089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FA2AB-7306-283E-E248-BDE590072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D5E00-7BDA-D9E6-64E0-DB47ECCA8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87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569D-C96C-47DC-0859-A31AE7CC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840ECD-9D75-BDB2-6506-2D28F858196B}"/>
              </a:ext>
            </a:extLst>
          </p:cNvPr>
          <p:cNvCxnSpPr>
            <a:cxnSpLocks/>
          </p:cNvCxnSpPr>
          <p:nvPr/>
        </p:nvCxnSpPr>
        <p:spPr>
          <a:xfrm>
            <a:off x="6096000" y="902537"/>
            <a:ext cx="0" cy="5373046"/>
          </a:xfrm>
          <a:prstGeom prst="line">
            <a:avLst/>
          </a:prstGeom>
          <a:ln w="57150" cap="rnd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8B7FCEA-8907-DDD2-92CD-C2C2EA4F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D3CCDE68-2115-0AFA-EBA7-2B6993C4C6B8}"/>
              </a:ext>
            </a:extLst>
          </p:cNvPr>
          <p:cNvSpPr/>
          <p:nvPr/>
        </p:nvSpPr>
        <p:spPr>
          <a:xfrm>
            <a:off x="8854643" y="1234420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60" y="21600"/>
                </a:moveTo>
                <a:lnTo>
                  <a:pt x="3840" y="21600"/>
                </a:lnTo>
                <a:cubicBezTo>
                  <a:pt x="1728" y="21600"/>
                  <a:pt x="0" y="19872"/>
                  <a:pt x="0" y="17760"/>
                </a:cubicBezTo>
                <a:lnTo>
                  <a:pt x="0" y="3840"/>
                </a:lnTo>
                <a:cubicBezTo>
                  <a:pt x="0" y="1728"/>
                  <a:pt x="1728" y="0"/>
                  <a:pt x="3840" y="0"/>
                </a:cubicBezTo>
                <a:lnTo>
                  <a:pt x="17760" y="0"/>
                </a:lnTo>
                <a:cubicBezTo>
                  <a:pt x="19872" y="0"/>
                  <a:pt x="21600" y="1728"/>
                  <a:pt x="21600" y="3840"/>
                </a:cubicBezTo>
                <a:lnTo>
                  <a:pt x="21600" y="17760"/>
                </a:lnTo>
                <a:cubicBezTo>
                  <a:pt x="21576" y="19872"/>
                  <a:pt x="19872" y="21600"/>
                  <a:pt x="17760" y="2160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sp>
        <p:nvSpPr>
          <p:cNvPr id="54" name="Shape">
            <a:extLst>
              <a:ext uri="{FF2B5EF4-FFF2-40B4-BE49-F238E27FC236}">
                <a16:creationId xmlns:a16="http://schemas.microsoft.com/office/drawing/2014/main" id="{E30FE74A-D2C9-B9FF-4F37-F24769832784}"/>
              </a:ext>
            </a:extLst>
          </p:cNvPr>
          <p:cNvSpPr/>
          <p:nvPr/>
        </p:nvSpPr>
        <p:spPr>
          <a:xfrm>
            <a:off x="6016118" y="1866575"/>
            <a:ext cx="2710422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21008" y="0"/>
                </a:moveTo>
                <a:cubicBezTo>
                  <a:pt x="20744" y="0"/>
                  <a:pt x="20530" y="672"/>
                  <a:pt x="20455" y="1654"/>
                </a:cubicBezTo>
                <a:lnTo>
                  <a:pt x="7024" y="1654"/>
                </a:lnTo>
                <a:cubicBezTo>
                  <a:pt x="5463" y="1654"/>
                  <a:pt x="3990" y="4134"/>
                  <a:pt x="2883" y="8681"/>
                </a:cubicBezTo>
                <a:lnTo>
                  <a:pt x="856" y="17001"/>
                </a:lnTo>
                <a:cubicBezTo>
                  <a:pt x="780" y="16846"/>
                  <a:pt x="692" y="16743"/>
                  <a:pt x="592" y="16743"/>
                </a:cubicBezTo>
                <a:cubicBezTo>
                  <a:pt x="264" y="16743"/>
                  <a:pt x="0" y="17828"/>
                  <a:pt x="0" y="19171"/>
                </a:cubicBezTo>
                <a:cubicBezTo>
                  <a:pt x="0" y="20515"/>
                  <a:pt x="264" y="21600"/>
                  <a:pt x="592" y="21600"/>
                </a:cubicBezTo>
                <a:cubicBezTo>
                  <a:pt x="919" y="21600"/>
                  <a:pt x="1183" y="20515"/>
                  <a:pt x="1183" y="19171"/>
                </a:cubicBezTo>
                <a:cubicBezTo>
                  <a:pt x="1183" y="18810"/>
                  <a:pt x="1158" y="18448"/>
                  <a:pt x="1120" y="18086"/>
                </a:cubicBezTo>
                <a:lnTo>
                  <a:pt x="3147" y="9767"/>
                </a:lnTo>
                <a:cubicBezTo>
                  <a:pt x="4179" y="5529"/>
                  <a:pt x="5551" y="3204"/>
                  <a:pt x="7011" y="3204"/>
                </a:cubicBezTo>
                <a:lnTo>
                  <a:pt x="20442" y="3204"/>
                </a:lnTo>
                <a:cubicBezTo>
                  <a:pt x="20518" y="4134"/>
                  <a:pt x="20744" y="4857"/>
                  <a:pt x="20996" y="4857"/>
                </a:cubicBezTo>
                <a:cubicBezTo>
                  <a:pt x="21323" y="4857"/>
                  <a:pt x="21587" y="3772"/>
                  <a:pt x="21587" y="2429"/>
                </a:cubicBezTo>
                <a:cubicBezTo>
                  <a:pt x="21600" y="1085"/>
                  <a:pt x="21336" y="0"/>
                  <a:pt x="21008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5" name="Shape">
            <a:extLst>
              <a:ext uri="{FF2B5EF4-FFF2-40B4-BE49-F238E27FC236}">
                <a16:creationId xmlns:a16="http://schemas.microsoft.com/office/drawing/2014/main" id="{E1919846-86DE-EC16-75F1-7EB5A145B8BC}"/>
              </a:ext>
            </a:extLst>
          </p:cNvPr>
          <p:cNvSpPr/>
          <p:nvPr/>
        </p:nvSpPr>
        <p:spPr>
          <a:xfrm>
            <a:off x="6000315" y="3652416"/>
            <a:ext cx="2710422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21008" y="0"/>
                </a:moveTo>
                <a:cubicBezTo>
                  <a:pt x="20744" y="0"/>
                  <a:pt x="20530" y="672"/>
                  <a:pt x="20455" y="1654"/>
                </a:cubicBezTo>
                <a:lnTo>
                  <a:pt x="7024" y="1654"/>
                </a:lnTo>
                <a:cubicBezTo>
                  <a:pt x="5463" y="1654"/>
                  <a:pt x="3990" y="4134"/>
                  <a:pt x="2883" y="8681"/>
                </a:cubicBezTo>
                <a:lnTo>
                  <a:pt x="856" y="17001"/>
                </a:lnTo>
                <a:cubicBezTo>
                  <a:pt x="780" y="16846"/>
                  <a:pt x="692" y="16743"/>
                  <a:pt x="592" y="16743"/>
                </a:cubicBezTo>
                <a:cubicBezTo>
                  <a:pt x="264" y="16743"/>
                  <a:pt x="0" y="17828"/>
                  <a:pt x="0" y="19171"/>
                </a:cubicBezTo>
                <a:cubicBezTo>
                  <a:pt x="0" y="20515"/>
                  <a:pt x="264" y="21600"/>
                  <a:pt x="592" y="21600"/>
                </a:cubicBezTo>
                <a:cubicBezTo>
                  <a:pt x="919" y="21600"/>
                  <a:pt x="1183" y="20515"/>
                  <a:pt x="1183" y="19171"/>
                </a:cubicBezTo>
                <a:cubicBezTo>
                  <a:pt x="1183" y="18810"/>
                  <a:pt x="1158" y="18448"/>
                  <a:pt x="1120" y="18086"/>
                </a:cubicBezTo>
                <a:lnTo>
                  <a:pt x="3147" y="9767"/>
                </a:lnTo>
                <a:cubicBezTo>
                  <a:pt x="4179" y="5529"/>
                  <a:pt x="5551" y="3204"/>
                  <a:pt x="7011" y="3204"/>
                </a:cubicBezTo>
                <a:lnTo>
                  <a:pt x="20442" y="3204"/>
                </a:lnTo>
                <a:cubicBezTo>
                  <a:pt x="20518" y="4134"/>
                  <a:pt x="20744" y="4857"/>
                  <a:pt x="20996" y="4857"/>
                </a:cubicBezTo>
                <a:cubicBezTo>
                  <a:pt x="21323" y="4857"/>
                  <a:pt x="21587" y="3772"/>
                  <a:pt x="21587" y="2429"/>
                </a:cubicBezTo>
                <a:cubicBezTo>
                  <a:pt x="21600" y="1085"/>
                  <a:pt x="21336" y="0"/>
                  <a:pt x="2100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6" name="Shape">
            <a:extLst>
              <a:ext uri="{FF2B5EF4-FFF2-40B4-BE49-F238E27FC236}">
                <a16:creationId xmlns:a16="http://schemas.microsoft.com/office/drawing/2014/main" id="{00DBA5C3-36D5-1A2D-A922-5736FCBAE532}"/>
              </a:ext>
            </a:extLst>
          </p:cNvPr>
          <p:cNvSpPr/>
          <p:nvPr/>
        </p:nvSpPr>
        <p:spPr>
          <a:xfrm>
            <a:off x="3455884" y="2878025"/>
            <a:ext cx="2710424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580" y="0"/>
                </a:moveTo>
                <a:cubicBezTo>
                  <a:pt x="844" y="0"/>
                  <a:pt x="1058" y="672"/>
                  <a:pt x="1133" y="1654"/>
                </a:cubicBezTo>
                <a:lnTo>
                  <a:pt x="14564" y="1654"/>
                </a:lnTo>
                <a:cubicBezTo>
                  <a:pt x="16125" y="1654"/>
                  <a:pt x="17598" y="4134"/>
                  <a:pt x="18705" y="8681"/>
                </a:cubicBezTo>
                <a:lnTo>
                  <a:pt x="20732" y="17001"/>
                </a:lnTo>
                <a:cubicBezTo>
                  <a:pt x="20808" y="16846"/>
                  <a:pt x="20896" y="16743"/>
                  <a:pt x="20996" y="16743"/>
                </a:cubicBezTo>
                <a:cubicBezTo>
                  <a:pt x="21324" y="16743"/>
                  <a:pt x="21588" y="17828"/>
                  <a:pt x="21588" y="19171"/>
                </a:cubicBezTo>
                <a:cubicBezTo>
                  <a:pt x="21588" y="20515"/>
                  <a:pt x="21324" y="21600"/>
                  <a:pt x="20996" y="21600"/>
                </a:cubicBezTo>
                <a:cubicBezTo>
                  <a:pt x="20669" y="21600"/>
                  <a:pt x="20405" y="20515"/>
                  <a:pt x="20405" y="19171"/>
                </a:cubicBezTo>
                <a:cubicBezTo>
                  <a:pt x="20405" y="18810"/>
                  <a:pt x="20430" y="18448"/>
                  <a:pt x="20468" y="18086"/>
                </a:cubicBezTo>
                <a:lnTo>
                  <a:pt x="18441" y="9767"/>
                </a:lnTo>
                <a:cubicBezTo>
                  <a:pt x="17409" y="5529"/>
                  <a:pt x="16037" y="3204"/>
                  <a:pt x="14577" y="3204"/>
                </a:cubicBezTo>
                <a:lnTo>
                  <a:pt x="1146" y="3204"/>
                </a:lnTo>
                <a:cubicBezTo>
                  <a:pt x="1071" y="4134"/>
                  <a:pt x="844" y="4857"/>
                  <a:pt x="592" y="4857"/>
                </a:cubicBezTo>
                <a:cubicBezTo>
                  <a:pt x="265" y="4857"/>
                  <a:pt x="1" y="3772"/>
                  <a:pt x="1" y="2429"/>
                </a:cubicBezTo>
                <a:cubicBezTo>
                  <a:pt x="-12" y="1085"/>
                  <a:pt x="252" y="0"/>
                  <a:pt x="580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7" name="Shape">
            <a:extLst>
              <a:ext uri="{FF2B5EF4-FFF2-40B4-BE49-F238E27FC236}">
                <a16:creationId xmlns:a16="http://schemas.microsoft.com/office/drawing/2014/main" id="{4220651F-279C-326C-0D91-38E9B3BB457C}"/>
              </a:ext>
            </a:extLst>
          </p:cNvPr>
          <p:cNvSpPr/>
          <p:nvPr/>
        </p:nvSpPr>
        <p:spPr>
          <a:xfrm>
            <a:off x="3455884" y="4663866"/>
            <a:ext cx="2710424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580" y="0"/>
                </a:moveTo>
                <a:cubicBezTo>
                  <a:pt x="844" y="0"/>
                  <a:pt x="1058" y="672"/>
                  <a:pt x="1133" y="1654"/>
                </a:cubicBezTo>
                <a:lnTo>
                  <a:pt x="14564" y="1654"/>
                </a:lnTo>
                <a:cubicBezTo>
                  <a:pt x="16125" y="1654"/>
                  <a:pt x="17598" y="4134"/>
                  <a:pt x="18705" y="8681"/>
                </a:cubicBezTo>
                <a:lnTo>
                  <a:pt x="20732" y="17001"/>
                </a:lnTo>
                <a:cubicBezTo>
                  <a:pt x="20808" y="16846"/>
                  <a:pt x="20896" y="16743"/>
                  <a:pt x="20996" y="16743"/>
                </a:cubicBezTo>
                <a:cubicBezTo>
                  <a:pt x="21324" y="16743"/>
                  <a:pt x="21588" y="17828"/>
                  <a:pt x="21588" y="19171"/>
                </a:cubicBezTo>
                <a:cubicBezTo>
                  <a:pt x="21588" y="20515"/>
                  <a:pt x="21324" y="21600"/>
                  <a:pt x="20996" y="21600"/>
                </a:cubicBezTo>
                <a:cubicBezTo>
                  <a:pt x="20669" y="21600"/>
                  <a:pt x="20405" y="20515"/>
                  <a:pt x="20405" y="19171"/>
                </a:cubicBezTo>
                <a:cubicBezTo>
                  <a:pt x="20405" y="18810"/>
                  <a:pt x="20430" y="18448"/>
                  <a:pt x="20468" y="18086"/>
                </a:cubicBezTo>
                <a:lnTo>
                  <a:pt x="18441" y="9767"/>
                </a:lnTo>
                <a:cubicBezTo>
                  <a:pt x="17409" y="5529"/>
                  <a:pt x="16037" y="3204"/>
                  <a:pt x="14577" y="3204"/>
                </a:cubicBezTo>
                <a:lnTo>
                  <a:pt x="1146" y="3204"/>
                </a:lnTo>
                <a:cubicBezTo>
                  <a:pt x="1071" y="4134"/>
                  <a:pt x="844" y="4857"/>
                  <a:pt x="592" y="4857"/>
                </a:cubicBezTo>
                <a:cubicBezTo>
                  <a:pt x="265" y="4857"/>
                  <a:pt x="1" y="3772"/>
                  <a:pt x="1" y="2429"/>
                </a:cubicBezTo>
                <a:cubicBezTo>
                  <a:pt x="-12" y="1085"/>
                  <a:pt x="252" y="0"/>
                  <a:pt x="58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48" name="Shape">
            <a:extLst>
              <a:ext uri="{FF2B5EF4-FFF2-40B4-BE49-F238E27FC236}">
                <a16:creationId xmlns:a16="http://schemas.microsoft.com/office/drawing/2014/main" id="{72F62625-D3F0-EF49-88F0-4293194C4E85}"/>
              </a:ext>
            </a:extLst>
          </p:cNvPr>
          <p:cNvSpPr/>
          <p:nvPr/>
        </p:nvSpPr>
        <p:spPr>
          <a:xfrm>
            <a:off x="1915005" y="2245870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40" y="21600"/>
                </a:moveTo>
                <a:lnTo>
                  <a:pt x="17760" y="21600"/>
                </a:lnTo>
                <a:cubicBezTo>
                  <a:pt x="19872" y="21600"/>
                  <a:pt x="21600" y="19872"/>
                  <a:pt x="21600" y="17760"/>
                </a:cubicBezTo>
                <a:lnTo>
                  <a:pt x="21600" y="3840"/>
                </a:lnTo>
                <a:cubicBezTo>
                  <a:pt x="21600" y="1728"/>
                  <a:pt x="19872" y="0"/>
                  <a:pt x="17760" y="0"/>
                </a:cubicBezTo>
                <a:lnTo>
                  <a:pt x="3840" y="0"/>
                </a:lnTo>
                <a:cubicBezTo>
                  <a:pt x="1728" y="0"/>
                  <a:pt x="0" y="1728"/>
                  <a:pt x="0" y="3840"/>
                </a:cubicBezTo>
                <a:lnTo>
                  <a:pt x="0" y="17760"/>
                </a:lnTo>
                <a:cubicBezTo>
                  <a:pt x="0" y="19872"/>
                  <a:pt x="1728" y="21600"/>
                  <a:pt x="384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 dirty="0">
              <a:solidFill>
                <a:srgbClr val="FFFFFF"/>
              </a:solidFill>
            </a:endParaRPr>
          </a:p>
        </p:txBody>
      </p:sp>
      <p:pic>
        <p:nvPicPr>
          <p:cNvPr id="58" name="Graphic 57" descr="Head with gears">
            <a:extLst>
              <a:ext uri="{FF2B5EF4-FFF2-40B4-BE49-F238E27FC236}">
                <a16:creationId xmlns:a16="http://schemas.microsoft.com/office/drawing/2014/main" id="{30C70DA2-5DFC-3091-DB3C-30D7DDAE0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103558" y="2434422"/>
            <a:ext cx="1045246" cy="1045246"/>
          </a:xfrm>
          <a:prstGeom prst="rect">
            <a:avLst/>
          </a:prstGeom>
        </p:spPr>
      </p:pic>
      <p:sp>
        <p:nvSpPr>
          <p:cNvPr id="47" name="Shape">
            <a:extLst>
              <a:ext uri="{FF2B5EF4-FFF2-40B4-BE49-F238E27FC236}">
                <a16:creationId xmlns:a16="http://schemas.microsoft.com/office/drawing/2014/main" id="{525609D0-27C1-33F7-43D8-1BFDEAF309E1}"/>
              </a:ext>
            </a:extLst>
          </p:cNvPr>
          <p:cNvSpPr/>
          <p:nvPr/>
        </p:nvSpPr>
        <p:spPr>
          <a:xfrm>
            <a:off x="8837116" y="3004458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60" y="21600"/>
                </a:moveTo>
                <a:lnTo>
                  <a:pt x="3840" y="21600"/>
                </a:lnTo>
                <a:cubicBezTo>
                  <a:pt x="1728" y="21600"/>
                  <a:pt x="0" y="19872"/>
                  <a:pt x="0" y="17760"/>
                </a:cubicBezTo>
                <a:lnTo>
                  <a:pt x="0" y="3840"/>
                </a:lnTo>
                <a:cubicBezTo>
                  <a:pt x="0" y="1728"/>
                  <a:pt x="1728" y="0"/>
                  <a:pt x="3840" y="0"/>
                </a:cubicBezTo>
                <a:lnTo>
                  <a:pt x="17760" y="0"/>
                </a:lnTo>
                <a:cubicBezTo>
                  <a:pt x="19872" y="0"/>
                  <a:pt x="21600" y="1728"/>
                  <a:pt x="21600" y="3840"/>
                </a:cubicBezTo>
                <a:lnTo>
                  <a:pt x="21600" y="17760"/>
                </a:lnTo>
                <a:cubicBezTo>
                  <a:pt x="21576" y="19896"/>
                  <a:pt x="19872" y="21600"/>
                  <a:pt x="1776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pic>
        <p:nvPicPr>
          <p:cNvPr id="59" name="Graphic 58" descr="Bullseye">
            <a:extLst>
              <a:ext uri="{FF2B5EF4-FFF2-40B4-BE49-F238E27FC236}">
                <a16:creationId xmlns:a16="http://schemas.microsoft.com/office/drawing/2014/main" id="{4A1B5646-8375-C531-CC13-AC4B0F3C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025669" y="3193011"/>
            <a:ext cx="1045246" cy="1045246"/>
          </a:xfrm>
          <a:prstGeom prst="rect">
            <a:avLst/>
          </a:prstGeom>
        </p:spPr>
      </p:pic>
      <p:sp>
        <p:nvSpPr>
          <p:cNvPr id="49" name="Shape">
            <a:extLst>
              <a:ext uri="{FF2B5EF4-FFF2-40B4-BE49-F238E27FC236}">
                <a16:creationId xmlns:a16="http://schemas.microsoft.com/office/drawing/2014/main" id="{857D2D38-1DDE-E60A-874F-46D658EB66D0}"/>
              </a:ext>
            </a:extLst>
          </p:cNvPr>
          <p:cNvSpPr/>
          <p:nvPr/>
        </p:nvSpPr>
        <p:spPr>
          <a:xfrm>
            <a:off x="1915005" y="4031711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40" y="21600"/>
                </a:moveTo>
                <a:lnTo>
                  <a:pt x="17760" y="21600"/>
                </a:lnTo>
                <a:cubicBezTo>
                  <a:pt x="19872" y="21600"/>
                  <a:pt x="21600" y="19872"/>
                  <a:pt x="21600" y="17760"/>
                </a:cubicBezTo>
                <a:lnTo>
                  <a:pt x="21600" y="3840"/>
                </a:lnTo>
                <a:cubicBezTo>
                  <a:pt x="21600" y="1728"/>
                  <a:pt x="19872" y="0"/>
                  <a:pt x="17760" y="0"/>
                </a:cubicBezTo>
                <a:lnTo>
                  <a:pt x="3840" y="0"/>
                </a:lnTo>
                <a:cubicBezTo>
                  <a:pt x="1728" y="0"/>
                  <a:pt x="0" y="1728"/>
                  <a:pt x="0" y="3840"/>
                </a:cubicBezTo>
                <a:lnTo>
                  <a:pt x="0" y="17760"/>
                </a:lnTo>
                <a:cubicBezTo>
                  <a:pt x="0" y="19872"/>
                  <a:pt x="1728" y="21600"/>
                  <a:pt x="3840" y="2160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 dirty="0">
              <a:solidFill>
                <a:srgbClr val="FFFFFF"/>
              </a:solidFill>
            </a:endParaRPr>
          </a:p>
        </p:txBody>
      </p:sp>
      <p:pic>
        <p:nvPicPr>
          <p:cNvPr id="60" name="Graphic 59" descr="Lights On">
            <a:extLst>
              <a:ext uri="{FF2B5EF4-FFF2-40B4-BE49-F238E27FC236}">
                <a16:creationId xmlns:a16="http://schemas.microsoft.com/office/drawing/2014/main" id="{876967D9-B205-ED37-07E9-43DA13631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03558" y="4220264"/>
            <a:ext cx="1045246" cy="1045246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883BD1DD-954B-7C0F-8A60-69BD957E70BD}"/>
              </a:ext>
            </a:extLst>
          </p:cNvPr>
          <p:cNvGrpSpPr/>
          <p:nvPr/>
        </p:nvGrpSpPr>
        <p:grpSpPr>
          <a:xfrm>
            <a:off x="3628745" y="3129683"/>
            <a:ext cx="2072278" cy="659467"/>
            <a:chOff x="319755" y="4407172"/>
            <a:chExt cx="2088994" cy="61719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EB1B125-4860-E091-7F2F-E30D70D020A4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1">
                  <a:ln>
                    <a:noFill/>
                  </a:ln>
                  <a:effectLst/>
                  <a:uLnTx/>
                  <a:uFillTx/>
                </a:rPr>
                <a:t> 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296BEED-077C-8353-37BD-52B86B557BD2}"/>
                </a:ext>
              </a:extLst>
            </p:cNvPr>
            <p:cNvSpPr/>
            <p:nvPr/>
          </p:nvSpPr>
          <p:spPr>
            <a:xfrm>
              <a:off x="319756" y="4765122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CD16507-1F14-80C9-A355-7C0A16C0FECA}"/>
              </a:ext>
            </a:extLst>
          </p:cNvPr>
          <p:cNvGrpSpPr/>
          <p:nvPr/>
        </p:nvGrpSpPr>
        <p:grpSpPr>
          <a:xfrm>
            <a:off x="6646310" y="2076282"/>
            <a:ext cx="2072278" cy="659462"/>
            <a:chOff x="319755" y="4407171"/>
            <a:chExt cx="2088994" cy="617187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3D1E850-A7DA-EBDB-1CF7-B896542EB45E}"/>
                </a:ext>
              </a:extLst>
            </p:cNvPr>
            <p:cNvSpPr txBox="1"/>
            <p:nvPr/>
          </p:nvSpPr>
          <p:spPr>
            <a:xfrm>
              <a:off x="319755" y="4407171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3DB3EEF-3D63-7DC6-FD7D-67F3A2E96877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noProof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0786384-E765-CFD9-A18D-7436EACD0381}"/>
              </a:ext>
            </a:extLst>
          </p:cNvPr>
          <p:cNvGrpSpPr/>
          <p:nvPr/>
        </p:nvGrpSpPr>
        <p:grpSpPr>
          <a:xfrm>
            <a:off x="3628745" y="4925316"/>
            <a:ext cx="2072278" cy="659461"/>
            <a:chOff x="319755" y="4407172"/>
            <a:chExt cx="2088994" cy="61718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61CBA53-3C7A-97BE-7117-79CC42C137EA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2D36C3D-8DEA-F001-7DE6-4E0CEA1CC063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3BEC841-E631-588F-B216-02BEC37C6EEB}"/>
              </a:ext>
            </a:extLst>
          </p:cNvPr>
          <p:cNvGrpSpPr/>
          <p:nvPr/>
        </p:nvGrpSpPr>
        <p:grpSpPr>
          <a:xfrm>
            <a:off x="6646310" y="3871914"/>
            <a:ext cx="2072278" cy="659461"/>
            <a:chOff x="319755" y="4407172"/>
            <a:chExt cx="2088994" cy="617186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AC6F15B-BE05-9A50-5C94-97DB233AB72C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0C44F7-4076-9A5E-B5D1-51E873809F73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noProof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2" name="Graphic 11" descr="Stopwatch 33%">
            <a:extLst>
              <a:ext uri="{FF2B5EF4-FFF2-40B4-BE49-F238E27FC236}">
                <a16:creationId xmlns:a16="http://schemas.microsoft.com/office/drawing/2014/main" id="{57C6BFD4-6C65-E21A-7A78-CB32533E7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9043196" y="1422973"/>
            <a:ext cx="1045246" cy="104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03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50"/>
    </mc:Choice>
    <mc:Fallback>
      <p:transition spd="slow" advTm="3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9467</TotalTime>
  <Words>36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Dual-Branch Tree</dc:title>
  <dc:creator>PresentationGO.com</dc:creator>
  <dc:description>© Copyright PresentationGO.com - Do not distribute or sale without written permission.</dc:description>
  <cp:lastModifiedBy>Gajendrula Vasavi</cp:lastModifiedBy>
  <cp:revision>50</cp:revision>
  <dcterms:created xsi:type="dcterms:W3CDTF">2014-11-26T05:14:11Z</dcterms:created>
  <dcterms:modified xsi:type="dcterms:W3CDTF">2026-06-17T08:52:18Z</dcterms:modified>
  <cp:category>Charts &amp; Diagrams</cp:category>
</cp:coreProperties>
</file>