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2F001-38B7-40C5-BC8C-5910D79BD924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78C909-86E4-4BF1-860A-60C2D7CF8A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5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BD0D18-4386-7646-A495-A14ACF17E7D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A487809-306B-5047-AC0F-D58703D8EAA0}" type="slidenum">
              <a:rPr lang="en-US" altLang="ru-UA"/>
              <a:pPr/>
              <a:t>1</a:t>
            </a:fld>
            <a:endParaRPr lang="en-US" altLang="ru-UA"/>
          </a:p>
        </p:txBody>
      </p:sp>
      <p:sp>
        <p:nvSpPr>
          <p:cNvPr id="4097" name="Text Box 1">
            <a:extLst>
              <a:ext uri="{FF2B5EF4-FFF2-40B4-BE49-F238E27FC236}">
                <a16:creationId xmlns:a16="http://schemas.microsoft.com/office/drawing/2014/main" id="{69038758-1527-E54B-B9B4-654D1A043E4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17488" y="812800"/>
            <a:ext cx="7123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ACEF7A6F-30A9-8741-9858-DA6127CBCBD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altLang="ru-UA"/>
          </a:p>
        </p:txBody>
      </p:sp>
    </p:spTree>
    <p:extLst>
      <p:ext uri="{BB962C8B-B14F-4D97-AF65-F5344CB8AC3E}">
        <p14:creationId xmlns:p14="http://schemas.microsoft.com/office/powerpoint/2010/main" val="12694256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A9BB8-BBAE-90F2-09E8-421EC892E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AF9DE-0E90-73DE-297E-C5EECB99E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23DCE-CED1-9FD0-2055-76079FE6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F8B87-E590-B7D7-CB58-E744FCD9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0C357-BB86-3608-F579-9B1A5C1C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33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84E8-55B2-BE9A-FCBA-CC9B1950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7793-B2BC-9857-81CF-8CDF1EB6C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2950-8BC1-2CAB-D04C-62F5CD5B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01097-23D5-97A5-62B4-36CB328F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976B-5CCF-DCAF-04AB-F251E35B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99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08B1-480A-5339-B711-36568B11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9BF0-4626-C75F-9AE5-9D8E48A40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A0399-9CE4-E200-D4AE-DA9E429F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3B434-6E5F-61D7-35D5-1EE5F429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9E1B4-4B01-636C-DACE-1412189C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307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D73B-D83B-62B7-9775-A26AAE7F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F3A2-E402-E9D2-90FA-560C739A7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EABED-7D8C-AE7B-DB12-64CBD768C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6303C-2D89-FCF0-8324-A86E83D9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EE181-C8FC-7F46-F70B-BBBC8003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B2F4-77C0-6D5E-004F-FEBD89D5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7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AC71-A7A3-1EF9-F295-0CC4F952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6CD5C-8006-A5C9-53C2-46993F508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F62B1-0C83-F60C-E0D7-B3C32FEE0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3D1CA-6746-982E-BAAC-3F8B4A067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5AA70B-1075-5457-5311-BED0EC727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BA5EA-EA8E-37A0-A44F-69E440069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7B9BB-31E1-338C-9791-729A5C4A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177DE3-8A45-4CA2-8A51-FF5046A4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78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A7062-00D8-CEAD-32AB-4B29CF7C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0AC07-01CA-CDBE-8068-37F7B858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423C41-5E26-90C9-99EF-9C9CE4A36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47AF8-E798-3F22-ECFA-D32A500A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47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97624-5008-E4EC-69AB-8E9ED276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24049-59F3-4AE1-C3E8-7D615D63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EA2E4-65A2-7A77-810D-02574DDB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27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0355-F9C0-A15B-F7AF-C30E6ADA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2B40-639C-D956-320F-05BC5B362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4684B-F9D8-0EFC-D0BF-8C6799C34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BB32-1EB5-E821-BA66-E693F3ED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1EAE7-B997-11C5-AD39-010CECD36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2CF65-456C-F946-3631-C3E8F52DA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6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1C19-9DCE-557C-39DC-5D0FEBCC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A4DAF8-747E-2F73-36DF-D893C9C30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3C50D-F619-DFB5-A589-080C10B49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20DE5-BEFB-4288-4900-8EE88991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B44C6-F3B6-AE3C-7FF5-92DF01C6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149A8-2BA3-A7E5-E024-C49FB4C1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328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41F-051C-05DF-CA38-B18FE793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2856F-6C82-DDA6-39E9-F0BA8CD71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23FAE-E8A6-41F6-0123-03B48F1F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46865-FC76-DE7A-079A-81E7CFC2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707FD-3782-2BB8-24A8-A7473F9B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89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5171D-177F-3B74-9263-A31392EF5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09EDC-C602-A74D-9F1C-A27C81549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8177D-4D87-E131-A5AB-F85389EB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D02E1-868A-846B-F386-43604E13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9518A-87E4-C96F-97D4-BEBBF36A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841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C0EA2-3DB5-0745-AB12-D62A6DA5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65" y="273844"/>
            <a:ext cx="10970948" cy="114432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47E7B0-1532-D440-B280-13E19FFFD34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866" y="6248136"/>
            <a:ext cx="2838979" cy="470958"/>
          </a:xfrm>
        </p:spPr>
        <p:txBody>
          <a:bodyPr/>
          <a:lstStyle>
            <a:lvl1pPr>
              <a:defRPr/>
            </a:lvl1pPr>
          </a:lstStyle>
          <a:p>
            <a:endParaRPr lang="en-US" alt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BC7327-3421-2547-A016-FEC88D7653D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9833" y="6248136"/>
            <a:ext cx="3862917" cy="470958"/>
          </a:xfrm>
        </p:spPr>
        <p:txBody>
          <a:bodyPr/>
          <a:lstStyle>
            <a:lvl1pPr>
              <a:defRPr/>
            </a:lvl1pPr>
          </a:lstStyle>
          <a:p>
            <a:endParaRPr lang="en-US" alt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E3B868-079C-5945-BCD6-42CBDF03A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41834" y="6248136"/>
            <a:ext cx="2838979" cy="470958"/>
          </a:xfrm>
        </p:spPr>
        <p:txBody>
          <a:bodyPr/>
          <a:lstStyle>
            <a:lvl1pPr>
              <a:defRPr/>
            </a:lvl1pPr>
          </a:lstStyle>
          <a:p>
            <a:fld id="{212868A6-F20F-0A47-8179-C6ED53E6FA32}" type="slidenum">
              <a:rPr lang="en-US" altLang="ru-UA"/>
              <a:pPr/>
              <a:t>‹#›</a:t>
            </a:fld>
            <a:endParaRPr lang="en-US" altLang="ru-UA"/>
          </a:p>
        </p:txBody>
      </p:sp>
    </p:spTree>
    <p:extLst>
      <p:ext uri="{BB962C8B-B14F-4D97-AF65-F5344CB8AC3E}">
        <p14:creationId xmlns:p14="http://schemas.microsoft.com/office/powerpoint/2010/main" val="3181836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B934A-4D50-8C01-6886-22530366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A23C0-BF1E-944B-35EF-75971AB15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DBD5C-2A4A-F60C-F40D-4B56B8D6A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01FE3-C313-4CF9-AF46-CF2A8250B765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0C804-1899-EA4B-B4F5-CF3F09F96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8978A-EBDE-E3DF-FB88-99A41A34E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EFFF0-303D-4C24-8A96-DE702D94D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20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Freeform 1">
            <a:extLst>
              <a:ext uri="{FF2B5EF4-FFF2-40B4-BE49-F238E27FC236}">
                <a16:creationId xmlns:a16="http://schemas.microsoft.com/office/drawing/2014/main" id="{83EB1EE8-9BD6-3841-B75F-649001B59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292" y="2819136"/>
            <a:ext cx="981604" cy="1968500"/>
          </a:xfrm>
          <a:custGeom>
            <a:avLst/>
            <a:gdLst>
              <a:gd name="T0" fmla="*/ 20 w 3273"/>
              <a:gd name="T1" fmla="*/ 5652 h 6561"/>
              <a:gd name="T2" fmla="*/ 1646 w 3273"/>
              <a:gd name="T3" fmla="*/ 6560 h 6561"/>
              <a:gd name="T4" fmla="*/ 3272 w 3273"/>
              <a:gd name="T5" fmla="*/ 5652 h 6561"/>
              <a:gd name="T6" fmla="*/ 3272 w 3273"/>
              <a:gd name="T7" fmla="*/ 0 h 6561"/>
              <a:gd name="T8" fmla="*/ 1626 w 3273"/>
              <a:gd name="T9" fmla="*/ 768 h 6561"/>
              <a:gd name="T10" fmla="*/ 0 w 3273"/>
              <a:gd name="T11" fmla="*/ 14 h 6561"/>
              <a:gd name="T12" fmla="*/ 20 w 3273"/>
              <a:gd name="T13" fmla="*/ 5652 h 6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73" h="6561">
                <a:moveTo>
                  <a:pt x="20" y="5652"/>
                </a:moveTo>
                <a:lnTo>
                  <a:pt x="1646" y="6560"/>
                </a:lnTo>
                <a:lnTo>
                  <a:pt x="3272" y="5652"/>
                </a:lnTo>
                <a:lnTo>
                  <a:pt x="3272" y="0"/>
                </a:lnTo>
                <a:lnTo>
                  <a:pt x="1626" y="768"/>
                </a:lnTo>
                <a:lnTo>
                  <a:pt x="0" y="14"/>
                </a:lnTo>
                <a:lnTo>
                  <a:pt x="20" y="5652"/>
                </a:lnTo>
              </a:path>
            </a:pathLst>
          </a:custGeom>
          <a:solidFill>
            <a:srgbClr val="D93B3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AE4C71-F33D-0C4C-8D49-BD98326F5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3735917"/>
            <a:ext cx="1690688" cy="105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5" name="Freeform 3">
            <a:extLst>
              <a:ext uri="{FF2B5EF4-FFF2-40B4-BE49-F238E27FC236}">
                <a16:creationId xmlns:a16="http://schemas.microsoft.com/office/drawing/2014/main" id="{578EAB71-5A32-B94A-B553-BE20CEFF0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167" y="2819136"/>
            <a:ext cx="981604" cy="1969823"/>
          </a:xfrm>
          <a:custGeom>
            <a:avLst/>
            <a:gdLst>
              <a:gd name="T0" fmla="*/ 20 w 3273"/>
              <a:gd name="T1" fmla="*/ 5656 h 6565"/>
              <a:gd name="T2" fmla="*/ 1646 w 3273"/>
              <a:gd name="T3" fmla="*/ 6564 h 6565"/>
              <a:gd name="T4" fmla="*/ 3272 w 3273"/>
              <a:gd name="T5" fmla="*/ 5656 h 6565"/>
              <a:gd name="T6" fmla="*/ 3272 w 3273"/>
              <a:gd name="T7" fmla="*/ 0 h 6565"/>
              <a:gd name="T8" fmla="*/ 1626 w 3273"/>
              <a:gd name="T9" fmla="*/ 768 h 6565"/>
              <a:gd name="T10" fmla="*/ 0 w 3273"/>
              <a:gd name="T11" fmla="*/ 14 h 6565"/>
              <a:gd name="T12" fmla="*/ 20 w 3273"/>
              <a:gd name="T13" fmla="*/ 5656 h 6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73" h="6565">
                <a:moveTo>
                  <a:pt x="20" y="5656"/>
                </a:moveTo>
                <a:lnTo>
                  <a:pt x="1646" y="6564"/>
                </a:lnTo>
                <a:lnTo>
                  <a:pt x="3272" y="5656"/>
                </a:lnTo>
                <a:lnTo>
                  <a:pt x="3272" y="0"/>
                </a:lnTo>
                <a:lnTo>
                  <a:pt x="1626" y="768"/>
                </a:lnTo>
                <a:lnTo>
                  <a:pt x="0" y="14"/>
                </a:lnTo>
                <a:lnTo>
                  <a:pt x="20" y="5656"/>
                </a:lnTo>
              </a:path>
            </a:pathLst>
          </a:custGeom>
          <a:solidFill>
            <a:srgbClr val="04CFB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468BFDB-7140-9D48-8FFE-E16AF7F57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3735917"/>
            <a:ext cx="1690688" cy="105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7" name="Freeform 5">
            <a:extLst>
              <a:ext uri="{FF2B5EF4-FFF2-40B4-BE49-F238E27FC236}">
                <a16:creationId xmlns:a16="http://schemas.microsoft.com/office/drawing/2014/main" id="{8F294C74-A196-9642-8969-4563640C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4105" y="3222625"/>
            <a:ext cx="981604" cy="1969823"/>
          </a:xfrm>
          <a:custGeom>
            <a:avLst/>
            <a:gdLst>
              <a:gd name="T0" fmla="*/ 3252 w 3273"/>
              <a:gd name="T1" fmla="*/ 907 h 6565"/>
              <a:gd name="T2" fmla="*/ 1626 w 3273"/>
              <a:gd name="T3" fmla="*/ 0 h 6565"/>
              <a:gd name="T4" fmla="*/ 0 w 3273"/>
              <a:gd name="T5" fmla="*/ 907 h 6565"/>
              <a:gd name="T6" fmla="*/ 0 w 3273"/>
              <a:gd name="T7" fmla="*/ 6564 h 6565"/>
              <a:gd name="T8" fmla="*/ 1646 w 3273"/>
              <a:gd name="T9" fmla="*/ 5796 h 6565"/>
              <a:gd name="T10" fmla="*/ 3272 w 3273"/>
              <a:gd name="T11" fmla="*/ 6550 h 6565"/>
              <a:gd name="T12" fmla="*/ 3252 w 3273"/>
              <a:gd name="T13" fmla="*/ 907 h 6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73" h="6565">
                <a:moveTo>
                  <a:pt x="3252" y="907"/>
                </a:moveTo>
                <a:lnTo>
                  <a:pt x="1626" y="0"/>
                </a:lnTo>
                <a:lnTo>
                  <a:pt x="0" y="907"/>
                </a:lnTo>
                <a:lnTo>
                  <a:pt x="0" y="6564"/>
                </a:lnTo>
                <a:lnTo>
                  <a:pt x="1646" y="5796"/>
                </a:lnTo>
                <a:lnTo>
                  <a:pt x="3272" y="6550"/>
                </a:lnTo>
                <a:lnTo>
                  <a:pt x="3252" y="907"/>
                </a:lnTo>
              </a:path>
            </a:pathLst>
          </a:custGeom>
          <a:solidFill>
            <a:srgbClr val="04ADC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3EEDD613-0C24-8A44-81F6-6EF094768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563" y="3222625"/>
            <a:ext cx="1690688" cy="105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9" name="Freeform 7">
            <a:extLst>
              <a:ext uri="{FF2B5EF4-FFF2-40B4-BE49-F238E27FC236}">
                <a16:creationId xmlns:a16="http://schemas.microsoft.com/office/drawing/2014/main" id="{5048878B-D7E6-7C49-8FAD-01AECE035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042" y="2819136"/>
            <a:ext cx="981604" cy="1969823"/>
          </a:xfrm>
          <a:custGeom>
            <a:avLst/>
            <a:gdLst>
              <a:gd name="T0" fmla="*/ 20 w 3273"/>
              <a:gd name="T1" fmla="*/ 5656 h 6565"/>
              <a:gd name="T2" fmla="*/ 1646 w 3273"/>
              <a:gd name="T3" fmla="*/ 6564 h 6565"/>
              <a:gd name="T4" fmla="*/ 3272 w 3273"/>
              <a:gd name="T5" fmla="*/ 5656 h 6565"/>
              <a:gd name="T6" fmla="*/ 3272 w 3273"/>
              <a:gd name="T7" fmla="*/ 0 h 6565"/>
              <a:gd name="T8" fmla="*/ 1626 w 3273"/>
              <a:gd name="T9" fmla="*/ 768 h 6565"/>
              <a:gd name="T10" fmla="*/ 0 w 3273"/>
              <a:gd name="T11" fmla="*/ 14 h 6565"/>
              <a:gd name="T12" fmla="*/ 20 w 3273"/>
              <a:gd name="T13" fmla="*/ 5656 h 6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73" h="6565">
                <a:moveTo>
                  <a:pt x="20" y="5656"/>
                </a:moveTo>
                <a:lnTo>
                  <a:pt x="1646" y="6564"/>
                </a:lnTo>
                <a:lnTo>
                  <a:pt x="3272" y="5656"/>
                </a:lnTo>
                <a:lnTo>
                  <a:pt x="3272" y="0"/>
                </a:lnTo>
                <a:lnTo>
                  <a:pt x="1626" y="768"/>
                </a:lnTo>
                <a:lnTo>
                  <a:pt x="0" y="14"/>
                </a:lnTo>
                <a:lnTo>
                  <a:pt x="20" y="5656"/>
                </a:lnTo>
              </a:path>
            </a:pathLst>
          </a:custGeom>
          <a:solidFill>
            <a:srgbClr val="105A8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69339BD6-31AC-994E-A85F-E9008EEE1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0" y="3735917"/>
            <a:ext cx="1690688" cy="105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81" name="Freeform 9">
            <a:extLst>
              <a:ext uri="{FF2B5EF4-FFF2-40B4-BE49-F238E27FC236}">
                <a16:creationId xmlns:a16="http://schemas.microsoft.com/office/drawing/2014/main" id="{ED92384A-3D0C-5B46-A45C-2CCA6C759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230" y="3222625"/>
            <a:ext cx="981604" cy="1969823"/>
          </a:xfrm>
          <a:custGeom>
            <a:avLst/>
            <a:gdLst>
              <a:gd name="T0" fmla="*/ 3252 w 3273"/>
              <a:gd name="T1" fmla="*/ 907 h 6565"/>
              <a:gd name="T2" fmla="*/ 1626 w 3273"/>
              <a:gd name="T3" fmla="*/ 0 h 6565"/>
              <a:gd name="T4" fmla="*/ 0 w 3273"/>
              <a:gd name="T5" fmla="*/ 907 h 6565"/>
              <a:gd name="T6" fmla="*/ 0 w 3273"/>
              <a:gd name="T7" fmla="*/ 6564 h 6565"/>
              <a:gd name="T8" fmla="*/ 1646 w 3273"/>
              <a:gd name="T9" fmla="*/ 5796 h 6565"/>
              <a:gd name="T10" fmla="*/ 3272 w 3273"/>
              <a:gd name="T11" fmla="*/ 6550 h 6565"/>
              <a:gd name="T12" fmla="*/ 3252 w 3273"/>
              <a:gd name="T13" fmla="*/ 907 h 6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73" h="6565">
                <a:moveTo>
                  <a:pt x="3252" y="907"/>
                </a:moveTo>
                <a:lnTo>
                  <a:pt x="1626" y="0"/>
                </a:lnTo>
                <a:lnTo>
                  <a:pt x="0" y="907"/>
                </a:lnTo>
                <a:lnTo>
                  <a:pt x="0" y="6564"/>
                </a:lnTo>
                <a:lnTo>
                  <a:pt x="1646" y="5796"/>
                </a:lnTo>
                <a:lnTo>
                  <a:pt x="3272" y="6550"/>
                </a:lnTo>
                <a:lnTo>
                  <a:pt x="3252" y="907"/>
                </a:lnTo>
              </a:path>
            </a:pathLst>
          </a:custGeom>
          <a:solidFill>
            <a:srgbClr val="FF920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36BDD4BA-FBC8-5F4F-8BD1-917D47E32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8" y="3222625"/>
            <a:ext cx="1690688" cy="105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83" name="Freeform 11">
            <a:extLst>
              <a:ext uri="{FF2B5EF4-FFF2-40B4-BE49-F238E27FC236}">
                <a16:creationId xmlns:a16="http://schemas.microsoft.com/office/drawing/2014/main" id="{E3C2B5BC-C2B2-9E42-A40D-5AD372976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355" y="3222625"/>
            <a:ext cx="981604" cy="1969823"/>
          </a:xfrm>
          <a:custGeom>
            <a:avLst/>
            <a:gdLst>
              <a:gd name="T0" fmla="*/ 3252 w 3273"/>
              <a:gd name="T1" fmla="*/ 907 h 6565"/>
              <a:gd name="T2" fmla="*/ 1626 w 3273"/>
              <a:gd name="T3" fmla="*/ 0 h 6565"/>
              <a:gd name="T4" fmla="*/ 0 w 3273"/>
              <a:gd name="T5" fmla="*/ 907 h 6565"/>
              <a:gd name="T6" fmla="*/ 0 w 3273"/>
              <a:gd name="T7" fmla="*/ 6564 h 6565"/>
              <a:gd name="T8" fmla="*/ 1646 w 3273"/>
              <a:gd name="T9" fmla="*/ 5796 h 6565"/>
              <a:gd name="T10" fmla="*/ 3272 w 3273"/>
              <a:gd name="T11" fmla="*/ 6550 h 6565"/>
              <a:gd name="T12" fmla="*/ 3252 w 3273"/>
              <a:gd name="T13" fmla="*/ 907 h 6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73" h="6565">
                <a:moveTo>
                  <a:pt x="3252" y="907"/>
                </a:moveTo>
                <a:lnTo>
                  <a:pt x="1626" y="0"/>
                </a:lnTo>
                <a:lnTo>
                  <a:pt x="0" y="907"/>
                </a:lnTo>
                <a:lnTo>
                  <a:pt x="0" y="6564"/>
                </a:lnTo>
                <a:lnTo>
                  <a:pt x="1646" y="5796"/>
                </a:lnTo>
                <a:lnTo>
                  <a:pt x="3272" y="6550"/>
                </a:lnTo>
                <a:lnTo>
                  <a:pt x="3252" y="907"/>
                </a:lnTo>
              </a:path>
            </a:pathLst>
          </a:custGeom>
          <a:solidFill>
            <a:srgbClr val="91174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A8A600BD-4AAF-A548-B303-FDACBCFFC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3222625"/>
            <a:ext cx="1690688" cy="105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85" name="Freeform 13">
            <a:extLst>
              <a:ext uri="{FF2B5EF4-FFF2-40B4-BE49-F238E27FC236}">
                <a16:creationId xmlns:a16="http://schemas.microsoft.com/office/drawing/2014/main" id="{F9922129-0A67-B144-833D-2ACBCB9A7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2954" y="4175125"/>
            <a:ext cx="456406" cy="545042"/>
          </a:xfrm>
          <a:custGeom>
            <a:avLst/>
            <a:gdLst>
              <a:gd name="T0" fmla="*/ 153 w 1523"/>
              <a:gd name="T1" fmla="*/ 763 h 1818"/>
              <a:gd name="T2" fmla="*/ 74 w 1523"/>
              <a:gd name="T3" fmla="*/ 892 h 1818"/>
              <a:gd name="T4" fmla="*/ 215 w 1523"/>
              <a:gd name="T5" fmla="*/ 569 h 1818"/>
              <a:gd name="T6" fmla="*/ 5 w 1523"/>
              <a:gd name="T7" fmla="*/ 532 h 1818"/>
              <a:gd name="T8" fmla="*/ 245 w 1523"/>
              <a:gd name="T9" fmla="*/ 392 h 1818"/>
              <a:gd name="T10" fmla="*/ 242 w 1523"/>
              <a:gd name="T11" fmla="*/ 242 h 1818"/>
              <a:gd name="T12" fmla="*/ 245 w 1523"/>
              <a:gd name="T13" fmla="*/ 392 h 1818"/>
              <a:gd name="T14" fmla="*/ 541 w 1523"/>
              <a:gd name="T15" fmla="*/ 183 h 1818"/>
              <a:gd name="T16" fmla="*/ 395 w 1523"/>
              <a:gd name="T17" fmla="*/ 146 h 1818"/>
              <a:gd name="T18" fmla="*/ 1512 w 1523"/>
              <a:gd name="T19" fmla="*/ 849 h 1818"/>
              <a:gd name="T20" fmla="*/ 1304 w 1523"/>
              <a:gd name="T21" fmla="*/ 806 h 1818"/>
              <a:gd name="T22" fmla="*/ 1472 w 1523"/>
              <a:gd name="T23" fmla="*/ 596 h 1818"/>
              <a:gd name="T24" fmla="*/ 1352 w 1523"/>
              <a:gd name="T25" fmla="*/ 505 h 1818"/>
              <a:gd name="T26" fmla="*/ 1472 w 1523"/>
              <a:gd name="T27" fmla="*/ 596 h 1818"/>
              <a:gd name="T28" fmla="*/ 1279 w 1523"/>
              <a:gd name="T29" fmla="*/ 242 h 1818"/>
              <a:gd name="T30" fmla="*/ 1276 w 1523"/>
              <a:gd name="T31" fmla="*/ 392 h 1818"/>
              <a:gd name="T32" fmla="*/ 1104 w 1523"/>
              <a:gd name="T33" fmla="*/ 71 h 1818"/>
              <a:gd name="T34" fmla="*/ 1003 w 1523"/>
              <a:gd name="T35" fmla="*/ 258 h 1818"/>
              <a:gd name="T36" fmla="*/ 820 w 1523"/>
              <a:gd name="T37" fmla="*/ 56 h 1818"/>
              <a:gd name="T38" fmla="*/ 709 w 1523"/>
              <a:gd name="T39" fmla="*/ 158 h 1818"/>
              <a:gd name="T40" fmla="*/ 820 w 1523"/>
              <a:gd name="T41" fmla="*/ 56 h 1818"/>
              <a:gd name="T42" fmla="*/ 318 w 1523"/>
              <a:gd name="T43" fmla="*/ 933 h 1818"/>
              <a:gd name="T44" fmla="*/ 608 w 1523"/>
              <a:gd name="T45" fmla="*/ 1488 h 1818"/>
              <a:gd name="T46" fmla="*/ 554 w 1523"/>
              <a:gd name="T47" fmla="*/ 895 h 1818"/>
              <a:gd name="T48" fmla="*/ 447 w 1523"/>
              <a:gd name="T49" fmla="*/ 638 h 1818"/>
              <a:gd name="T50" fmla="*/ 704 w 1523"/>
              <a:gd name="T51" fmla="*/ 836 h 1818"/>
              <a:gd name="T52" fmla="*/ 825 w 1523"/>
              <a:gd name="T53" fmla="*/ 743 h 1818"/>
              <a:gd name="T54" fmla="*/ 1082 w 1523"/>
              <a:gd name="T55" fmla="*/ 638 h 1818"/>
              <a:gd name="T56" fmla="*/ 975 w 1523"/>
              <a:gd name="T57" fmla="*/ 895 h 1818"/>
              <a:gd name="T58" fmla="*/ 921 w 1523"/>
              <a:gd name="T59" fmla="*/ 1488 h 1818"/>
              <a:gd name="T60" fmla="*/ 1211 w 1523"/>
              <a:gd name="T61" fmla="*/ 933 h 1818"/>
              <a:gd name="T62" fmla="*/ 975 w 1523"/>
              <a:gd name="T63" fmla="*/ 654 h 1818"/>
              <a:gd name="T64" fmla="*/ 975 w 1523"/>
              <a:gd name="T65" fmla="*/ 836 h 1818"/>
              <a:gd name="T66" fmla="*/ 462 w 1523"/>
              <a:gd name="T67" fmla="*/ 745 h 1818"/>
              <a:gd name="T68" fmla="*/ 645 w 1523"/>
              <a:gd name="T69" fmla="*/ 745 h 1818"/>
              <a:gd name="T70" fmla="*/ 825 w 1523"/>
              <a:gd name="T71" fmla="*/ 895 h 1818"/>
              <a:gd name="T72" fmla="*/ 762 w 1523"/>
              <a:gd name="T73" fmla="*/ 1488 h 1818"/>
              <a:gd name="T74" fmla="*/ 767 w 1523"/>
              <a:gd name="T75" fmla="*/ 1488 h 1818"/>
              <a:gd name="T76" fmla="*/ 956 w 1523"/>
              <a:gd name="T77" fmla="*/ 1525 h 1818"/>
              <a:gd name="T78" fmla="*/ 573 w 1523"/>
              <a:gd name="T79" fmla="*/ 1652 h 1818"/>
              <a:gd name="T80" fmla="*/ 956 w 1523"/>
              <a:gd name="T81" fmla="*/ 1525 h 1818"/>
              <a:gd name="T82" fmla="*/ 510 w 1523"/>
              <a:gd name="T83" fmla="*/ 1754 h 1818"/>
              <a:gd name="T84" fmla="*/ 1019 w 1523"/>
              <a:gd name="T85" fmla="*/ 1754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523" h="1818">
                <a:moveTo>
                  <a:pt x="175" y="871"/>
                </a:moveTo>
                <a:cubicBezTo>
                  <a:pt x="204" y="865"/>
                  <a:pt x="224" y="836"/>
                  <a:pt x="218" y="806"/>
                </a:cubicBezTo>
                <a:cubicBezTo>
                  <a:pt x="212" y="776"/>
                  <a:pt x="182" y="757"/>
                  <a:pt x="153" y="763"/>
                </a:cubicBezTo>
                <a:lnTo>
                  <a:pt x="52" y="784"/>
                </a:lnTo>
                <a:cubicBezTo>
                  <a:pt x="23" y="790"/>
                  <a:pt x="3" y="819"/>
                  <a:pt x="9" y="849"/>
                </a:cubicBezTo>
                <a:cubicBezTo>
                  <a:pt x="15" y="879"/>
                  <a:pt x="45" y="898"/>
                  <a:pt x="74" y="892"/>
                </a:cubicBezTo>
                <a:lnTo>
                  <a:pt x="175" y="871"/>
                </a:lnTo>
                <a:close/>
                <a:moveTo>
                  <a:pt x="150" y="614"/>
                </a:moveTo>
                <a:cubicBezTo>
                  <a:pt x="180" y="619"/>
                  <a:pt x="209" y="600"/>
                  <a:pt x="215" y="569"/>
                </a:cubicBezTo>
                <a:cubicBezTo>
                  <a:pt x="220" y="539"/>
                  <a:pt x="200" y="511"/>
                  <a:pt x="170" y="505"/>
                </a:cubicBezTo>
                <a:lnTo>
                  <a:pt x="70" y="487"/>
                </a:lnTo>
                <a:cubicBezTo>
                  <a:pt x="40" y="482"/>
                  <a:pt x="11" y="501"/>
                  <a:pt x="5" y="532"/>
                </a:cubicBezTo>
                <a:cubicBezTo>
                  <a:pt x="0" y="562"/>
                  <a:pt x="20" y="590"/>
                  <a:pt x="50" y="596"/>
                </a:cubicBezTo>
                <a:lnTo>
                  <a:pt x="150" y="614"/>
                </a:lnTo>
                <a:close/>
                <a:moveTo>
                  <a:pt x="245" y="392"/>
                </a:moveTo>
                <a:cubicBezTo>
                  <a:pt x="268" y="412"/>
                  <a:pt x="303" y="410"/>
                  <a:pt x="323" y="388"/>
                </a:cubicBezTo>
                <a:cubicBezTo>
                  <a:pt x="344" y="365"/>
                  <a:pt x="342" y="330"/>
                  <a:pt x="319" y="310"/>
                </a:cubicBezTo>
                <a:lnTo>
                  <a:pt x="242" y="242"/>
                </a:lnTo>
                <a:cubicBezTo>
                  <a:pt x="220" y="222"/>
                  <a:pt x="185" y="224"/>
                  <a:pt x="164" y="246"/>
                </a:cubicBezTo>
                <a:cubicBezTo>
                  <a:pt x="144" y="269"/>
                  <a:pt x="146" y="304"/>
                  <a:pt x="169" y="324"/>
                </a:cubicBezTo>
                <a:lnTo>
                  <a:pt x="245" y="392"/>
                </a:lnTo>
                <a:close/>
                <a:moveTo>
                  <a:pt x="444" y="236"/>
                </a:moveTo>
                <a:cubicBezTo>
                  <a:pt x="458" y="263"/>
                  <a:pt x="492" y="273"/>
                  <a:pt x="519" y="258"/>
                </a:cubicBezTo>
                <a:cubicBezTo>
                  <a:pt x="546" y="243"/>
                  <a:pt x="556" y="210"/>
                  <a:pt x="541" y="183"/>
                </a:cubicBezTo>
                <a:lnTo>
                  <a:pt x="492" y="93"/>
                </a:lnTo>
                <a:cubicBezTo>
                  <a:pt x="478" y="67"/>
                  <a:pt x="444" y="57"/>
                  <a:pt x="417" y="71"/>
                </a:cubicBezTo>
                <a:cubicBezTo>
                  <a:pt x="391" y="86"/>
                  <a:pt x="381" y="119"/>
                  <a:pt x="395" y="146"/>
                </a:cubicBezTo>
                <a:lnTo>
                  <a:pt x="444" y="236"/>
                </a:lnTo>
                <a:close/>
                <a:moveTo>
                  <a:pt x="1447" y="892"/>
                </a:moveTo>
                <a:cubicBezTo>
                  <a:pt x="1477" y="898"/>
                  <a:pt x="1506" y="879"/>
                  <a:pt x="1512" y="849"/>
                </a:cubicBezTo>
                <a:cubicBezTo>
                  <a:pt x="1518" y="819"/>
                  <a:pt x="1499" y="790"/>
                  <a:pt x="1469" y="784"/>
                </a:cubicBezTo>
                <a:lnTo>
                  <a:pt x="1369" y="763"/>
                </a:lnTo>
                <a:cubicBezTo>
                  <a:pt x="1339" y="757"/>
                  <a:pt x="1310" y="776"/>
                  <a:pt x="1304" y="806"/>
                </a:cubicBezTo>
                <a:cubicBezTo>
                  <a:pt x="1298" y="836"/>
                  <a:pt x="1317" y="865"/>
                  <a:pt x="1347" y="871"/>
                </a:cubicBezTo>
                <a:lnTo>
                  <a:pt x="1447" y="892"/>
                </a:lnTo>
                <a:close/>
                <a:moveTo>
                  <a:pt x="1472" y="596"/>
                </a:moveTo>
                <a:cubicBezTo>
                  <a:pt x="1502" y="590"/>
                  <a:pt x="1522" y="562"/>
                  <a:pt x="1516" y="532"/>
                </a:cubicBezTo>
                <a:cubicBezTo>
                  <a:pt x="1511" y="501"/>
                  <a:pt x="1482" y="482"/>
                  <a:pt x="1452" y="487"/>
                </a:cubicBezTo>
                <a:lnTo>
                  <a:pt x="1352" y="505"/>
                </a:lnTo>
                <a:cubicBezTo>
                  <a:pt x="1321" y="511"/>
                  <a:pt x="1302" y="539"/>
                  <a:pt x="1307" y="569"/>
                </a:cubicBezTo>
                <a:cubicBezTo>
                  <a:pt x="1312" y="600"/>
                  <a:pt x="1341" y="619"/>
                  <a:pt x="1371" y="614"/>
                </a:cubicBezTo>
                <a:lnTo>
                  <a:pt x="1472" y="596"/>
                </a:lnTo>
                <a:close/>
                <a:moveTo>
                  <a:pt x="1353" y="324"/>
                </a:moveTo>
                <a:cubicBezTo>
                  <a:pt x="1375" y="304"/>
                  <a:pt x="1377" y="269"/>
                  <a:pt x="1357" y="246"/>
                </a:cubicBezTo>
                <a:cubicBezTo>
                  <a:pt x="1337" y="224"/>
                  <a:pt x="1302" y="222"/>
                  <a:pt x="1279" y="242"/>
                </a:cubicBezTo>
                <a:lnTo>
                  <a:pt x="1203" y="310"/>
                </a:lnTo>
                <a:cubicBezTo>
                  <a:pt x="1180" y="330"/>
                  <a:pt x="1178" y="365"/>
                  <a:pt x="1198" y="388"/>
                </a:cubicBezTo>
                <a:cubicBezTo>
                  <a:pt x="1218" y="410"/>
                  <a:pt x="1253" y="412"/>
                  <a:pt x="1276" y="392"/>
                </a:cubicBezTo>
                <a:lnTo>
                  <a:pt x="1353" y="324"/>
                </a:lnTo>
                <a:close/>
                <a:moveTo>
                  <a:pt x="1126" y="146"/>
                </a:moveTo>
                <a:cubicBezTo>
                  <a:pt x="1141" y="119"/>
                  <a:pt x="1131" y="86"/>
                  <a:pt x="1104" y="71"/>
                </a:cubicBezTo>
                <a:cubicBezTo>
                  <a:pt x="1077" y="57"/>
                  <a:pt x="1044" y="67"/>
                  <a:pt x="1029" y="93"/>
                </a:cubicBezTo>
                <a:lnTo>
                  <a:pt x="981" y="183"/>
                </a:lnTo>
                <a:cubicBezTo>
                  <a:pt x="966" y="210"/>
                  <a:pt x="976" y="243"/>
                  <a:pt x="1003" y="258"/>
                </a:cubicBezTo>
                <a:cubicBezTo>
                  <a:pt x="1030" y="273"/>
                  <a:pt x="1063" y="263"/>
                  <a:pt x="1078" y="236"/>
                </a:cubicBezTo>
                <a:lnTo>
                  <a:pt x="1126" y="146"/>
                </a:lnTo>
                <a:close/>
                <a:moveTo>
                  <a:pt x="820" y="56"/>
                </a:moveTo>
                <a:cubicBezTo>
                  <a:pt x="820" y="25"/>
                  <a:pt x="795" y="0"/>
                  <a:pt x="764" y="0"/>
                </a:cubicBezTo>
                <a:cubicBezTo>
                  <a:pt x="734" y="0"/>
                  <a:pt x="709" y="25"/>
                  <a:pt x="709" y="56"/>
                </a:cubicBezTo>
                <a:lnTo>
                  <a:pt x="709" y="158"/>
                </a:lnTo>
                <a:cubicBezTo>
                  <a:pt x="709" y="188"/>
                  <a:pt x="734" y="213"/>
                  <a:pt x="764" y="213"/>
                </a:cubicBezTo>
                <a:cubicBezTo>
                  <a:pt x="795" y="213"/>
                  <a:pt x="820" y="188"/>
                  <a:pt x="820" y="158"/>
                </a:cubicBezTo>
                <a:lnTo>
                  <a:pt x="820" y="56"/>
                </a:lnTo>
                <a:close/>
                <a:moveTo>
                  <a:pt x="764" y="243"/>
                </a:moveTo>
                <a:cubicBezTo>
                  <a:pt x="496" y="244"/>
                  <a:pt x="303" y="418"/>
                  <a:pt x="262" y="580"/>
                </a:cubicBezTo>
                <a:cubicBezTo>
                  <a:pt x="230" y="703"/>
                  <a:pt x="259" y="820"/>
                  <a:pt x="318" y="933"/>
                </a:cubicBezTo>
                <a:cubicBezTo>
                  <a:pt x="371" y="1036"/>
                  <a:pt x="426" y="1120"/>
                  <a:pt x="472" y="1225"/>
                </a:cubicBezTo>
                <a:cubicBezTo>
                  <a:pt x="497" y="1282"/>
                  <a:pt x="507" y="1362"/>
                  <a:pt x="521" y="1423"/>
                </a:cubicBezTo>
                <a:cubicBezTo>
                  <a:pt x="531" y="1471"/>
                  <a:pt x="550" y="1487"/>
                  <a:pt x="608" y="1488"/>
                </a:cubicBezTo>
                <a:cubicBezTo>
                  <a:pt x="620" y="1488"/>
                  <a:pt x="632" y="1488"/>
                  <a:pt x="645" y="1488"/>
                </a:cubicBezTo>
                <a:lnTo>
                  <a:pt x="645" y="895"/>
                </a:lnTo>
                <a:lnTo>
                  <a:pt x="554" y="895"/>
                </a:lnTo>
                <a:cubicBezTo>
                  <a:pt x="513" y="895"/>
                  <a:pt x="476" y="880"/>
                  <a:pt x="447" y="851"/>
                </a:cubicBezTo>
                <a:cubicBezTo>
                  <a:pt x="419" y="823"/>
                  <a:pt x="403" y="785"/>
                  <a:pt x="403" y="745"/>
                </a:cubicBezTo>
                <a:cubicBezTo>
                  <a:pt x="403" y="705"/>
                  <a:pt x="419" y="667"/>
                  <a:pt x="447" y="638"/>
                </a:cubicBezTo>
                <a:cubicBezTo>
                  <a:pt x="476" y="610"/>
                  <a:pt x="513" y="594"/>
                  <a:pt x="554" y="594"/>
                </a:cubicBezTo>
                <a:cubicBezTo>
                  <a:pt x="636" y="594"/>
                  <a:pt x="703" y="661"/>
                  <a:pt x="704" y="743"/>
                </a:cubicBezTo>
                <a:lnTo>
                  <a:pt x="704" y="836"/>
                </a:lnTo>
                <a:lnTo>
                  <a:pt x="825" y="836"/>
                </a:lnTo>
                <a:lnTo>
                  <a:pt x="825" y="743"/>
                </a:lnTo>
                <a:lnTo>
                  <a:pt x="825" y="743"/>
                </a:lnTo>
                <a:cubicBezTo>
                  <a:pt x="825" y="703"/>
                  <a:pt x="841" y="666"/>
                  <a:pt x="869" y="638"/>
                </a:cubicBezTo>
                <a:cubicBezTo>
                  <a:pt x="897" y="610"/>
                  <a:pt x="935" y="594"/>
                  <a:pt x="975" y="594"/>
                </a:cubicBezTo>
                <a:cubicBezTo>
                  <a:pt x="1016" y="594"/>
                  <a:pt x="1053" y="610"/>
                  <a:pt x="1082" y="638"/>
                </a:cubicBezTo>
                <a:cubicBezTo>
                  <a:pt x="1110" y="667"/>
                  <a:pt x="1126" y="705"/>
                  <a:pt x="1126" y="745"/>
                </a:cubicBezTo>
                <a:cubicBezTo>
                  <a:pt x="1126" y="785"/>
                  <a:pt x="1110" y="823"/>
                  <a:pt x="1082" y="851"/>
                </a:cubicBezTo>
                <a:cubicBezTo>
                  <a:pt x="1053" y="880"/>
                  <a:pt x="1016" y="895"/>
                  <a:pt x="975" y="895"/>
                </a:cubicBezTo>
                <a:lnTo>
                  <a:pt x="884" y="895"/>
                </a:lnTo>
                <a:lnTo>
                  <a:pt x="884" y="1488"/>
                </a:lnTo>
                <a:cubicBezTo>
                  <a:pt x="896" y="1488"/>
                  <a:pt x="909" y="1488"/>
                  <a:pt x="921" y="1488"/>
                </a:cubicBezTo>
                <a:cubicBezTo>
                  <a:pt x="979" y="1487"/>
                  <a:pt x="998" y="1471"/>
                  <a:pt x="1008" y="1423"/>
                </a:cubicBezTo>
                <a:cubicBezTo>
                  <a:pt x="1022" y="1362"/>
                  <a:pt x="1032" y="1282"/>
                  <a:pt x="1057" y="1225"/>
                </a:cubicBezTo>
                <a:cubicBezTo>
                  <a:pt x="1103" y="1120"/>
                  <a:pt x="1158" y="1036"/>
                  <a:pt x="1211" y="933"/>
                </a:cubicBezTo>
                <a:cubicBezTo>
                  <a:pt x="1270" y="820"/>
                  <a:pt x="1298" y="703"/>
                  <a:pt x="1267" y="580"/>
                </a:cubicBezTo>
                <a:cubicBezTo>
                  <a:pt x="1226" y="418"/>
                  <a:pt x="1033" y="244"/>
                  <a:pt x="764" y="243"/>
                </a:cubicBezTo>
                <a:close/>
                <a:moveTo>
                  <a:pt x="975" y="654"/>
                </a:moveTo>
                <a:cubicBezTo>
                  <a:pt x="925" y="654"/>
                  <a:pt x="884" y="695"/>
                  <a:pt x="884" y="745"/>
                </a:cubicBezTo>
                <a:lnTo>
                  <a:pt x="884" y="836"/>
                </a:lnTo>
                <a:lnTo>
                  <a:pt x="975" y="836"/>
                </a:lnTo>
                <a:cubicBezTo>
                  <a:pt x="1026" y="836"/>
                  <a:pt x="1066" y="795"/>
                  <a:pt x="1066" y="745"/>
                </a:cubicBezTo>
                <a:cubicBezTo>
                  <a:pt x="1066" y="695"/>
                  <a:pt x="1026" y="654"/>
                  <a:pt x="975" y="654"/>
                </a:cubicBezTo>
                <a:close/>
                <a:moveTo>
                  <a:pt x="462" y="745"/>
                </a:moveTo>
                <a:cubicBezTo>
                  <a:pt x="462" y="795"/>
                  <a:pt x="503" y="836"/>
                  <a:pt x="554" y="836"/>
                </a:cubicBezTo>
                <a:lnTo>
                  <a:pt x="645" y="836"/>
                </a:lnTo>
                <a:lnTo>
                  <a:pt x="645" y="745"/>
                </a:lnTo>
                <a:cubicBezTo>
                  <a:pt x="645" y="695"/>
                  <a:pt x="604" y="654"/>
                  <a:pt x="554" y="654"/>
                </a:cubicBezTo>
                <a:cubicBezTo>
                  <a:pt x="503" y="654"/>
                  <a:pt x="462" y="695"/>
                  <a:pt x="462" y="745"/>
                </a:cubicBezTo>
                <a:close/>
                <a:moveTo>
                  <a:pt x="825" y="895"/>
                </a:moveTo>
                <a:lnTo>
                  <a:pt x="704" y="895"/>
                </a:lnTo>
                <a:lnTo>
                  <a:pt x="704" y="1488"/>
                </a:lnTo>
                <a:cubicBezTo>
                  <a:pt x="723" y="1488"/>
                  <a:pt x="742" y="1488"/>
                  <a:pt x="762" y="1488"/>
                </a:cubicBezTo>
                <a:cubicBezTo>
                  <a:pt x="762" y="1487"/>
                  <a:pt x="762" y="1488"/>
                  <a:pt x="762" y="1488"/>
                </a:cubicBezTo>
                <a:lnTo>
                  <a:pt x="767" y="1488"/>
                </a:lnTo>
                <a:cubicBezTo>
                  <a:pt x="767" y="1488"/>
                  <a:pt x="767" y="1487"/>
                  <a:pt x="767" y="1488"/>
                </a:cubicBezTo>
                <a:cubicBezTo>
                  <a:pt x="786" y="1488"/>
                  <a:pt x="806" y="1488"/>
                  <a:pt x="825" y="1488"/>
                </a:cubicBezTo>
                <a:lnTo>
                  <a:pt x="825" y="895"/>
                </a:lnTo>
                <a:close/>
                <a:moveTo>
                  <a:pt x="956" y="1525"/>
                </a:moveTo>
                <a:lnTo>
                  <a:pt x="573" y="1525"/>
                </a:lnTo>
                <a:cubicBezTo>
                  <a:pt x="538" y="1525"/>
                  <a:pt x="510" y="1554"/>
                  <a:pt x="510" y="1589"/>
                </a:cubicBezTo>
                <a:cubicBezTo>
                  <a:pt x="510" y="1623"/>
                  <a:pt x="538" y="1652"/>
                  <a:pt x="573" y="1652"/>
                </a:cubicBezTo>
                <a:lnTo>
                  <a:pt x="956" y="1652"/>
                </a:lnTo>
                <a:cubicBezTo>
                  <a:pt x="991" y="1652"/>
                  <a:pt x="1019" y="1623"/>
                  <a:pt x="1019" y="1589"/>
                </a:cubicBezTo>
                <a:cubicBezTo>
                  <a:pt x="1019" y="1554"/>
                  <a:pt x="991" y="1525"/>
                  <a:pt x="956" y="1525"/>
                </a:cubicBezTo>
                <a:close/>
                <a:moveTo>
                  <a:pt x="956" y="1817"/>
                </a:moveTo>
                <a:lnTo>
                  <a:pt x="573" y="1817"/>
                </a:lnTo>
                <a:cubicBezTo>
                  <a:pt x="538" y="1817"/>
                  <a:pt x="510" y="1789"/>
                  <a:pt x="510" y="1754"/>
                </a:cubicBezTo>
                <a:cubicBezTo>
                  <a:pt x="510" y="1719"/>
                  <a:pt x="538" y="1691"/>
                  <a:pt x="573" y="1691"/>
                </a:cubicBezTo>
                <a:lnTo>
                  <a:pt x="956" y="1691"/>
                </a:lnTo>
                <a:cubicBezTo>
                  <a:pt x="991" y="1691"/>
                  <a:pt x="1019" y="1719"/>
                  <a:pt x="1019" y="1754"/>
                </a:cubicBezTo>
                <a:cubicBezTo>
                  <a:pt x="1019" y="1789"/>
                  <a:pt x="991" y="1817"/>
                  <a:pt x="956" y="181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sp>
        <p:nvSpPr>
          <p:cNvPr id="3086" name="Freeform 14">
            <a:extLst>
              <a:ext uri="{FF2B5EF4-FFF2-40B4-BE49-F238E27FC236}">
                <a16:creationId xmlns:a16="http://schemas.microsoft.com/office/drawing/2014/main" id="{DFBFEE04-8383-0D41-8783-DBBBF68F9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864" y="4224074"/>
            <a:ext cx="582083" cy="488156"/>
          </a:xfrm>
          <a:custGeom>
            <a:avLst/>
            <a:gdLst>
              <a:gd name="T0" fmla="*/ 1941 w 1942"/>
              <a:gd name="T1" fmla="*/ 1511 h 1626"/>
              <a:gd name="T2" fmla="*/ 1744 w 1942"/>
              <a:gd name="T3" fmla="*/ 1397 h 1626"/>
              <a:gd name="T4" fmla="*/ 1744 w 1942"/>
              <a:gd name="T5" fmla="*/ 1468 h 1626"/>
              <a:gd name="T6" fmla="*/ 158 w 1942"/>
              <a:gd name="T7" fmla="*/ 1468 h 1626"/>
              <a:gd name="T8" fmla="*/ 158 w 1942"/>
              <a:gd name="T9" fmla="*/ 200 h 1626"/>
              <a:gd name="T10" fmla="*/ 230 w 1942"/>
              <a:gd name="T11" fmla="*/ 200 h 1626"/>
              <a:gd name="T12" fmla="*/ 115 w 1942"/>
              <a:gd name="T13" fmla="*/ 0 h 1626"/>
              <a:gd name="T14" fmla="*/ 0 w 1942"/>
              <a:gd name="T15" fmla="*/ 200 h 1626"/>
              <a:gd name="T16" fmla="*/ 72 w 1942"/>
              <a:gd name="T17" fmla="*/ 200 h 1626"/>
              <a:gd name="T18" fmla="*/ 72 w 1942"/>
              <a:gd name="T19" fmla="*/ 1554 h 1626"/>
              <a:gd name="T20" fmla="*/ 1744 w 1942"/>
              <a:gd name="T21" fmla="*/ 1554 h 1626"/>
              <a:gd name="T22" fmla="*/ 1744 w 1942"/>
              <a:gd name="T23" fmla="*/ 1625 h 1626"/>
              <a:gd name="T24" fmla="*/ 1941 w 1942"/>
              <a:gd name="T25" fmla="*/ 1511 h 1626"/>
              <a:gd name="T26" fmla="*/ 291 w 1942"/>
              <a:gd name="T27" fmla="*/ 652 h 1626"/>
              <a:gd name="T28" fmla="*/ 1442 w 1942"/>
              <a:gd name="T29" fmla="*/ 219 h 1626"/>
              <a:gd name="T30" fmla="*/ 1474 w 1942"/>
              <a:gd name="T31" fmla="*/ 280 h 1626"/>
              <a:gd name="T32" fmla="*/ 1597 w 1942"/>
              <a:gd name="T33" fmla="*/ 86 h 1626"/>
              <a:gd name="T34" fmla="*/ 1368 w 1942"/>
              <a:gd name="T35" fmla="*/ 76 h 1626"/>
              <a:gd name="T36" fmla="*/ 1402 w 1942"/>
              <a:gd name="T37" fmla="*/ 142 h 1626"/>
              <a:gd name="T38" fmla="*/ 277 w 1942"/>
              <a:gd name="T39" fmla="*/ 567 h 1626"/>
              <a:gd name="T40" fmla="*/ 291 w 1942"/>
              <a:gd name="T41" fmla="*/ 652 h 1626"/>
              <a:gd name="T42" fmla="*/ 1490 w 1942"/>
              <a:gd name="T43" fmla="*/ 396 h 1626"/>
              <a:gd name="T44" fmla="*/ 1426 w 1942"/>
              <a:gd name="T45" fmla="*/ 460 h 1626"/>
              <a:gd name="T46" fmla="*/ 1426 w 1942"/>
              <a:gd name="T47" fmla="*/ 1324 h 1626"/>
              <a:gd name="T48" fmla="*/ 1490 w 1942"/>
              <a:gd name="T49" fmla="*/ 1388 h 1626"/>
              <a:gd name="T50" fmla="*/ 1596 w 1942"/>
              <a:gd name="T51" fmla="*/ 1388 h 1626"/>
              <a:gd name="T52" fmla="*/ 1660 w 1942"/>
              <a:gd name="T53" fmla="*/ 1324 h 1626"/>
              <a:gd name="T54" fmla="*/ 1660 w 1942"/>
              <a:gd name="T55" fmla="*/ 460 h 1626"/>
              <a:gd name="T56" fmla="*/ 1596 w 1942"/>
              <a:gd name="T57" fmla="*/ 396 h 1626"/>
              <a:gd name="T58" fmla="*/ 1490 w 1942"/>
              <a:gd name="T59" fmla="*/ 396 h 1626"/>
              <a:gd name="T60" fmla="*/ 1101 w 1942"/>
              <a:gd name="T61" fmla="*/ 533 h 1626"/>
              <a:gd name="T62" fmla="*/ 1037 w 1942"/>
              <a:gd name="T63" fmla="*/ 597 h 1626"/>
              <a:gd name="T64" fmla="*/ 1037 w 1942"/>
              <a:gd name="T65" fmla="*/ 1324 h 1626"/>
              <a:gd name="T66" fmla="*/ 1101 w 1942"/>
              <a:gd name="T67" fmla="*/ 1388 h 1626"/>
              <a:gd name="T68" fmla="*/ 1207 w 1942"/>
              <a:gd name="T69" fmla="*/ 1388 h 1626"/>
              <a:gd name="T70" fmla="*/ 1271 w 1942"/>
              <a:gd name="T71" fmla="*/ 1324 h 1626"/>
              <a:gd name="T72" fmla="*/ 1271 w 1942"/>
              <a:gd name="T73" fmla="*/ 597 h 1626"/>
              <a:gd name="T74" fmla="*/ 1207 w 1942"/>
              <a:gd name="T75" fmla="*/ 533 h 1626"/>
              <a:gd name="T76" fmla="*/ 1101 w 1942"/>
              <a:gd name="T77" fmla="*/ 533 h 1626"/>
              <a:gd name="T78" fmla="*/ 713 w 1942"/>
              <a:gd name="T79" fmla="*/ 667 h 1626"/>
              <a:gd name="T80" fmla="*/ 649 w 1942"/>
              <a:gd name="T81" fmla="*/ 730 h 1626"/>
              <a:gd name="T82" fmla="*/ 649 w 1942"/>
              <a:gd name="T83" fmla="*/ 1324 h 1626"/>
              <a:gd name="T84" fmla="*/ 713 w 1942"/>
              <a:gd name="T85" fmla="*/ 1388 h 1626"/>
              <a:gd name="T86" fmla="*/ 819 w 1942"/>
              <a:gd name="T87" fmla="*/ 1388 h 1626"/>
              <a:gd name="T88" fmla="*/ 883 w 1942"/>
              <a:gd name="T89" fmla="*/ 1324 h 1626"/>
              <a:gd name="T90" fmla="*/ 883 w 1942"/>
              <a:gd name="T91" fmla="*/ 730 h 1626"/>
              <a:gd name="T92" fmla="*/ 819 w 1942"/>
              <a:gd name="T93" fmla="*/ 667 h 1626"/>
              <a:gd name="T94" fmla="*/ 713 w 1942"/>
              <a:gd name="T95" fmla="*/ 667 h 1626"/>
              <a:gd name="T96" fmla="*/ 261 w 1942"/>
              <a:gd name="T97" fmla="*/ 886 h 1626"/>
              <a:gd name="T98" fmla="*/ 325 w 1942"/>
              <a:gd name="T99" fmla="*/ 822 h 1626"/>
              <a:gd name="T100" fmla="*/ 432 w 1942"/>
              <a:gd name="T101" fmla="*/ 822 h 1626"/>
              <a:gd name="T102" fmla="*/ 495 w 1942"/>
              <a:gd name="T103" fmla="*/ 886 h 1626"/>
              <a:gd name="T104" fmla="*/ 495 w 1942"/>
              <a:gd name="T105" fmla="*/ 1324 h 1626"/>
              <a:gd name="T106" fmla="*/ 432 w 1942"/>
              <a:gd name="T107" fmla="*/ 1388 h 1626"/>
              <a:gd name="T108" fmla="*/ 325 w 1942"/>
              <a:gd name="T109" fmla="*/ 1388 h 1626"/>
              <a:gd name="T110" fmla="*/ 261 w 1942"/>
              <a:gd name="T111" fmla="*/ 1324 h 1626"/>
              <a:gd name="T112" fmla="*/ 261 w 1942"/>
              <a:gd name="T113" fmla="*/ 886 h 1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942" h="1626">
                <a:moveTo>
                  <a:pt x="1941" y="1511"/>
                </a:moveTo>
                <a:lnTo>
                  <a:pt x="1744" y="1397"/>
                </a:lnTo>
                <a:lnTo>
                  <a:pt x="1744" y="1468"/>
                </a:lnTo>
                <a:lnTo>
                  <a:pt x="158" y="1468"/>
                </a:lnTo>
                <a:lnTo>
                  <a:pt x="158" y="200"/>
                </a:lnTo>
                <a:lnTo>
                  <a:pt x="230" y="200"/>
                </a:lnTo>
                <a:lnTo>
                  <a:pt x="115" y="0"/>
                </a:lnTo>
                <a:lnTo>
                  <a:pt x="0" y="200"/>
                </a:lnTo>
                <a:lnTo>
                  <a:pt x="72" y="200"/>
                </a:lnTo>
                <a:lnTo>
                  <a:pt x="72" y="1554"/>
                </a:lnTo>
                <a:lnTo>
                  <a:pt x="1744" y="1554"/>
                </a:lnTo>
                <a:lnTo>
                  <a:pt x="1744" y="1625"/>
                </a:lnTo>
                <a:lnTo>
                  <a:pt x="1941" y="1511"/>
                </a:lnTo>
                <a:close/>
                <a:moveTo>
                  <a:pt x="291" y="652"/>
                </a:moveTo>
                <a:cubicBezTo>
                  <a:pt x="705" y="576"/>
                  <a:pt x="1093" y="427"/>
                  <a:pt x="1442" y="219"/>
                </a:cubicBezTo>
                <a:lnTo>
                  <a:pt x="1474" y="280"/>
                </a:lnTo>
                <a:lnTo>
                  <a:pt x="1597" y="86"/>
                </a:lnTo>
                <a:lnTo>
                  <a:pt x="1368" y="76"/>
                </a:lnTo>
                <a:lnTo>
                  <a:pt x="1402" y="142"/>
                </a:lnTo>
                <a:cubicBezTo>
                  <a:pt x="1061" y="347"/>
                  <a:pt x="681" y="493"/>
                  <a:pt x="277" y="567"/>
                </a:cubicBezTo>
                <a:lnTo>
                  <a:pt x="291" y="652"/>
                </a:lnTo>
                <a:close/>
                <a:moveTo>
                  <a:pt x="1490" y="396"/>
                </a:moveTo>
                <a:cubicBezTo>
                  <a:pt x="1454" y="396"/>
                  <a:pt x="1426" y="424"/>
                  <a:pt x="1426" y="460"/>
                </a:cubicBezTo>
                <a:lnTo>
                  <a:pt x="1426" y="1324"/>
                </a:lnTo>
                <a:cubicBezTo>
                  <a:pt x="1426" y="1359"/>
                  <a:pt x="1454" y="1388"/>
                  <a:pt x="1490" y="1388"/>
                </a:cubicBezTo>
                <a:lnTo>
                  <a:pt x="1596" y="1388"/>
                </a:lnTo>
                <a:cubicBezTo>
                  <a:pt x="1631" y="1388"/>
                  <a:pt x="1660" y="1359"/>
                  <a:pt x="1660" y="1324"/>
                </a:cubicBezTo>
                <a:lnTo>
                  <a:pt x="1660" y="460"/>
                </a:lnTo>
                <a:cubicBezTo>
                  <a:pt x="1660" y="424"/>
                  <a:pt x="1631" y="396"/>
                  <a:pt x="1596" y="396"/>
                </a:cubicBezTo>
                <a:lnTo>
                  <a:pt x="1490" y="396"/>
                </a:lnTo>
                <a:close/>
                <a:moveTo>
                  <a:pt x="1101" y="533"/>
                </a:moveTo>
                <a:cubicBezTo>
                  <a:pt x="1066" y="533"/>
                  <a:pt x="1037" y="562"/>
                  <a:pt x="1037" y="597"/>
                </a:cubicBezTo>
                <a:lnTo>
                  <a:pt x="1037" y="1324"/>
                </a:lnTo>
                <a:cubicBezTo>
                  <a:pt x="1037" y="1359"/>
                  <a:pt x="1066" y="1388"/>
                  <a:pt x="1101" y="1388"/>
                </a:cubicBezTo>
                <a:lnTo>
                  <a:pt x="1207" y="1388"/>
                </a:lnTo>
                <a:cubicBezTo>
                  <a:pt x="1243" y="1388"/>
                  <a:pt x="1271" y="1359"/>
                  <a:pt x="1271" y="1324"/>
                </a:cubicBezTo>
                <a:lnTo>
                  <a:pt x="1271" y="597"/>
                </a:lnTo>
                <a:cubicBezTo>
                  <a:pt x="1271" y="562"/>
                  <a:pt x="1243" y="533"/>
                  <a:pt x="1207" y="533"/>
                </a:cubicBezTo>
                <a:lnTo>
                  <a:pt x="1101" y="533"/>
                </a:lnTo>
                <a:close/>
                <a:moveTo>
                  <a:pt x="713" y="667"/>
                </a:moveTo>
                <a:cubicBezTo>
                  <a:pt x="678" y="667"/>
                  <a:pt x="649" y="695"/>
                  <a:pt x="649" y="730"/>
                </a:cubicBezTo>
                <a:lnTo>
                  <a:pt x="649" y="1324"/>
                </a:lnTo>
                <a:cubicBezTo>
                  <a:pt x="649" y="1359"/>
                  <a:pt x="678" y="1388"/>
                  <a:pt x="713" y="1388"/>
                </a:cubicBezTo>
                <a:lnTo>
                  <a:pt x="819" y="1388"/>
                </a:lnTo>
                <a:cubicBezTo>
                  <a:pt x="855" y="1388"/>
                  <a:pt x="883" y="1359"/>
                  <a:pt x="883" y="1324"/>
                </a:cubicBezTo>
                <a:lnTo>
                  <a:pt x="883" y="730"/>
                </a:lnTo>
                <a:cubicBezTo>
                  <a:pt x="883" y="695"/>
                  <a:pt x="855" y="667"/>
                  <a:pt x="819" y="667"/>
                </a:cubicBezTo>
                <a:lnTo>
                  <a:pt x="713" y="667"/>
                </a:lnTo>
                <a:close/>
                <a:moveTo>
                  <a:pt x="261" y="886"/>
                </a:moveTo>
                <a:cubicBezTo>
                  <a:pt x="261" y="851"/>
                  <a:pt x="290" y="822"/>
                  <a:pt x="325" y="822"/>
                </a:cubicBezTo>
                <a:lnTo>
                  <a:pt x="432" y="822"/>
                </a:lnTo>
                <a:cubicBezTo>
                  <a:pt x="467" y="822"/>
                  <a:pt x="495" y="851"/>
                  <a:pt x="495" y="886"/>
                </a:cubicBezTo>
                <a:lnTo>
                  <a:pt x="495" y="1324"/>
                </a:lnTo>
                <a:cubicBezTo>
                  <a:pt x="495" y="1359"/>
                  <a:pt x="467" y="1388"/>
                  <a:pt x="432" y="1388"/>
                </a:cubicBezTo>
                <a:lnTo>
                  <a:pt x="325" y="1388"/>
                </a:lnTo>
                <a:cubicBezTo>
                  <a:pt x="290" y="1388"/>
                  <a:pt x="261" y="1359"/>
                  <a:pt x="261" y="1324"/>
                </a:cubicBezTo>
                <a:lnTo>
                  <a:pt x="261" y="8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sp>
        <p:nvSpPr>
          <p:cNvPr id="3087" name="Freeform 15">
            <a:extLst>
              <a:ext uri="{FF2B5EF4-FFF2-40B4-BE49-F238E27FC236}">
                <a16:creationId xmlns:a16="http://schemas.microsoft.com/office/drawing/2014/main" id="{2F02126E-4BDA-3143-A669-829E51E60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079" y="4210845"/>
            <a:ext cx="519906" cy="466989"/>
          </a:xfrm>
          <a:custGeom>
            <a:avLst/>
            <a:gdLst>
              <a:gd name="T0" fmla="*/ 785 w 1732"/>
              <a:gd name="T1" fmla="*/ 781 h 1556"/>
              <a:gd name="T2" fmla="*/ 757 w 1732"/>
              <a:gd name="T3" fmla="*/ 814 h 1556"/>
              <a:gd name="T4" fmla="*/ 757 w 1732"/>
              <a:gd name="T5" fmla="*/ 992 h 1556"/>
              <a:gd name="T6" fmla="*/ 785 w 1732"/>
              <a:gd name="T7" fmla="*/ 1025 h 1556"/>
              <a:gd name="T8" fmla="*/ 947 w 1732"/>
              <a:gd name="T9" fmla="*/ 1025 h 1556"/>
              <a:gd name="T10" fmla="*/ 975 w 1732"/>
              <a:gd name="T11" fmla="*/ 992 h 1556"/>
              <a:gd name="T12" fmla="*/ 975 w 1732"/>
              <a:gd name="T13" fmla="*/ 814 h 1556"/>
              <a:gd name="T14" fmla="*/ 947 w 1732"/>
              <a:gd name="T15" fmla="*/ 781 h 1556"/>
              <a:gd name="T16" fmla="*/ 785 w 1732"/>
              <a:gd name="T17" fmla="*/ 781 h 1556"/>
              <a:gd name="T18" fmla="*/ 1033 w 1732"/>
              <a:gd name="T19" fmla="*/ 937 h 1556"/>
              <a:gd name="T20" fmla="*/ 1033 w 1732"/>
              <a:gd name="T21" fmla="*/ 999 h 1556"/>
              <a:gd name="T22" fmla="*/ 951 w 1732"/>
              <a:gd name="T23" fmla="*/ 1085 h 1556"/>
              <a:gd name="T24" fmla="*/ 781 w 1732"/>
              <a:gd name="T25" fmla="*/ 1085 h 1556"/>
              <a:gd name="T26" fmla="*/ 699 w 1732"/>
              <a:gd name="T27" fmla="*/ 999 h 1556"/>
              <a:gd name="T28" fmla="*/ 699 w 1732"/>
              <a:gd name="T29" fmla="*/ 937 h 1556"/>
              <a:gd name="T30" fmla="*/ 262 w 1732"/>
              <a:gd name="T31" fmla="*/ 937 h 1556"/>
              <a:gd name="T32" fmla="*/ 0 w 1732"/>
              <a:gd name="T33" fmla="*/ 786 h 1556"/>
              <a:gd name="T34" fmla="*/ 0 w 1732"/>
              <a:gd name="T35" fmla="*/ 1324 h 1556"/>
              <a:gd name="T36" fmla="*/ 202 w 1732"/>
              <a:gd name="T37" fmla="*/ 1555 h 1556"/>
              <a:gd name="T38" fmla="*/ 1530 w 1732"/>
              <a:gd name="T39" fmla="*/ 1555 h 1556"/>
              <a:gd name="T40" fmla="*/ 1731 w 1732"/>
              <a:gd name="T41" fmla="*/ 1324 h 1556"/>
              <a:gd name="T42" fmla="*/ 1731 w 1732"/>
              <a:gd name="T43" fmla="*/ 786 h 1556"/>
              <a:gd name="T44" fmla="*/ 1469 w 1732"/>
              <a:gd name="T45" fmla="*/ 937 h 1556"/>
              <a:gd name="T46" fmla="*/ 1033 w 1732"/>
              <a:gd name="T47" fmla="*/ 937 h 1556"/>
              <a:gd name="T48" fmla="*/ 699 w 1732"/>
              <a:gd name="T49" fmla="*/ 865 h 1556"/>
              <a:gd name="T50" fmla="*/ 699 w 1732"/>
              <a:gd name="T51" fmla="*/ 802 h 1556"/>
              <a:gd name="T52" fmla="*/ 781 w 1732"/>
              <a:gd name="T53" fmla="*/ 717 h 1556"/>
              <a:gd name="T54" fmla="*/ 951 w 1732"/>
              <a:gd name="T55" fmla="*/ 717 h 1556"/>
              <a:gd name="T56" fmla="*/ 1033 w 1732"/>
              <a:gd name="T57" fmla="*/ 802 h 1556"/>
              <a:gd name="T58" fmla="*/ 1033 w 1732"/>
              <a:gd name="T59" fmla="*/ 865 h 1556"/>
              <a:gd name="T60" fmla="*/ 1469 w 1732"/>
              <a:gd name="T61" fmla="*/ 865 h 1556"/>
              <a:gd name="T62" fmla="*/ 1731 w 1732"/>
              <a:gd name="T63" fmla="*/ 619 h 1556"/>
              <a:gd name="T64" fmla="*/ 1731 w 1732"/>
              <a:gd name="T65" fmla="*/ 483 h 1556"/>
              <a:gd name="T66" fmla="*/ 1530 w 1732"/>
              <a:gd name="T67" fmla="*/ 252 h 1556"/>
              <a:gd name="T68" fmla="*/ 202 w 1732"/>
              <a:gd name="T69" fmla="*/ 252 h 1556"/>
              <a:gd name="T70" fmla="*/ 0 w 1732"/>
              <a:gd name="T71" fmla="*/ 483 h 1556"/>
              <a:gd name="T72" fmla="*/ 0 w 1732"/>
              <a:gd name="T73" fmla="*/ 619 h 1556"/>
              <a:gd name="T74" fmla="*/ 262 w 1732"/>
              <a:gd name="T75" fmla="*/ 865 h 1556"/>
              <a:gd name="T76" fmla="*/ 699 w 1732"/>
              <a:gd name="T77" fmla="*/ 865 h 1556"/>
              <a:gd name="T78" fmla="*/ 1075 w 1732"/>
              <a:gd name="T79" fmla="*/ 208 h 1556"/>
              <a:gd name="T80" fmla="*/ 963 w 1732"/>
              <a:gd name="T81" fmla="*/ 97 h 1556"/>
              <a:gd name="T82" fmla="*/ 768 w 1732"/>
              <a:gd name="T83" fmla="*/ 97 h 1556"/>
              <a:gd name="T84" fmla="*/ 657 w 1732"/>
              <a:gd name="T85" fmla="*/ 208 h 1556"/>
              <a:gd name="T86" fmla="*/ 554 w 1732"/>
              <a:gd name="T87" fmla="*/ 208 h 1556"/>
              <a:gd name="T88" fmla="*/ 743 w 1732"/>
              <a:gd name="T89" fmla="*/ 0 h 1556"/>
              <a:gd name="T90" fmla="*/ 989 w 1732"/>
              <a:gd name="T91" fmla="*/ 0 h 1556"/>
              <a:gd name="T92" fmla="*/ 1177 w 1732"/>
              <a:gd name="T93" fmla="*/ 208 h 1556"/>
              <a:gd name="T94" fmla="*/ 1075 w 1732"/>
              <a:gd name="T95" fmla="*/ 208 h 1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732" h="1556">
                <a:moveTo>
                  <a:pt x="785" y="781"/>
                </a:moveTo>
                <a:cubicBezTo>
                  <a:pt x="769" y="781"/>
                  <a:pt x="757" y="796"/>
                  <a:pt x="757" y="814"/>
                </a:cubicBezTo>
                <a:lnTo>
                  <a:pt x="757" y="992"/>
                </a:lnTo>
                <a:cubicBezTo>
                  <a:pt x="757" y="1010"/>
                  <a:pt x="769" y="1025"/>
                  <a:pt x="785" y="1025"/>
                </a:cubicBezTo>
                <a:lnTo>
                  <a:pt x="947" y="1025"/>
                </a:lnTo>
                <a:cubicBezTo>
                  <a:pt x="962" y="1025"/>
                  <a:pt x="975" y="1010"/>
                  <a:pt x="975" y="992"/>
                </a:cubicBezTo>
                <a:lnTo>
                  <a:pt x="975" y="814"/>
                </a:lnTo>
                <a:cubicBezTo>
                  <a:pt x="975" y="796"/>
                  <a:pt x="962" y="781"/>
                  <a:pt x="947" y="781"/>
                </a:cubicBezTo>
                <a:lnTo>
                  <a:pt x="785" y="781"/>
                </a:lnTo>
                <a:close/>
                <a:moveTo>
                  <a:pt x="1033" y="937"/>
                </a:moveTo>
                <a:lnTo>
                  <a:pt x="1033" y="999"/>
                </a:lnTo>
                <a:cubicBezTo>
                  <a:pt x="1033" y="1046"/>
                  <a:pt x="996" y="1085"/>
                  <a:pt x="951" y="1085"/>
                </a:cubicBezTo>
                <a:lnTo>
                  <a:pt x="781" y="1085"/>
                </a:lnTo>
                <a:cubicBezTo>
                  <a:pt x="736" y="1085"/>
                  <a:pt x="699" y="1046"/>
                  <a:pt x="699" y="999"/>
                </a:cubicBezTo>
                <a:lnTo>
                  <a:pt x="699" y="937"/>
                </a:lnTo>
                <a:lnTo>
                  <a:pt x="262" y="937"/>
                </a:lnTo>
                <a:cubicBezTo>
                  <a:pt x="154" y="937"/>
                  <a:pt x="58" y="877"/>
                  <a:pt x="0" y="786"/>
                </a:cubicBezTo>
                <a:lnTo>
                  <a:pt x="0" y="1324"/>
                </a:lnTo>
                <a:cubicBezTo>
                  <a:pt x="0" y="1452"/>
                  <a:pt x="91" y="1555"/>
                  <a:pt x="202" y="1555"/>
                </a:cubicBezTo>
                <a:lnTo>
                  <a:pt x="1530" y="1555"/>
                </a:lnTo>
                <a:cubicBezTo>
                  <a:pt x="1641" y="1555"/>
                  <a:pt x="1731" y="1452"/>
                  <a:pt x="1731" y="1324"/>
                </a:cubicBezTo>
                <a:lnTo>
                  <a:pt x="1731" y="786"/>
                </a:lnTo>
                <a:cubicBezTo>
                  <a:pt x="1674" y="877"/>
                  <a:pt x="1578" y="937"/>
                  <a:pt x="1469" y="937"/>
                </a:cubicBezTo>
                <a:lnTo>
                  <a:pt x="1033" y="937"/>
                </a:lnTo>
                <a:close/>
                <a:moveTo>
                  <a:pt x="699" y="865"/>
                </a:moveTo>
                <a:lnTo>
                  <a:pt x="699" y="802"/>
                </a:lnTo>
                <a:cubicBezTo>
                  <a:pt x="699" y="755"/>
                  <a:pt x="736" y="717"/>
                  <a:pt x="781" y="717"/>
                </a:cubicBezTo>
                <a:lnTo>
                  <a:pt x="951" y="717"/>
                </a:lnTo>
                <a:cubicBezTo>
                  <a:pt x="996" y="717"/>
                  <a:pt x="1033" y="755"/>
                  <a:pt x="1033" y="802"/>
                </a:cubicBezTo>
                <a:lnTo>
                  <a:pt x="1033" y="865"/>
                </a:lnTo>
                <a:lnTo>
                  <a:pt x="1469" y="865"/>
                </a:lnTo>
                <a:cubicBezTo>
                  <a:pt x="1601" y="865"/>
                  <a:pt x="1710" y="759"/>
                  <a:pt x="1731" y="619"/>
                </a:cubicBezTo>
                <a:lnTo>
                  <a:pt x="1731" y="483"/>
                </a:lnTo>
                <a:cubicBezTo>
                  <a:pt x="1731" y="355"/>
                  <a:pt x="1641" y="252"/>
                  <a:pt x="1530" y="252"/>
                </a:cubicBezTo>
                <a:lnTo>
                  <a:pt x="202" y="252"/>
                </a:lnTo>
                <a:cubicBezTo>
                  <a:pt x="91" y="252"/>
                  <a:pt x="0" y="355"/>
                  <a:pt x="0" y="483"/>
                </a:cubicBezTo>
                <a:lnTo>
                  <a:pt x="0" y="619"/>
                </a:lnTo>
                <a:cubicBezTo>
                  <a:pt x="22" y="759"/>
                  <a:pt x="131" y="865"/>
                  <a:pt x="262" y="865"/>
                </a:cubicBezTo>
                <a:lnTo>
                  <a:pt x="699" y="865"/>
                </a:lnTo>
                <a:close/>
                <a:moveTo>
                  <a:pt x="1075" y="208"/>
                </a:moveTo>
                <a:cubicBezTo>
                  <a:pt x="1067" y="145"/>
                  <a:pt x="1020" y="97"/>
                  <a:pt x="963" y="97"/>
                </a:cubicBezTo>
                <a:lnTo>
                  <a:pt x="768" y="97"/>
                </a:lnTo>
                <a:cubicBezTo>
                  <a:pt x="712" y="97"/>
                  <a:pt x="664" y="145"/>
                  <a:pt x="657" y="208"/>
                </a:cubicBezTo>
                <a:lnTo>
                  <a:pt x="554" y="208"/>
                </a:lnTo>
                <a:cubicBezTo>
                  <a:pt x="558" y="92"/>
                  <a:pt x="641" y="0"/>
                  <a:pt x="743" y="0"/>
                </a:cubicBezTo>
                <a:lnTo>
                  <a:pt x="989" y="0"/>
                </a:lnTo>
                <a:cubicBezTo>
                  <a:pt x="1090" y="0"/>
                  <a:pt x="1173" y="92"/>
                  <a:pt x="1177" y="208"/>
                </a:cubicBezTo>
                <a:lnTo>
                  <a:pt x="1075" y="2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sp>
        <p:nvSpPr>
          <p:cNvPr id="3088" name="Freeform 16">
            <a:extLst>
              <a:ext uri="{FF2B5EF4-FFF2-40B4-BE49-F238E27FC236}">
                <a16:creationId xmlns:a16="http://schemas.microsoft.com/office/drawing/2014/main" id="{6AE07AF5-1A2E-984F-8E93-0003F47A8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047" y="3295386"/>
            <a:ext cx="496093" cy="496093"/>
          </a:xfrm>
          <a:custGeom>
            <a:avLst/>
            <a:gdLst>
              <a:gd name="T0" fmla="*/ 873 w 1653"/>
              <a:gd name="T1" fmla="*/ 778 h 1652"/>
              <a:gd name="T2" fmla="*/ 1652 w 1653"/>
              <a:gd name="T3" fmla="*/ 778 h 1652"/>
              <a:gd name="T4" fmla="*/ 873 w 1653"/>
              <a:gd name="T5" fmla="*/ 0 h 1652"/>
              <a:gd name="T6" fmla="*/ 873 w 1653"/>
              <a:gd name="T7" fmla="*/ 778 h 1652"/>
              <a:gd name="T8" fmla="*/ 779 w 1653"/>
              <a:gd name="T9" fmla="*/ 873 h 1652"/>
              <a:gd name="T10" fmla="*/ 1557 w 1653"/>
              <a:gd name="T11" fmla="*/ 873 h 1652"/>
              <a:gd name="T12" fmla="*/ 779 w 1653"/>
              <a:gd name="T13" fmla="*/ 1651 h 1652"/>
              <a:gd name="T14" fmla="*/ 0 w 1653"/>
              <a:gd name="T15" fmla="*/ 873 h 1652"/>
              <a:gd name="T16" fmla="*/ 779 w 1653"/>
              <a:gd name="T17" fmla="*/ 95 h 1652"/>
              <a:gd name="T18" fmla="*/ 779 w 1653"/>
              <a:gd name="T19" fmla="*/ 873 h 1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53" h="1652">
                <a:moveTo>
                  <a:pt x="873" y="778"/>
                </a:moveTo>
                <a:lnTo>
                  <a:pt x="1652" y="778"/>
                </a:lnTo>
                <a:cubicBezTo>
                  <a:pt x="1652" y="349"/>
                  <a:pt x="1303" y="0"/>
                  <a:pt x="873" y="0"/>
                </a:cubicBezTo>
                <a:lnTo>
                  <a:pt x="873" y="778"/>
                </a:lnTo>
                <a:close/>
                <a:moveTo>
                  <a:pt x="779" y="873"/>
                </a:moveTo>
                <a:lnTo>
                  <a:pt x="1557" y="873"/>
                </a:lnTo>
                <a:cubicBezTo>
                  <a:pt x="1557" y="1303"/>
                  <a:pt x="1209" y="1651"/>
                  <a:pt x="779" y="1651"/>
                </a:cubicBezTo>
                <a:cubicBezTo>
                  <a:pt x="349" y="1651"/>
                  <a:pt x="0" y="1303"/>
                  <a:pt x="0" y="873"/>
                </a:cubicBezTo>
                <a:cubicBezTo>
                  <a:pt x="0" y="443"/>
                  <a:pt x="349" y="95"/>
                  <a:pt x="779" y="95"/>
                </a:cubicBezTo>
                <a:lnTo>
                  <a:pt x="779" y="87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sp>
        <p:nvSpPr>
          <p:cNvPr id="3089" name="Freeform 17">
            <a:extLst>
              <a:ext uri="{FF2B5EF4-FFF2-40B4-BE49-F238E27FC236}">
                <a16:creationId xmlns:a16="http://schemas.microsoft.com/office/drawing/2014/main" id="{1899A7CE-2C11-E44E-A8B7-AEF713700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8360" y="3249083"/>
            <a:ext cx="384969" cy="560917"/>
          </a:xfrm>
          <a:custGeom>
            <a:avLst/>
            <a:gdLst>
              <a:gd name="T0" fmla="*/ 834 w 1282"/>
              <a:gd name="T1" fmla="*/ 822 h 1870"/>
              <a:gd name="T2" fmla="*/ 602 w 1282"/>
              <a:gd name="T3" fmla="*/ 764 h 1870"/>
              <a:gd name="T4" fmla="*/ 306 w 1282"/>
              <a:gd name="T5" fmla="*/ 609 h 1870"/>
              <a:gd name="T6" fmla="*/ 624 w 1282"/>
              <a:gd name="T7" fmla="*/ 468 h 1870"/>
              <a:gd name="T8" fmla="*/ 956 w 1282"/>
              <a:gd name="T9" fmla="*/ 593 h 1870"/>
              <a:gd name="T10" fmla="*/ 1115 w 1282"/>
              <a:gd name="T11" fmla="*/ 581 h 1870"/>
              <a:gd name="T12" fmla="*/ 1186 w 1282"/>
              <a:gd name="T13" fmla="*/ 466 h 1870"/>
              <a:gd name="T14" fmla="*/ 773 w 1282"/>
              <a:gd name="T15" fmla="*/ 217 h 1870"/>
              <a:gd name="T16" fmla="*/ 773 w 1282"/>
              <a:gd name="T17" fmla="*/ 69 h 1870"/>
              <a:gd name="T18" fmla="*/ 689 w 1282"/>
              <a:gd name="T19" fmla="*/ 0 h 1870"/>
              <a:gd name="T20" fmla="*/ 592 w 1282"/>
              <a:gd name="T21" fmla="*/ 0 h 1870"/>
              <a:gd name="T22" fmla="*/ 507 w 1282"/>
              <a:gd name="T23" fmla="*/ 69 h 1870"/>
              <a:gd name="T24" fmla="*/ 507 w 1282"/>
              <a:gd name="T25" fmla="*/ 207 h 1870"/>
              <a:gd name="T26" fmla="*/ 0 w 1282"/>
              <a:gd name="T27" fmla="*/ 616 h 1870"/>
              <a:gd name="T28" fmla="*/ 482 w 1282"/>
              <a:gd name="T29" fmla="*/ 1019 h 1870"/>
              <a:gd name="T30" fmla="*/ 747 w 1282"/>
              <a:gd name="T31" fmla="*/ 1084 h 1870"/>
              <a:gd name="T32" fmla="*/ 975 w 1282"/>
              <a:gd name="T33" fmla="*/ 1247 h 1870"/>
              <a:gd name="T34" fmla="*/ 655 w 1282"/>
              <a:gd name="T35" fmla="*/ 1400 h 1870"/>
              <a:gd name="T36" fmla="*/ 263 w 1282"/>
              <a:gd name="T37" fmla="*/ 1261 h 1870"/>
              <a:gd name="T38" fmla="*/ 90 w 1282"/>
              <a:gd name="T39" fmla="*/ 1293 h 1870"/>
              <a:gd name="T40" fmla="*/ 48 w 1282"/>
              <a:gd name="T41" fmla="*/ 1402 h 1870"/>
              <a:gd name="T42" fmla="*/ 507 w 1282"/>
              <a:gd name="T43" fmla="*/ 1652 h 1870"/>
              <a:gd name="T44" fmla="*/ 507 w 1282"/>
              <a:gd name="T45" fmla="*/ 1800 h 1870"/>
              <a:gd name="T46" fmla="*/ 592 w 1282"/>
              <a:gd name="T47" fmla="*/ 1869 h 1870"/>
              <a:gd name="T48" fmla="*/ 689 w 1282"/>
              <a:gd name="T49" fmla="*/ 1869 h 1870"/>
              <a:gd name="T50" fmla="*/ 773 w 1282"/>
              <a:gd name="T51" fmla="*/ 1800 h 1870"/>
              <a:gd name="T52" fmla="*/ 773 w 1282"/>
              <a:gd name="T53" fmla="*/ 1661 h 1870"/>
              <a:gd name="T54" fmla="*/ 1281 w 1282"/>
              <a:gd name="T55" fmla="*/ 1241 h 1870"/>
              <a:gd name="T56" fmla="*/ 834 w 1282"/>
              <a:gd name="T57" fmla="*/ 822 h 18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282" h="1870">
                <a:moveTo>
                  <a:pt x="834" y="822"/>
                </a:moveTo>
                <a:cubicBezTo>
                  <a:pt x="800" y="815"/>
                  <a:pt x="634" y="773"/>
                  <a:pt x="602" y="764"/>
                </a:cubicBezTo>
                <a:cubicBezTo>
                  <a:pt x="371" y="706"/>
                  <a:pt x="306" y="669"/>
                  <a:pt x="306" y="609"/>
                </a:cubicBezTo>
                <a:cubicBezTo>
                  <a:pt x="306" y="543"/>
                  <a:pt x="390" y="468"/>
                  <a:pt x="624" y="468"/>
                </a:cubicBezTo>
                <a:cubicBezTo>
                  <a:pt x="790" y="468"/>
                  <a:pt x="956" y="593"/>
                  <a:pt x="956" y="593"/>
                </a:cubicBezTo>
                <a:cubicBezTo>
                  <a:pt x="1021" y="635"/>
                  <a:pt x="1061" y="632"/>
                  <a:pt x="1115" y="581"/>
                </a:cubicBezTo>
                <a:cubicBezTo>
                  <a:pt x="1115" y="581"/>
                  <a:pt x="1186" y="522"/>
                  <a:pt x="1186" y="466"/>
                </a:cubicBezTo>
                <a:cubicBezTo>
                  <a:pt x="1186" y="381"/>
                  <a:pt x="986" y="260"/>
                  <a:pt x="773" y="217"/>
                </a:cubicBezTo>
                <a:lnTo>
                  <a:pt x="773" y="69"/>
                </a:lnTo>
                <a:cubicBezTo>
                  <a:pt x="773" y="31"/>
                  <a:pt x="736" y="0"/>
                  <a:pt x="689" y="0"/>
                </a:cubicBezTo>
                <a:lnTo>
                  <a:pt x="592" y="0"/>
                </a:lnTo>
                <a:cubicBezTo>
                  <a:pt x="545" y="0"/>
                  <a:pt x="507" y="31"/>
                  <a:pt x="507" y="69"/>
                </a:cubicBezTo>
                <a:lnTo>
                  <a:pt x="507" y="207"/>
                </a:lnTo>
                <a:cubicBezTo>
                  <a:pt x="175" y="240"/>
                  <a:pt x="0" y="412"/>
                  <a:pt x="0" y="616"/>
                </a:cubicBezTo>
                <a:cubicBezTo>
                  <a:pt x="0" y="858"/>
                  <a:pt x="228" y="953"/>
                  <a:pt x="482" y="1019"/>
                </a:cubicBezTo>
                <a:cubicBezTo>
                  <a:pt x="516" y="1027"/>
                  <a:pt x="715" y="1077"/>
                  <a:pt x="747" y="1084"/>
                </a:cubicBezTo>
                <a:cubicBezTo>
                  <a:pt x="935" y="1130"/>
                  <a:pt x="975" y="1201"/>
                  <a:pt x="975" y="1247"/>
                </a:cubicBezTo>
                <a:cubicBezTo>
                  <a:pt x="975" y="1326"/>
                  <a:pt x="890" y="1400"/>
                  <a:pt x="655" y="1400"/>
                </a:cubicBezTo>
                <a:cubicBezTo>
                  <a:pt x="489" y="1400"/>
                  <a:pt x="263" y="1261"/>
                  <a:pt x="263" y="1261"/>
                </a:cubicBezTo>
                <a:cubicBezTo>
                  <a:pt x="201" y="1221"/>
                  <a:pt x="142" y="1232"/>
                  <a:pt x="90" y="1293"/>
                </a:cubicBezTo>
                <a:cubicBezTo>
                  <a:pt x="90" y="1293"/>
                  <a:pt x="48" y="1343"/>
                  <a:pt x="48" y="1402"/>
                </a:cubicBezTo>
                <a:cubicBezTo>
                  <a:pt x="48" y="1491"/>
                  <a:pt x="284" y="1608"/>
                  <a:pt x="507" y="1652"/>
                </a:cubicBezTo>
                <a:lnTo>
                  <a:pt x="507" y="1800"/>
                </a:lnTo>
                <a:cubicBezTo>
                  <a:pt x="507" y="1838"/>
                  <a:pt x="545" y="1869"/>
                  <a:pt x="592" y="1869"/>
                </a:cubicBezTo>
                <a:lnTo>
                  <a:pt x="689" y="1869"/>
                </a:lnTo>
                <a:cubicBezTo>
                  <a:pt x="736" y="1869"/>
                  <a:pt x="773" y="1838"/>
                  <a:pt x="773" y="1800"/>
                </a:cubicBezTo>
                <a:lnTo>
                  <a:pt x="773" y="1661"/>
                </a:lnTo>
                <a:cubicBezTo>
                  <a:pt x="1124" y="1624"/>
                  <a:pt x="1281" y="1439"/>
                  <a:pt x="1281" y="1241"/>
                </a:cubicBezTo>
                <a:cubicBezTo>
                  <a:pt x="1281" y="1050"/>
                  <a:pt x="1132" y="895"/>
                  <a:pt x="834" y="822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sp>
        <p:nvSpPr>
          <p:cNvPr id="3090" name="Freeform 18">
            <a:extLst>
              <a:ext uri="{FF2B5EF4-FFF2-40B4-BE49-F238E27FC236}">
                <a16:creationId xmlns:a16="http://schemas.microsoft.com/office/drawing/2014/main" id="{C46A418F-7EA1-2B46-9836-654AA2C1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1584" y="3271574"/>
            <a:ext cx="494771" cy="493448"/>
          </a:xfrm>
          <a:custGeom>
            <a:avLst/>
            <a:gdLst>
              <a:gd name="T0" fmla="*/ 519 w 1648"/>
              <a:gd name="T1" fmla="*/ 823 h 1647"/>
              <a:gd name="T2" fmla="*/ 823 w 1648"/>
              <a:gd name="T3" fmla="*/ 520 h 1647"/>
              <a:gd name="T4" fmla="*/ 1127 w 1648"/>
              <a:gd name="T5" fmla="*/ 823 h 1647"/>
              <a:gd name="T6" fmla="*/ 823 w 1648"/>
              <a:gd name="T7" fmla="*/ 1126 h 1647"/>
              <a:gd name="T8" fmla="*/ 519 w 1648"/>
              <a:gd name="T9" fmla="*/ 823 h 1647"/>
              <a:gd name="T10" fmla="*/ 1411 w 1648"/>
              <a:gd name="T11" fmla="*/ 672 h 1647"/>
              <a:gd name="T12" fmla="*/ 1346 w 1648"/>
              <a:gd name="T13" fmla="*/ 515 h 1647"/>
              <a:gd name="T14" fmla="*/ 1469 w 1648"/>
              <a:gd name="T15" fmla="*/ 347 h 1647"/>
              <a:gd name="T16" fmla="*/ 1465 w 1648"/>
              <a:gd name="T17" fmla="*/ 301 h 1647"/>
              <a:gd name="T18" fmla="*/ 1346 w 1648"/>
              <a:gd name="T19" fmla="*/ 182 h 1647"/>
              <a:gd name="T20" fmla="*/ 1300 w 1648"/>
              <a:gd name="T21" fmla="*/ 178 h 1647"/>
              <a:gd name="T22" fmla="*/ 1132 w 1648"/>
              <a:gd name="T23" fmla="*/ 301 h 1647"/>
              <a:gd name="T24" fmla="*/ 974 w 1648"/>
              <a:gd name="T25" fmla="*/ 235 h 1647"/>
              <a:gd name="T26" fmla="*/ 942 w 1648"/>
              <a:gd name="T27" fmla="*/ 30 h 1647"/>
              <a:gd name="T28" fmla="*/ 907 w 1648"/>
              <a:gd name="T29" fmla="*/ 0 h 1647"/>
              <a:gd name="T30" fmla="*/ 739 w 1648"/>
              <a:gd name="T31" fmla="*/ 0 h 1647"/>
              <a:gd name="T32" fmla="*/ 704 w 1648"/>
              <a:gd name="T33" fmla="*/ 30 h 1647"/>
              <a:gd name="T34" fmla="*/ 672 w 1648"/>
              <a:gd name="T35" fmla="*/ 235 h 1647"/>
              <a:gd name="T36" fmla="*/ 514 w 1648"/>
              <a:gd name="T37" fmla="*/ 301 h 1647"/>
              <a:gd name="T38" fmla="*/ 346 w 1648"/>
              <a:gd name="T39" fmla="*/ 178 h 1647"/>
              <a:gd name="T40" fmla="*/ 300 w 1648"/>
              <a:gd name="T41" fmla="*/ 182 h 1647"/>
              <a:gd name="T42" fmla="*/ 181 w 1648"/>
              <a:gd name="T43" fmla="*/ 301 h 1647"/>
              <a:gd name="T44" fmla="*/ 178 w 1648"/>
              <a:gd name="T45" fmla="*/ 347 h 1647"/>
              <a:gd name="T46" fmla="*/ 300 w 1648"/>
              <a:gd name="T47" fmla="*/ 515 h 1647"/>
              <a:gd name="T48" fmla="*/ 235 w 1648"/>
              <a:gd name="T49" fmla="*/ 672 h 1647"/>
              <a:gd name="T50" fmla="*/ 29 w 1648"/>
              <a:gd name="T51" fmla="*/ 704 h 1647"/>
              <a:gd name="T52" fmla="*/ 0 w 1648"/>
              <a:gd name="T53" fmla="*/ 739 h 1647"/>
              <a:gd name="T54" fmla="*/ 0 w 1648"/>
              <a:gd name="T55" fmla="*/ 907 h 1647"/>
              <a:gd name="T56" fmla="*/ 29 w 1648"/>
              <a:gd name="T57" fmla="*/ 942 h 1647"/>
              <a:gd name="T58" fmla="*/ 235 w 1648"/>
              <a:gd name="T59" fmla="*/ 974 h 1647"/>
              <a:gd name="T60" fmla="*/ 300 w 1648"/>
              <a:gd name="T61" fmla="*/ 1132 h 1647"/>
              <a:gd name="T62" fmla="*/ 178 w 1648"/>
              <a:gd name="T63" fmla="*/ 1300 h 1647"/>
              <a:gd name="T64" fmla="*/ 181 w 1648"/>
              <a:gd name="T65" fmla="*/ 1346 h 1647"/>
              <a:gd name="T66" fmla="*/ 300 w 1648"/>
              <a:gd name="T67" fmla="*/ 1465 h 1647"/>
              <a:gd name="T68" fmla="*/ 346 w 1648"/>
              <a:gd name="T69" fmla="*/ 1468 h 1647"/>
              <a:gd name="T70" fmla="*/ 514 w 1648"/>
              <a:gd name="T71" fmla="*/ 1345 h 1647"/>
              <a:gd name="T72" fmla="*/ 672 w 1648"/>
              <a:gd name="T73" fmla="*/ 1411 h 1647"/>
              <a:gd name="T74" fmla="*/ 704 w 1648"/>
              <a:gd name="T75" fmla="*/ 1616 h 1647"/>
              <a:gd name="T76" fmla="*/ 739 w 1648"/>
              <a:gd name="T77" fmla="*/ 1646 h 1647"/>
              <a:gd name="T78" fmla="*/ 907 w 1648"/>
              <a:gd name="T79" fmla="*/ 1646 h 1647"/>
              <a:gd name="T80" fmla="*/ 942 w 1648"/>
              <a:gd name="T81" fmla="*/ 1616 h 1647"/>
              <a:gd name="T82" fmla="*/ 974 w 1648"/>
              <a:gd name="T83" fmla="*/ 1411 h 1647"/>
              <a:gd name="T84" fmla="*/ 1132 w 1648"/>
              <a:gd name="T85" fmla="*/ 1345 h 1647"/>
              <a:gd name="T86" fmla="*/ 1300 w 1648"/>
              <a:gd name="T87" fmla="*/ 1468 h 1647"/>
              <a:gd name="T88" fmla="*/ 1346 w 1648"/>
              <a:gd name="T89" fmla="*/ 1465 h 1647"/>
              <a:gd name="T90" fmla="*/ 1465 w 1648"/>
              <a:gd name="T91" fmla="*/ 1345 h 1647"/>
              <a:gd name="T92" fmla="*/ 1469 w 1648"/>
              <a:gd name="T93" fmla="*/ 1300 h 1647"/>
              <a:gd name="T94" fmla="*/ 1346 w 1648"/>
              <a:gd name="T95" fmla="*/ 1132 h 1647"/>
              <a:gd name="T96" fmla="*/ 1411 w 1648"/>
              <a:gd name="T97" fmla="*/ 974 h 1647"/>
              <a:gd name="T98" fmla="*/ 1617 w 1648"/>
              <a:gd name="T99" fmla="*/ 942 h 1647"/>
              <a:gd name="T100" fmla="*/ 1647 w 1648"/>
              <a:gd name="T101" fmla="*/ 907 h 1647"/>
              <a:gd name="T102" fmla="*/ 1647 w 1648"/>
              <a:gd name="T103" fmla="*/ 739 h 1647"/>
              <a:gd name="T104" fmla="*/ 1617 w 1648"/>
              <a:gd name="T105" fmla="*/ 704 h 1647"/>
              <a:gd name="T106" fmla="*/ 1411 w 1648"/>
              <a:gd name="T107" fmla="*/ 672 h 16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48" h="1647">
                <a:moveTo>
                  <a:pt x="519" y="823"/>
                </a:moveTo>
                <a:cubicBezTo>
                  <a:pt x="519" y="655"/>
                  <a:pt x="655" y="520"/>
                  <a:pt x="823" y="520"/>
                </a:cubicBezTo>
                <a:cubicBezTo>
                  <a:pt x="991" y="520"/>
                  <a:pt x="1127" y="655"/>
                  <a:pt x="1127" y="823"/>
                </a:cubicBezTo>
                <a:cubicBezTo>
                  <a:pt x="1127" y="990"/>
                  <a:pt x="991" y="1126"/>
                  <a:pt x="823" y="1126"/>
                </a:cubicBezTo>
                <a:cubicBezTo>
                  <a:pt x="655" y="1126"/>
                  <a:pt x="519" y="990"/>
                  <a:pt x="519" y="823"/>
                </a:cubicBezTo>
                <a:close/>
                <a:moveTo>
                  <a:pt x="1411" y="672"/>
                </a:moveTo>
                <a:cubicBezTo>
                  <a:pt x="1397" y="615"/>
                  <a:pt x="1375" y="562"/>
                  <a:pt x="1346" y="515"/>
                </a:cubicBezTo>
                <a:lnTo>
                  <a:pt x="1469" y="347"/>
                </a:lnTo>
                <a:cubicBezTo>
                  <a:pt x="1478" y="333"/>
                  <a:pt x="1477" y="313"/>
                  <a:pt x="1465" y="301"/>
                </a:cubicBezTo>
                <a:lnTo>
                  <a:pt x="1346" y="182"/>
                </a:lnTo>
                <a:cubicBezTo>
                  <a:pt x="1334" y="170"/>
                  <a:pt x="1314" y="168"/>
                  <a:pt x="1300" y="178"/>
                </a:cubicBezTo>
                <a:lnTo>
                  <a:pt x="1132" y="301"/>
                </a:lnTo>
                <a:cubicBezTo>
                  <a:pt x="1084" y="272"/>
                  <a:pt x="1030" y="250"/>
                  <a:pt x="974" y="235"/>
                </a:cubicBezTo>
                <a:lnTo>
                  <a:pt x="942" y="30"/>
                </a:lnTo>
                <a:cubicBezTo>
                  <a:pt x="940" y="14"/>
                  <a:pt x="924" y="0"/>
                  <a:pt x="907" y="0"/>
                </a:cubicBezTo>
                <a:lnTo>
                  <a:pt x="739" y="0"/>
                </a:lnTo>
                <a:cubicBezTo>
                  <a:pt x="722" y="0"/>
                  <a:pt x="707" y="14"/>
                  <a:pt x="704" y="30"/>
                </a:cubicBezTo>
                <a:lnTo>
                  <a:pt x="672" y="235"/>
                </a:lnTo>
                <a:cubicBezTo>
                  <a:pt x="616" y="250"/>
                  <a:pt x="563" y="272"/>
                  <a:pt x="514" y="301"/>
                </a:cubicBezTo>
                <a:lnTo>
                  <a:pt x="346" y="178"/>
                </a:lnTo>
                <a:cubicBezTo>
                  <a:pt x="333" y="168"/>
                  <a:pt x="312" y="170"/>
                  <a:pt x="300" y="182"/>
                </a:cubicBezTo>
                <a:lnTo>
                  <a:pt x="181" y="301"/>
                </a:lnTo>
                <a:cubicBezTo>
                  <a:pt x="169" y="313"/>
                  <a:pt x="168" y="333"/>
                  <a:pt x="178" y="347"/>
                </a:cubicBezTo>
                <a:lnTo>
                  <a:pt x="300" y="515"/>
                </a:lnTo>
                <a:cubicBezTo>
                  <a:pt x="271" y="562"/>
                  <a:pt x="249" y="615"/>
                  <a:pt x="235" y="672"/>
                </a:cubicBezTo>
                <a:lnTo>
                  <a:pt x="29" y="704"/>
                </a:lnTo>
                <a:cubicBezTo>
                  <a:pt x="13" y="706"/>
                  <a:pt x="0" y="722"/>
                  <a:pt x="0" y="739"/>
                </a:cubicBezTo>
                <a:lnTo>
                  <a:pt x="0" y="907"/>
                </a:lnTo>
                <a:cubicBezTo>
                  <a:pt x="0" y="924"/>
                  <a:pt x="13" y="939"/>
                  <a:pt x="29" y="942"/>
                </a:cubicBezTo>
                <a:lnTo>
                  <a:pt x="235" y="974"/>
                </a:lnTo>
                <a:cubicBezTo>
                  <a:pt x="249" y="1030"/>
                  <a:pt x="271" y="1083"/>
                  <a:pt x="300" y="1132"/>
                </a:cubicBezTo>
                <a:lnTo>
                  <a:pt x="178" y="1300"/>
                </a:lnTo>
                <a:cubicBezTo>
                  <a:pt x="168" y="1313"/>
                  <a:pt x="169" y="1334"/>
                  <a:pt x="181" y="1346"/>
                </a:cubicBezTo>
                <a:lnTo>
                  <a:pt x="300" y="1465"/>
                </a:lnTo>
                <a:cubicBezTo>
                  <a:pt x="312" y="1477"/>
                  <a:pt x="333" y="1478"/>
                  <a:pt x="346" y="1468"/>
                </a:cubicBezTo>
                <a:lnTo>
                  <a:pt x="514" y="1345"/>
                </a:lnTo>
                <a:cubicBezTo>
                  <a:pt x="563" y="1374"/>
                  <a:pt x="616" y="1397"/>
                  <a:pt x="672" y="1411"/>
                </a:cubicBezTo>
                <a:lnTo>
                  <a:pt x="704" y="1616"/>
                </a:lnTo>
                <a:cubicBezTo>
                  <a:pt x="707" y="1633"/>
                  <a:pt x="722" y="1646"/>
                  <a:pt x="739" y="1646"/>
                </a:cubicBezTo>
                <a:lnTo>
                  <a:pt x="907" y="1646"/>
                </a:lnTo>
                <a:cubicBezTo>
                  <a:pt x="924" y="1646"/>
                  <a:pt x="940" y="1633"/>
                  <a:pt x="942" y="1616"/>
                </a:cubicBezTo>
                <a:lnTo>
                  <a:pt x="974" y="1411"/>
                </a:lnTo>
                <a:cubicBezTo>
                  <a:pt x="1030" y="1397"/>
                  <a:pt x="1084" y="1374"/>
                  <a:pt x="1132" y="1345"/>
                </a:cubicBezTo>
                <a:lnTo>
                  <a:pt x="1300" y="1468"/>
                </a:lnTo>
                <a:cubicBezTo>
                  <a:pt x="1314" y="1478"/>
                  <a:pt x="1334" y="1476"/>
                  <a:pt x="1346" y="1465"/>
                </a:cubicBezTo>
                <a:lnTo>
                  <a:pt x="1465" y="1345"/>
                </a:lnTo>
                <a:cubicBezTo>
                  <a:pt x="1477" y="1334"/>
                  <a:pt x="1478" y="1313"/>
                  <a:pt x="1469" y="1300"/>
                </a:cubicBezTo>
                <a:lnTo>
                  <a:pt x="1346" y="1132"/>
                </a:lnTo>
                <a:cubicBezTo>
                  <a:pt x="1375" y="1083"/>
                  <a:pt x="1397" y="1030"/>
                  <a:pt x="1411" y="974"/>
                </a:cubicBezTo>
                <a:lnTo>
                  <a:pt x="1617" y="942"/>
                </a:lnTo>
                <a:cubicBezTo>
                  <a:pt x="1633" y="939"/>
                  <a:pt x="1647" y="924"/>
                  <a:pt x="1647" y="907"/>
                </a:cubicBezTo>
                <a:lnTo>
                  <a:pt x="1647" y="739"/>
                </a:lnTo>
                <a:cubicBezTo>
                  <a:pt x="1647" y="722"/>
                  <a:pt x="1633" y="706"/>
                  <a:pt x="1617" y="704"/>
                </a:cubicBezTo>
                <a:lnTo>
                  <a:pt x="1411" y="6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UA" sz="1500"/>
          </a:p>
        </p:txBody>
      </p:sp>
      <p:sp>
        <p:nvSpPr>
          <p:cNvPr id="3124" name="Text Box 52">
            <a:extLst>
              <a:ext uri="{FF2B5EF4-FFF2-40B4-BE49-F238E27FC236}">
                <a16:creationId xmlns:a16="http://schemas.microsoft.com/office/drawing/2014/main" id="{5098B402-74BD-CD48-BC79-7C6974C49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728" y="1628666"/>
            <a:ext cx="82285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ctr">
              <a:lnSpc>
                <a:spcPct val="102000"/>
              </a:lnSpc>
            </a:pPr>
            <a:r>
              <a:rPr lang="en" sz="2000" b="1" dirty="0">
                <a:latin typeface="Montserrat" pitchFamily="2" charset="0"/>
              </a:rPr>
              <a:t> </a:t>
            </a:r>
          </a:p>
          <a:p>
            <a:pPr algn="ctr">
              <a:lnSpc>
                <a:spcPct val="102000"/>
              </a:lnSpc>
            </a:pPr>
            <a:endParaRPr lang="en-US" altLang="ru-UA" sz="2000" b="1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3160" name="Text Box 88">
            <a:extLst>
              <a:ext uri="{FF2B5EF4-FFF2-40B4-BE49-F238E27FC236}">
                <a16:creationId xmlns:a16="http://schemas.microsoft.com/office/drawing/2014/main" id="{6DD647A3-8FDC-6647-BA3C-5AE93F418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287" y="571318"/>
            <a:ext cx="7777427" cy="60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ctr">
              <a:lnSpc>
                <a:spcPct val="102000"/>
              </a:lnSpc>
            </a:pPr>
            <a:r>
              <a:rPr lang="en-US" altLang="ru-UA" sz="3917" b="1" dirty="0">
                <a:solidFill>
                  <a:srgbClr val="000000"/>
                </a:solidFill>
                <a:latin typeface="Montserrat" pitchFamily="2" charset="0"/>
              </a:rPr>
              <a:t> 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64D63C-E4BA-BA4D-BA6A-C5745DAEE939}"/>
              </a:ext>
            </a:extLst>
          </p:cNvPr>
          <p:cNvSpPr/>
          <p:nvPr/>
        </p:nvSpPr>
        <p:spPr>
          <a:xfrm>
            <a:off x="1190467" y="5577570"/>
            <a:ext cx="8813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STEP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38CD2B2-5E8A-CF4B-850E-8664562F9612}"/>
              </a:ext>
            </a:extLst>
          </p:cNvPr>
          <p:cNvSpPr/>
          <p:nvPr/>
        </p:nvSpPr>
        <p:spPr>
          <a:xfrm>
            <a:off x="991525" y="1991161"/>
            <a:ext cx="1279262" cy="45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83" dirty="0">
                <a:latin typeface="Open Sans" panose="020B0606030504020204" pitchFamily="34" charset="0"/>
              </a:rPr>
              <a:t> </a:t>
            </a:r>
            <a:endParaRPr lang="en" sz="1183" dirty="0">
              <a:latin typeface="Open Sans" panose="020B0606030504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43A16A3-607F-9D4A-8ED4-D3C7493B3BA6}"/>
              </a:ext>
            </a:extLst>
          </p:cNvPr>
          <p:cNvSpPr/>
          <p:nvPr/>
        </p:nvSpPr>
        <p:spPr>
          <a:xfrm>
            <a:off x="1276665" y="5836384"/>
            <a:ext cx="708983" cy="65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UA" sz="3667" b="1" dirty="0">
                <a:latin typeface="Montserrat" pitchFamily="2" charset="0"/>
              </a:rPr>
              <a:t>0</a:t>
            </a:r>
            <a:r>
              <a:rPr lang="en-US" sz="3667" b="1" dirty="0">
                <a:latin typeface="Montserrat" pitchFamily="2" charset="0"/>
              </a:rPr>
              <a:t>1</a:t>
            </a:r>
            <a:endParaRPr lang="ru-UA" sz="3667" dirty="0">
              <a:latin typeface="Montserrat" pitchFamily="2" charset="0"/>
            </a:endParaRPr>
          </a:p>
        </p:txBody>
      </p:sp>
      <p:sp>
        <p:nvSpPr>
          <p:cNvPr id="102" name="Text Box 52">
            <a:extLst>
              <a:ext uri="{FF2B5EF4-FFF2-40B4-BE49-F238E27FC236}">
                <a16:creationId xmlns:a16="http://schemas.microsoft.com/office/drawing/2014/main" id="{0467A5D8-AEB4-A747-BCF3-3555AABDE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403" y="6083613"/>
            <a:ext cx="82285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ctr">
              <a:lnSpc>
                <a:spcPct val="102000"/>
              </a:lnSpc>
            </a:pPr>
            <a:r>
              <a:rPr lang="en" sz="2000" b="1" dirty="0">
                <a:latin typeface="Montserrat" pitchFamily="2" charset="0"/>
              </a:rPr>
              <a:t> </a:t>
            </a:r>
          </a:p>
          <a:p>
            <a:pPr algn="ctr">
              <a:lnSpc>
                <a:spcPct val="102000"/>
              </a:lnSpc>
            </a:pPr>
            <a:endParaRPr lang="en-US" altLang="ru-UA" sz="2000" b="1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2DD574B2-CCBC-5D44-887C-4193933E79CE}"/>
              </a:ext>
            </a:extLst>
          </p:cNvPr>
          <p:cNvSpPr/>
          <p:nvPr/>
        </p:nvSpPr>
        <p:spPr>
          <a:xfrm>
            <a:off x="2790831" y="5240847"/>
            <a:ext cx="1279262" cy="45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83" dirty="0">
                <a:latin typeface="Open Sans" panose="020B0606030504020204" pitchFamily="34" charset="0"/>
              </a:rPr>
              <a:t>  </a:t>
            </a:r>
            <a:endParaRPr lang="en" sz="1183" dirty="0">
              <a:latin typeface="Open Sans" panose="020B0606030504020204" pitchFamily="34" charset="0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5782CF18-E044-1743-A7CF-6FD0646CCF00}"/>
              </a:ext>
            </a:extLst>
          </p:cNvPr>
          <p:cNvSpPr/>
          <p:nvPr/>
        </p:nvSpPr>
        <p:spPr>
          <a:xfrm>
            <a:off x="2976404" y="1628320"/>
            <a:ext cx="8813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STEP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B5BE3F99-1904-3A4F-8D14-AA54639F522D}"/>
              </a:ext>
            </a:extLst>
          </p:cNvPr>
          <p:cNvSpPr/>
          <p:nvPr/>
        </p:nvSpPr>
        <p:spPr>
          <a:xfrm>
            <a:off x="3022498" y="1887134"/>
            <a:ext cx="792655" cy="65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UA" sz="3667" b="1" dirty="0">
                <a:latin typeface="Montserrat" pitchFamily="2" charset="0"/>
              </a:rPr>
              <a:t>0</a:t>
            </a:r>
            <a:r>
              <a:rPr lang="en-US" sz="3667" b="1" dirty="0">
                <a:latin typeface="Montserrat" pitchFamily="2" charset="0"/>
              </a:rPr>
              <a:t>2</a:t>
            </a:r>
            <a:endParaRPr lang="ru-UA" sz="3667" dirty="0">
              <a:latin typeface="Montserrat" pitchFamily="2" charset="0"/>
            </a:endParaRPr>
          </a:p>
        </p:txBody>
      </p:sp>
      <p:sp>
        <p:nvSpPr>
          <p:cNvPr id="108" name="Text Box 52">
            <a:extLst>
              <a:ext uri="{FF2B5EF4-FFF2-40B4-BE49-F238E27FC236}">
                <a16:creationId xmlns:a16="http://schemas.microsoft.com/office/drawing/2014/main" id="{227CA6D3-A3BF-5942-9B87-0A1237CCD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603" y="1628666"/>
            <a:ext cx="82285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ctr">
              <a:lnSpc>
                <a:spcPct val="102000"/>
              </a:lnSpc>
            </a:pPr>
            <a:r>
              <a:rPr lang="en" sz="2000" b="1" dirty="0">
                <a:latin typeface="Montserrat" pitchFamily="2" charset="0"/>
              </a:rPr>
              <a:t> </a:t>
            </a:r>
          </a:p>
          <a:p>
            <a:pPr algn="ctr">
              <a:lnSpc>
                <a:spcPct val="102000"/>
              </a:lnSpc>
            </a:pPr>
            <a:endParaRPr lang="en-US" altLang="ru-UA" sz="2000" b="1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8AE2C19F-B9B8-CF4B-8DFA-AADA91332F32}"/>
              </a:ext>
            </a:extLst>
          </p:cNvPr>
          <p:cNvSpPr/>
          <p:nvPr/>
        </p:nvSpPr>
        <p:spPr>
          <a:xfrm>
            <a:off x="4762342" y="5577570"/>
            <a:ext cx="8813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STEP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4470F22C-3855-A145-9423-D9407F0105B1}"/>
              </a:ext>
            </a:extLst>
          </p:cNvPr>
          <p:cNvSpPr/>
          <p:nvPr/>
        </p:nvSpPr>
        <p:spPr>
          <a:xfrm>
            <a:off x="4563400" y="1991161"/>
            <a:ext cx="1279262" cy="45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83" dirty="0">
                <a:latin typeface="Open Sans" panose="020B0606030504020204" pitchFamily="34" charset="0"/>
              </a:rPr>
              <a:t> </a:t>
            </a:r>
            <a:endParaRPr lang="en" sz="1183" dirty="0">
              <a:latin typeface="Open Sans" panose="020B0606030504020204" pitchFamily="34" charset="0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BF5A0440-525D-8241-8536-5701AE1110E1}"/>
              </a:ext>
            </a:extLst>
          </p:cNvPr>
          <p:cNvSpPr/>
          <p:nvPr/>
        </p:nvSpPr>
        <p:spPr>
          <a:xfrm>
            <a:off x="4780384" y="5836384"/>
            <a:ext cx="845293" cy="65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UA" sz="3667" b="1" dirty="0">
                <a:latin typeface="Montserrat" pitchFamily="2" charset="0"/>
              </a:rPr>
              <a:t>0</a:t>
            </a:r>
            <a:r>
              <a:rPr lang="en-US" sz="3667" b="1" dirty="0">
                <a:latin typeface="Montserrat" pitchFamily="2" charset="0"/>
              </a:rPr>
              <a:t>3</a:t>
            </a:r>
            <a:endParaRPr lang="ru-UA" sz="3667" dirty="0">
              <a:latin typeface="Montserrat" pitchFamily="2" charset="0"/>
            </a:endParaRPr>
          </a:p>
        </p:txBody>
      </p:sp>
      <p:sp>
        <p:nvSpPr>
          <p:cNvPr id="112" name="Text Box 52">
            <a:extLst>
              <a:ext uri="{FF2B5EF4-FFF2-40B4-BE49-F238E27FC236}">
                <a16:creationId xmlns:a16="http://schemas.microsoft.com/office/drawing/2014/main" id="{E3B4FCBB-5E4D-1D46-9728-793DD2C96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3478" y="1628666"/>
            <a:ext cx="82285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ctr">
              <a:lnSpc>
                <a:spcPct val="102000"/>
              </a:lnSpc>
            </a:pPr>
            <a:r>
              <a:rPr lang="en" sz="2000" b="1" dirty="0">
                <a:latin typeface="Montserrat" pitchFamily="2" charset="0"/>
              </a:rPr>
              <a:t> </a:t>
            </a:r>
          </a:p>
          <a:p>
            <a:pPr algn="ctr">
              <a:lnSpc>
                <a:spcPct val="102000"/>
              </a:lnSpc>
            </a:pPr>
            <a:endParaRPr lang="en-US" altLang="ru-UA" sz="2000" b="1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D5696246-E96A-1F48-904C-64B450FCB409}"/>
              </a:ext>
            </a:extLst>
          </p:cNvPr>
          <p:cNvSpPr/>
          <p:nvPr/>
        </p:nvSpPr>
        <p:spPr>
          <a:xfrm>
            <a:off x="8334217" y="5577570"/>
            <a:ext cx="8813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STEP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F42B61FA-A7B0-DD4C-9505-357C1F732EA2}"/>
              </a:ext>
            </a:extLst>
          </p:cNvPr>
          <p:cNvSpPr/>
          <p:nvPr/>
        </p:nvSpPr>
        <p:spPr>
          <a:xfrm>
            <a:off x="8135275" y="1991161"/>
            <a:ext cx="1279262" cy="45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83" dirty="0">
                <a:latin typeface="Open Sans" panose="020B0606030504020204" pitchFamily="34" charset="0"/>
              </a:rPr>
              <a:t> </a:t>
            </a:r>
            <a:endParaRPr lang="en" sz="1183" dirty="0">
              <a:latin typeface="Open Sans" panose="020B0606030504020204" pitchFamily="34" charset="0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37886CDC-4F8D-B645-9F84-9503E3002CFC}"/>
              </a:ext>
            </a:extLst>
          </p:cNvPr>
          <p:cNvSpPr/>
          <p:nvPr/>
        </p:nvSpPr>
        <p:spPr>
          <a:xfrm>
            <a:off x="8366942" y="5849752"/>
            <a:ext cx="822855" cy="65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UA" sz="3667" b="1" dirty="0">
                <a:latin typeface="Montserrat" pitchFamily="2" charset="0"/>
              </a:rPr>
              <a:t>0</a:t>
            </a:r>
            <a:r>
              <a:rPr lang="en-US" sz="3667" b="1" dirty="0">
                <a:latin typeface="Montserrat" pitchFamily="2" charset="0"/>
              </a:rPr>
              <a:t>5</a:t>
            </a:r>
            <a:endParaRPr lang="ru-UA" sz="3667" dirty="0">
              <a:latin typeface="Montserrat" pitchFamily="2" charset="0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5EE0FF5A-FB3D-EA4B-A460-01A954BA127B}"/>
              </a:ext>
            </a:extLst>
          </p:cNvPr>
          <p:cNvSpPr/>
          <p:nvPr/>
        </p:nvSpPr>
        <p:spPr>
          <a:xfrm>
            <a:off x="6548279" y="1628320"/>
            <a:ext cx="8813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STEP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D25ED095-3517-0C4B-9409-20022981235A}"/>
              </a:ext>
            </a:extLst>
          </p:cNvPr>
          <p:cNvSpPr/>
          <p:nvPr/>
        </p:nvSpPr>
        <p:spPr>
          <a:xfrm>
            <a:off x="6548279" y="1887134"/>
            <a:ext cx="838749" cy="65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UA" sz="3667" b="1" dirty="0">
                <a:latin typeface="Montserrat" pitchFamily="2" charset="0"/>
              </a:rPr>
              <a:t>0</a:t>
            </a:r>
            <a:r>
              <a:rPr lang="en-US" sz="3667" b="1" dirty="0">
                <a:latin typeface="Montserrat" pitchFamily="2" charset="0"/>
              </a:rPr>
              <a:t>4</a:t>
            </a:r>
            <a:endParaRPr lang="ru-UA" sz="3667" dirty="0">
              <a:latin typeface="Montserrat" pitchFamily="2" charset="0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5191E858-E60E-D24C-BBD2-12835CC73EB8}"/>
              </a:ext>
            </a:extLst>
          </p:cNvPr>
          <p:cNvSpPr/>
          <p:nvPr/>
        </p:nvSpPr>
        <p:spPr>
          <a:xfrm>
            <a:off x="10120154" y="1628320"/>
            <a:ext cx="8813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latin typeface="Montserrat" pitchFamily="2" charset="0"/>
              </a:rPr>
              <a:t>STEP</a:t>
            </a:r>
            <a:endParaRPr lang="en" sz="2000" dirty="0">
              <a:latin typeface="Montserrat" pitchFamily="2" charset="0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C2290AAA-817A-1D48-B455-92F68B234AF8}"/>
              </a:ext>
            </a:extLst>
          </p:cNvPr>
          <p:cNvSpPr/>
          <p:nvPr/>
        </p:nvSpPr>
        <p:spPr>
          <a:xfrm>
            <a:off x="10166248" y="1887134"/>
            <a:ext cx="765919" cy="122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UA" sz="3667" b="1" dirty="0">
                <a:latin typeface="Montserrat" pitchFamily="2" charset="0"/>
              </a:rPr>
              <a:t>0</a:t>
            </a:r>
            <a:r>
              <a:rPr lang="en-US" sz="3667" b="1" dirty="0">
                <a:latin typeface="Montserrat" pitchFamily="2" charset="0"/>
              </a:rPr>
              <a:t>6</a:t>
            </a:r>
            <a:endParaRPr lang="ru-UA" sz="3667" dirty="0">
              <a:latin typeface="Montserrat" pitchFamily="2" charset="0"/>
            </a:endParaRPr>
          </a:p>
        </p:txBody>
      </p:sp>
      <p:sp>
        <p:nvSpPr>
          <p:cNvPr id="124" name="Text Box 52">
            <a:extLst>
              <a:ext uri="{FF2B5EF4-FFF2-40B4-BE49-F238E27FC236}">
                <a16:creationId xmlns:a16="http://schemas.microsoft.com/office/drawing/2014/main" id="{7CAC5A9F-F926-954C-A37A-8A61D39E5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278" y="6083613"/>
            <a:ext cx="82285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ctr">
              <a:lnSpc>
                <a:spcPct val="102000"/>
              </a:lnSpc>
            </a:pPr>
            <a:r>
              <a:rPr lang="en" sz="2000" b="1" dirty="0">
                <a:latin typeface="Montserrat" pitchFamily="2" charset="0"/>
              </a:rPr>
              <a:t> </a:t>
            </a:r>
          </a:p>
          <a:p>
            <a:pPr algn="ctr">
              <a:lnSpc>
                <a:spcPct val="102000"/>
              </a:lnSpc>
            </a:pPr>
            <a:endParaRPr lang="en-US" altLang="ru-UA" sz="2000" b="1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7613F05D-3996-B949-9AFB-43CC8774D19C}"/>
              </a:ext>
            </a:extLst>
          </p:cNvPr>
          <p:cNvSpPr/>
          <p:nvPr/>
        </p:nvSpPr>
        <p:spPr>
          <a:xfrm>
            <a:off x="6362706" y="5240847"/>
            <a:ext cx="1279262" cy="45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83" dirty="0">
                <a:latin typeface="Open Sans" panose="020B0606030504020204" pitchFamily="34" charset="0"/>
              </a:rPr>
              <a:t> </a:t>
            </a:r>
            <a:endParaRPr lang="en" sz="1183" dirty="0">
              <a:latin typeface="Open Sans" panose="020B0606030504020204" pitchFamily="34" charset="0"/>
            </a:endParaRPr>
          </a:p>
        </p:txBody>
      </p:sp>
      <p:sp>
        <p:nvSpPr>
          <p:cNvPr id="126" name="Text Box 52">
            <a:extLst>
              <a:ext uri="{FF2B5EF4-FFF2-40B4-BE49-F238E27FC236}">
                <a16:creationId xmlns:a16="http://schemas.microsoft.com/office/drawing/2014/main" id="{2D68E897-64DB-544C-911D-BEF433DFC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6153" y="6083613"/>
            <a:ext cx="82285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ctr">
              <a:lnSpc>
                <a:spcPct val="102000"/>
              </a:lnSpc>
            </a:pPr>
            <a:r>
              <a:rPr lang="en" sz="2000" b="1" dirty="0">
                <a:latin typeface="Montserrat" pitchFamily="2" charset="0"/>
              </a:rPr>
              <a:t> </a:t>
            </a:r>
          </a:p>
          <a:p>
            <a:pPr algn="ctr">
              <a:lnSpc>
                <a:spcPct val="102000"/>
              </a:lnSpc>
            </a:pPr>
            <a:endParaRPr lang="en-US" altLang="ru-UA" sz="2000" b="1" dirty="0">
              <a:solidFill>
                <a:srgbClr val="000000"/>
              </a:solidFill>
              <a:latin typeface="Montserrat" pitchFamily="2" charset="0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14F2F5C8-94DC-4F47-87D9-9EF9B030AFD4}"/>
              </a:ext>
            </a:extLst>
          </p:cNvPr>
          <p:cNvSpPr/>
          <p:nvPr/>
        </p:nvSpPr>
        <p:spPr>
          <a:xfrm>
            <a:off x="9934581" y="5240847"/>
            <a:ext cx="1279262" cy="45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sz="1183" dirty="0">
                <a:latin typeface="Open Sans" panose="020B0606030504020204" pitchFamily="34" charset="0"/>
              </a:rPr>
              <a:t> </a:t>
            </a:r>
            <a:endParaRPr lang="en" sz="1183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5982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1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750"/>
                            </p:stCondLst>
                            <p:childTnLst>
                              <p:par>
                                <p:cTn id="92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7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1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75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1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7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1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1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7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0"/>
                            </p:stCondLst>
                            <p:childTnLst>
                              <p:par>
                                <p:cTn id="121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75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6250"/>
                            </p:stCondLst>
                            <p:childTnLst>
                              <p:par>
                                <p:cTn id="150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1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1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7500"/>
                            </p:stCondLst>
                            <p:childTnLst>
                              <p:par>
                                <p:cTn id="179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3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4" dur="500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3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3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2" dur="500"/>
                                        <p:tgtEl>
                                          <p:spTgt spid="3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/>
                                        <p:tgtEl>
                                          <p:spTgt spid="3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8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2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0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4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8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2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6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4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8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2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6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0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4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5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8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2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6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0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4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" grpId="0" animBg="1"/>
      <p:bldP spid="3073" grpId="1" animBg="1"/>
      <p:bldP spid="3075" grpId="0" animBg="1"/>
      <p:bldP spid="3075" grpId="1" animBg="1"/>
      <p:bldP spid="3077" grpId="0" animBg="1"/>
      <p:bldP spid="3077" grpId="1" animBg="1"/>
      <p:bldP spid="3079" grpId="0" animBg="1"/>
      <p:bldP spid="3079" grpId="1" animBg="1"/>
      <p:bldP spid="3081" grpId="0" animBg="1"/>
      <p:bldP spid="3081" grpId="1" animBg="1"/>
      <p:bldP spid="3083" grpId="0" animBg="1"/>
      <p:bldP spid="3083" grpId="1" animBg="1"/>
      <p:bldP spid="3085" grpId="0" animBg="1"/>
      <p:bldP spid="3085" grpId="1" animBg="1"/>
      <p:bldP spid="3086" grpId="0" animBg="1"/>
      <p:bldP spid="3086" grpId="1" animBg="1"/>
      <p:bldP spid="3087" grpId="0" animBg="1"/>
      <p:bldP spid="3087" grpId="1" animBg="1"/>
      <p:bldP spid="3088" grpId="0" animBg="1"/>
      <p:bldP spid="3088" grpId="1" animBg="1"/>
      <p:bldP spid="3089" grpId="0" animBg="1"/>
      <p:bldP spid="3089" grpId="1" animBg="1"/>
      <p:bldP spid="3090" grpId="0" animBg="1"/>
      <p:bldP spid="3090" grpId="1" animBg="1"/>
      <p:bldP spid="3124" grpId="0"/>
      <p:bldP spid="3124" grpId="1"/>
      <p:bldP spid="3160" grpId="0"/>
      <p:bldP spid="3160" grpId="1"/>
      <p:bldP spid="2" grpId="0"/>
      <p:bldP spid="2" grpId="1"/>
      <p:bldP spid="5" grpId="0"/>
      <p:bldP spid="5" grpId="1"/>
      <p:bldP spid="7" grpId="0"/>
      <p:bldP spid="7" grpId="1"/>
      <p:bldP spid="102" grpId="0"/>
      <p:bldP spid="102" grpId="1"/>
      <p:bldP spid="103" grpId="0"/>
      <p:bldP spid="103" grpId="1"/>
      <p:bldP spid="104" grpId="0"/>
      <p:bldP spid="104" grpId="1"/>
      <p:bldP spid="105" grpId="0"/>
      <p:bldP spid="105" grpId="1"/>
      <p:bldP spid="108" grpId="0"/>
      <p:bldP spid="108" grpId="1"/>
      <p:bldP spid="109" grpId="0"/>
      <p:bldP spid="109" grpId="1"/>
      <p:bldP spid="110" grpId="0"/>
      <p:bldP spid="110" grpId="1"/>
      <p:bldP spid="111" grpId="0"/>
      <p:bldP spid="111" grpId="1"/>
      <p:bldP spid="112" grpId="0"/>
      <p:bldP spid="112" grpId="1"/>
      <p:bldP spid="113" grpId="0"/>
      <p:bldP spid="113" grpId="1"/>
      <p:bldP spid="114" grpId="0"/>
      <p:bldP spid="114" grpId="1"/>
      <p:bldP spid="115" grpId="0"/>
      <p:bldP spid="115" grpId="1"/>
      <p:bldP spid="118" grpId="0"/>
      <p:bldP spid="118" grpId="1"/>
      <p:bldP spid="119" grpId="0"/>
      <p:bldP spid="119" grpId="1"/>
      <p:bldP spid="122" grpId="0"/>
      <p:bldP spid="122" grpId="1"/>
      <p:bldP spid="123" grpId="0"/>
      <p:bldP spid="123" grpId="1"/>
      <p:bldP spid="124" grpId="0"/>
      <p:bldP spid="124" grpId="1"/>
      <p:bldP spid="125" grpId="0"/>
      <p:bldP spid="125" grpId="1"/>
      <p:bldP spid="126" grpId="0"/>
      <p:bldP spid="126" grpId="1"/>
      <p:bldP spid="127" grpId="0"/>
      <p:bldP spid="127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84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2026-06-20T11:59:22Z</dcterms:created>
  <dcterms:modified xsi:type="dcterms:W3CDTF">2026-06-20T12:07:16Z</dcterms:modified>
</cp:coreProperties>
</file>