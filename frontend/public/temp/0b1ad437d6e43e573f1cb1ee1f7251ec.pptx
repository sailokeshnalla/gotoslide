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692" r:id="rId3"/>
  </p:sldMasterIdLst>
  <p:notesMasterIdLst>
    <p:notesMasterId r:id="rId5"/>
  </p:notesMasterIdLst>
  <p:sldIdLst>
    <p:sldId id="35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23B"/>
    <a:srgbClr val="EB1E42"/>
    <a:srgbClr val="FFDB55"/>
    <a:srgbClr val="05ACC7"/>
    <a:srgbClr val="C13018"/>
    <a:srgbClr val="F36F13"/>
    <a:srgbClr val="A2B969"/>
    <a:srgbClr val="063951"/>
    <a:srgbClr val="F16077"/>
    <a:srgbClr val="DF3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41" autoAdjust="0"/>
    <p:restoredTop sz="96433" autoAdjust="0"/>
  </p:normalViewPr>
  <p:slideViewPr>
    <p:cSldViewPr snapToGrid="0" showGuides="1">
      <p:cViewPr varScale="1">
        <p:scale>
          <a:sx n="59" d="100"/>
          <a:sy n="59" d="100"/>
        </p:scale>
        <p:origin x="8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117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AE1-45D3-4B3B-81D2-0BF25FA8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5441FF-6E26-39E5-B866-4517B0A430AE}"/>
              </a:ext>
            </a:extLst>
          </p:cNvPr>
          <p:cNvGrpSpPr/>
          <p:nvPr/>
        </p:nvGrpSpPr>
        <p:grpSpPr>
          <a:xfrm>
            <a:off x="797720" y="1154466"/>
            <a:ext cx="2208713" cy="4525534"/>
            <a:chOff x="797720" y="1154466"/>
            <a:chExt cx="2208713" cy="4525534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7C6343E-5BB4-F592-5F0C-102276B78CCE}"/>
                </a:ext>
              </a:extLst>
            </p:cNvPr>
            <p:cNvSpPr/>
            <p:nvPr/>
          </p:nvSpPr>
          <p:spPr>
            <a:xfrm>
              <a:off x="837058" y="1732039"/>
              <a:ext cx="2130037" cy="3876371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B74B0AF-F54D-3D6C-7BF4-B9B7F3446213}"/>
                </a:ext>
              </a:extLst>
            </p:cNvPr>
            <p:cNvSpPr/>
            <p:nvPr/>
          </p:nvSpPr>
          <p:spPr>
            <a:xfrm>
              <a:off x="797720" y="1660450"/>
              <a:ext cx="2208713" cy="4019550"/>
            </a:xfrm>
            <a:prstGeom prst="roundRect">
              <a:avLst>
                <a:gd name="adj" fmla="val 49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EC529F0-A80C-DDD3-EA75-D42BD4E53CB8}"/>
                </a:ext>
              </a:extLst>
            </p:cNvPr>
            <p:cNvSpPr/>
            <p:nvPr/>
          </p:nvSpPr>
          <p:spPr>
            <a:xfrm>
              <a:off x="1389992" y="1154466"/>
              <a:ext cx="1024169" cy="102412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>
                  <a:solidFill>
                    <a:schemeClr val="accent2">
                      <a:lumMod val="50000"/>
                    </a:schemeClr>
                  </a:solidFill>
                </a:rPr>
                <a:t>T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53FA54E-CA3B-5498-6C44-302E08ED58EB}"/>
                </a:ext>
              </a:extLst>
            </p:cNvPr>
            <p:cNvSpPr/>
            <p:nvPr/>
          </p:nvSpPr>
          <p:spPr>
            <a:xfrm>
              <a:off x="797720" y="2369108"/>
              <a:ext cx="2208713" cy="742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cap="all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97CA87F-27B5-EA78-3CE5-6D0D9DA76AA8}"/>
                </a:ext>
              </a:extLst>
            </p:cNvPr>
            <p:cNvSpPr txBox="1"/>
            <p:nvPr/>
          </p:nvSpPr>
          <p:spPr>
            <a:xfrm>
              <a:off x="837058" y="4593597"/>
              <a:ext cx="2130037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algn="ctr"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r>
                <a:rPr lang="en-US" sz="1800" dirty="0"/>
                <a:t> </a:t>
              </a:r>
            </a:p>
          </p:txBody>
        </p:sp>
        <p:pic>
          <p:nvPicPr>
            <p:cNvPr id="67" name="Graphic 66" descr="Scorpion with solid fill">
              <a:extLst>
                <a:ext uri="{FF2B5EF4-FFF2-40B4-BE49-F238E27FC236}">
                  <a16:creationId xmlns:a16="http://schemas.microsoft.com/office/drawing/2014/main" id="{8B65747B-5F59-3615-CD70-DAF30C3222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36316" y="3342819"/>
              <a:ext cx="731520" cy="73152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C126289-18A0-AA78-3471-13382AAF28E6}"/>
              </a:ext>
            </a:extLst>
          </p:cNvPr>
          <p:cNvGrpSpPr/>
          <p:nvPr/>
        </p:nvGrpSpPr>
        <p:grpSpPr>
          <a:xfrm>
            <a:off x="3593670" y="1154466"/>
            <a:ext cx="2208713" cy="4525534"/>
            <a:chOff x="3593670" y="1154466"/>
            <a:chExt cx="2208713" cy="4525534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063A92C8-E45B-EE70-74A7-6AC15AE28F33}"/>
                </a:ext>
              </a:extLst>
            </p:cNvPr>
            <p:cNvSpPr/>
            <p:nvPr/>
          </p:nvSpPr>
          <p:spPr>
            <a:xfrm>
              <a:off x="3633008" y="1732039"/>
              <a:ext cx="2130037" cy="3876371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742E22E-6697-FC28-93B3-0E6CE37C0F9B}"/>
                </a:ext>
              </a:extLst>
            </p:cNvPr>
            <p:cNvSpPr/>
            <p:nvPr/>
          </p:nvSpPr>
          <p:spPr>
            <a:xfrm>
              <a:off x="3593670" y="1660450"/>
              <a:ext cx="2208713" cy="4019550"/>
            </a:xfrm>
            <a:prstGeom prst="roundRect">
              <a:avLst>
                <a:gd name="adj" fmla="val 49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A45F934-1CC8-D45F-D0C8-66B12ADF76BD}"/>
                </a:ext>
              </a:extLst>
            </p:cNvPr>
            <p:cNvSpPr/>
            <p:nvPr/>
          </p:nvSpPr>
          <p:spPr>
            <a:xfrm>
              <a:off x="4185942" y="1154466"/>
              <a:ext cx="1024169" cy="102412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O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15363C8-CF92-CC76-47F9-3BC510C61C79}"/>
                </a:ext>
              </a:extLst>
            </p:cNvPr>
            <p:cNvSpPr/>
            <p:nvPr/>
          </p:nvSpPr>
          <p:spPr>
            <a:xfrm>
              <a:off x="3593670" y="2369108"/>
              <a:ext cx="2208713" cy="742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cap="all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8EA5794-84D6-91F9-1D18-BB36021152D7}"/>
                </a:ext>
              </a:extLst>
            </p:cNvPr>
            <p:cNvSpPr txBox="1"/>
            <p:nvPr/>
          </p:nvSpPr>
          <p:spPr>
            <a:xfrm>
              <a:off x="3633008" y="4593598"/>
              <a:ext cx="2130037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</a:p>
          </p:txBody>
        </p:sp>
        <p:pic>
          <p:nvPicPr>
            <p:cNvPr id="69" name="Graphic 68" descr="Door Open with solid fill">
              <a:extLst>
                <a:ext uri="{FF2B5EF4-FFF2-40B4-BE49-F238E27FC236}">
                  <a16:creationId xmlns:a16="http://schemas.microsoft.com/office/drawing/2014/main" id="{DEB8C592-1470-F8A1-C650-AC07CA1D95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32266" y="3273569"/>
              <a:ext cx="731520" cy="73152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EADA0FD-8EB2-50F3-7551-F30A000E4F50}"/>
              </a:ext>
            </a:extLst>
          </p:cNvPr>
          <p:cNvGrpSpPr/>
          <p:nvPr/>
        </p:nvGrpSpPr>
        <p:grpSpPr>
          <a:xfrm>
            <a:off x="6389620" y="1154466"/>
            <a:ext cx="2208713" cy="4525534"/>
            <a:chOff x="6389620" y="1154466"/>
            <a:chExt cx="2208713" cy="4525534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D9BBAC-8D21-3265-4CD1-3ED51F9958D5}"/>
                </a:ext>
              </a:extLst>
            </p:cNvPr>
            <p:cNvSpPr/>
            <p:nvPr/>
          </p:nvSpPr>
          <p:spPr>
            <a:xfrm>
              <a:off x="6428958" y="1732039"/>
              <a:ext cx="2130037" cy="3876371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60285CD7-3937-5DDF-4D24-F93739BA90FF}"/>
                </a:ext>
              </a:extLst>
            </p:cNvPr>
            <p:cNvSpPr/>
            <p:nvPr/>
          </p:nvSpPr>
          <p:spPr>
            <a:xfrm>
              <a:off x="6389620" y="1660450"/>
              <a:ext cx="2208713" cy="4019550"/>
            </a:xfrm>
            <a:prstGeom prst="roundRect">
              <a:avLst>
                <a:gd name="adj" fmla="val 4921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D807153-F6B9-FB72-4035-E1051C9E4CA6}"/>
                </a:ext>
              </a:extLst>
            </p:cNvPr>
            <p:cNvSpPr/>
            <p:nvPr/>
          </p:nvSpPr>
          <p:spPr>
            <a:xfrm>
              <a:off x="6981892" y="1154466"/>
              <a:ext cx="1024169" cy="102412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>
                  <a:solidFill>
                    <a:schemeClr val="accent5"/>
                  </a:solidFill>
                </a:rPr>
                <a:t>W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ECC6047-1C3C-51CF-98AA-9ECCF713EE1C}"/>
                </a:ext>
              </a:extLst>
            </p:cNvPr>
            <p:cNvSpPr/>
            <p:nvPr/>
          </p:nvSpPr>
          <p:spPr>
            <a:xfrm>
              <a:off x="6389620" y="2369108"/>
              <a:ext cx="2208713" cy="742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cap="all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1AEA5B8-AAE7-AAFC-E75F-92A7A9F995E6}"/>
                </a:ext>
              </a:extLst>
            </p:cNvPr>
            <p:cNvSpPr txBox="1"/>
            <p:nvPr/>
          </p:nvSpPr>
          <p:spPr>
            <a:xfrm>
              <a:off x="6428958" y="4593598"/>
              <a:ext cx="2130037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71" name="Graphic 70" descr="Empty battery with solid fill">
              <a:extLst>
                <a:ext uri="{FF2B5EF4-FFF2-40B4-BE49-F238E27FC236}">
                  <a16:creationId xmlns:a16="http://schemas.microsoft.com/office/drawing/2014/main" id="{1A8414BF-3BCD-74D2-C1A0-7CE979B709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28216" y="3273569"/>
              <a:ext cx="731520" cy="73152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E123582-2DC3-5C75-0E6D-D146F8017CB7}"/>
              </a:ext>
            </a:extLst>
          </p:cNvPr>
          <p:cNvGrpSpPr/>
          <p:nvPr/>
        </p:nvGrpSpPr>
        <p:grpSpPr>
          <a:xfrm>
            <a:off x="9185569" y="1154466"/>
            <a:ext cx="2208713" cy="4525534"/>
            <a:chOff x="9185569" y="1154466"/>
            <a:chExt cx="2208713" cy="4525534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C2F73B4B-938C-2851-B7EA-078CDBB13EFC}"/>
                </a:ext>
              </a:extLst>
            </p:cNvPr>
            <p:cNvSpPr/>
            <p:nvPr/>
          </p:nvSpPr>
          <p:spPr>
            <a:xfrm>
              <a:off x="9224907" y="1732039"/>
              <a:ext cx="2130037" cy="3876371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30E281BA-AA77-6BD4-5DFD-315552E5D389}"/>
                </a:ext>
              </a:extLst>
            </p:cNvPr>
            <p:cNvSpPr/>
            <p:nvPr/>
          </p:nvSpPr>
          <p:spPr>
            <a:xfrm>
              <a:off x="9185569" y="1660450"/>
              <a:ext cx="2208713" cy="4019550"/>
            </a:xfrm>
            <a:prstGeom prst="roundRect">
              <a:avLst>
                <a:gd name="adj" fmla="val 4921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0E90F6-650C-DBE3-5835-C9D57BCE42E1}"/>
                </a:ext>
              </a:extLst>
            </p:cNvPr>
            <p:cNvSpPr/>
            <p:nvPr/>
          </p:nvSpPr>
          <p:spPr>
            <a:xfrm>
              <a:off x="9777841" y="1154466"/>
              <a:ext cx="1024169" cy="102412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>
                  <a:solidFill>
                    <a:schemeClr val="accent6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E5BF31B-B630-6E35-6056-16A8FFA4526D}"/>
                </a:ext>
              </a:extLst>
            </p:cNvPr>
            <p:cNvSpPr/>
            <p:nvPr/>
          </p:nvSpPr>
          <p:spPr>
            <a:xfrm>
              <a:off x="9185569" y="2369108"/>
              <a:ext cx="2208713" cy="742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cap="all" dirty="0">
                  <a:solidFill>
                    <a:schemeClr val="accent6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0DF5CCB-5DAB-E37E-F74C-363977AC2ADD}"/>
                </a:ext>
              </a:extLst>
            </p:cNvPr>
            <p:cNvSpPr txBox="1"/>
            <p:nvPr/>
          </p:nvSpPr>
          <p:spPr>
            <a:xfrm>
              <a:off x="9224907" y="4593598"/>
              <a:ext cx="2130037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75" name="Graphic 74" descr="Body builder with solid fill">
              <a:extLst>
                <a:ext uri="{FF2B5EF4-FFF2-40B4-BE49-F238E27FC236}">
                  <a16:creationId xmlns:a16="http://schemas.microsoft.com/office/drawing/2014/main" id="{6D68A4E7-3A5E-C6FB-7B92-43C73B5942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24165" y="3273569"/>
              <a:ext cx="731520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216430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8552</TotalTime>
  <Words>32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Custom Design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TOWS Analysis</dc:title>
  <dc:creator>PresentationGO.com</dc:creator>
  <dc:description>© Copyright PresentationGO.com - Do not distribute or sale without written permission.</dc:description>
  <cp:lastModifiedBy>Gajendrula Vasavi</cp:lastModifiedBy>
  <cp:revision>17</cp:revision>
  <dcterms:created xsi:type="dcterms:W3CDTF">2014-11-26T05:14:11Z</dcterms:created>
  <dcterms:modified xsi:type="dcterms:W3CDTF">2026-06-09T08:31:45Z</dcterms:modified>
  <cp:category>Charts &amp; Diagrams</cp:category>
</cp:coreProperties>
</file>