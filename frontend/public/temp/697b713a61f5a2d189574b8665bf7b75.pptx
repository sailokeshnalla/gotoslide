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0.svg" ContentType="image/svg+xml"/>
  <Override PartName="/ppt/media/image1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B58"/>
    <a:srgbClr val="4FA26B"/>
    <a:srgbClr val="2E7B43"/>
    <a:srgbClr val="86AB45"/>
    <a:srgbClr val="237F81"/>
    <a:srgbClr val="D0BA94"/>
    <a:srgbClr val="F595A6"/>
    <a:srgbClr val="CEBA8B"/>
    <a:srgbClr val="941651"/>
    <a:srgbClr val="A26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A96C0-E160-42E3-B2E9-575685157AB0}" v="1" dt="2025-06-23T16:17:24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 Barroche" userId="edb98ab775c6addc" providerId="LiveId" clId="{775A96C0-E160-42E3-B2E9-575685157AB0}"/>
    <pc:docChg chg="custSel addSld delSld modSld">
      <pc:chgData name="Christophe Barroche" userId="edb98ab775c6addc" providerId="LiveId" clId="{775A96C0-E160-42E3-B2E9-575685157AB0}" dt="2025-06-23T16:17:34.029" v="2" actId="700"/>
      <pc:docMkLst>
        <pc:docMk/>
      </pc:docMkLst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1818489678" sldId="308"/>
        </pc:sldMkLst>
      </pc:sldChg>
      <pc:sldChg chg="del">
        <pc:chgData name="Christophe Barroche" userId="edb98ab775c6addc" providerId="LiveId" clId="{775A96C0-E160-42E3-B2E9-575685157AB0}" dt="2025-06-23T16:17:30.220" v="1" actId="47"/>
        <pc:sldMkLst>
          <pc:docMk/>
          <pc:sldMk cId="3533310325" sldId="311"/>
        </pc:sldMkLst>
      </pc:sldChg>
      <pc:sldChg chg="add">
        <pc:chgData name="Christophe Barroche" userId="edb98ab775c6addc" providerId="LiveId" clId="{775A96C0-E160-42E3-B2E9-575685157AB0}" dt="2025-06-23T16:17:24.917" v="0"/>
        <pc:sldMkLst>
          <pc:docMk/>
          <pc:sldMk cId="2227345063" sldId="348"/>
        </pc:sldMkLst>
      </pc:sldChg>
      <pc:sldChg chg="modSp add mod modClrScheme chgLayout">
        <pc:chgData name="Christophe Barroche" userId="edb98ab775c6addc" providerId="LiveId" clId="{775A96C0-E160-42E3-B2E9-575685157AB0}" dt="2025-06-23T16:17:34.029" v="2" actId="700"/>
        <pc:sldMkLst>
          <pc:docMk/>
          <pc:sldMk cId="2648282390" sldId="349"/>
        </pc:sldMkLst>
        <pc:spChg chg="mod ord">
          <ac:chgData name="Christophe Barroche" userId="edb98ab775c6addc" providerId="LiveId" clId="{775A96C0-E160-42E3-B2E9-575685157AB0}" dt="2025-06-23T16:17:34.029" v="2" actId="700"/>
          <ac:spMkLst>
            <pc:docMk/>
            <pc:sldMk cId="2648282390" sldId="349"/>
            <ac:spMk id="2" creationId="{2C2BFAE1-45D3-4B3B-81D2-0BF25FA84FB8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013A6-AD66-8468-1B50-10E58B691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F1CD1-2318-09C6-E82F-0A98843C6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FEFEA-C403-347A-A04E-E4A2287E3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E121-FEEF-11AC-4E81-4B5326D45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733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5.svg"/><Relationship Id="rId8" Type="http://schemas.openxmlformats.org/officeDocument/2006/relationships/image" Target="../media/image6.svg"/><Relationship Id="rId9" Type="http://schemas.openxmlformats.org/officeDocument/2006/relationships/image" Target="../media/image7.svg"/><Relationship Id="rId10" Type="http://schemas.openxmlformats.org/officeDocument/2006/relationships/image" Target="../media/image8.svg"/><Relationship Id="rId11" Type="http://schemas.openxmlformats.org/officeDocument/2006/relationships/image" Target="../media/image9.svg"/><Relationship Id="rId12" Type="http://schemas.openxmlformats.org/officeDocument/2006/relationships/image" Target="../media/image10.svg"/><Relationship Id="rId13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5B36-5C76-C8B3-EFD9-74919110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6">
            <a:extLst>
              <a:ext uri="{FF2B5EF4-FFF2-40B4-BE49-F238E27FC236}">
                <a16:creationId xmlns:a16="http://schemas.microsoft.com/office/drawing/2014/main" id="{39114EFC-83C3-8241-055D-6943C5D53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21317"/>
            <a:ext cx="12192000" cy="1284594"/>
          </a:xfrm>
          <a:prstGeom prst="rect">
            <a:avLst/>
          </a:prstGeom>
          <a:solidFill>
            <a:srgbClr val="D2B89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50554-DC4C-1756-1D76-46DDA5E8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FFBED1-A6C3-B574-47AF-570A0451B5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BF9F6"/>
              </a:clrFrom>
              <a:clrTo>
                <a:srgbClr val="FBF9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0184" y="1954925"/>
            <a:ext cx="8011630" cy="4508938"/>
          </a:xfrm>
          <a:prstGeom prst="rect">
            <a:avLst/>
          </a:prstGeom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id="{38CB061F-E6C8-4A68-D2F3-9B88AB6FDFC9}"/>
              </a:ext>
            </a:extLst>
          </p:cNvPr>
          <p:cNvGrpSpPr/>
          <p:nvPr/>
        </p:nvGrpSpPr>
        <p:grpSpPr>
          <a:xfrm>
            <a:off x="3617795" y="823710"/>
            <a:ext cx="4938948" cy="2988426"/>
            <a:chOff x="3617795" y="823710"/>
            <a:chExt cx="4938948" cy="2988426"/>
          </a:xfrm>
        </p:grpSpPr>
        <p:sp>
          <p:nvSpPr>
            <p:cNvPr id="20" name="Oval 32">
              <a:extLst>
                <a:ext uri="{FF2B5EF4-FFF2-40B4-BE49-F238E27FC236}">
                  <a16:creationId xmlns:a16="http://schemas.microsoft.com/office/drawing/2014/main" id="{9A8B14B1-8584-6F0C-C203-9D678BFEB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165" y="823710"/>
              <a:ext cx="1681485" cy="1681485"/>
            </a:xfrm>
            <a:prstGeom prst="ellipse">
              <a:avLst/>
            </a:prstGeom>
            <a:solidFill>
              <a:srgbClr val="3F8B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Oval 33">
              <a:extLst>
                <a:ext uri="{FF2B5EF4-FFF2-40B4-BE49-F238E27FC236}">
                  <a16:creationId xmlns:a16="http://schemas.microsoft.com/office/drawing/2014/main" id="{B6520292-D842-7684-C92E-50A345782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1145" y="1496304"/>
              <a:ext cx="1403215" cy="1403215"/>
            </a:xfrm>
            <a:prstGeom prst="ellipse">
              <a:avLst/>
            </a:prstGeom>
            <a:solidFill>
              <a:srgbClr val="8FB3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Oval 34">
              <a:extLst>
                <a:ext uri="{FF2B5EF4-FFF2-40B4-BE49-F238E27FC236}">
                  <a16:creationId xmlns:a16="http://schemas.microsoft.com/office/drawing/2014/main" id="{DC037AA1-E606-7D72-16A8-E01E91261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0178" y="1496304"/>
              <a:ext cx="1403215" cy="1403215"/>
            </a:xfrm>
            <a:prstGeom prst="ellipse">
              <a:avLst/>
            </a:prstGeom>
            <a:solidFill>
              <a:srgbClr val="57AA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35">
              <a:extLst>
                <a:ext uri="{FF2B5EF4-FFF2-40B4-BE49-F238E27FC236}">
                  <a16:creationId xmlns:a16="http://schemas.microsoft.com/office/drawing/2014/main" id="{E3A5FBC1-2DE2-34FB-D7E8-B81B5690C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156" y="2420790"/>
              <a:ext cx="1391346" cy="1391346"/>
            </a:xfrm>
            <a:prstGeom prst="ellipse">
              <a:avLst/>
            </a:prstGeom>
            <a:solidFill>
              <a:srgbClr val="2F8A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Oval 36">
              <a:extLst>
                <a:ext uri="{FF2B5EF4-FFF2-40B4-BE49-F238E27FC236}">
                  <a16:creationId xmlns:a16="http://schemas.microsoft.com/office/drawing/2014/main" id="{F0DB687F-E702-66AB-B723-B210069FD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037" y="2420790"/>
              <a:ext cx="1390027" cy="1391346"/>
            </a:xfrm>
            <a:prstGeom prst="ellipse">
              <a:avLst/>
            </a:prstGeom>
            <a:solidFill>
              <a:srgbClr val="2E8D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Oval 37">
              <a:extLst>
                <a:ext uri="{FF2B5EF4-FFF2-40B4-BE49-F238E27FC236}">
                  <a16:creationId xmlns:a16="http://schemas.microsoft.com/office/drawing/2014/main" id="{6EBB9D0F-8344-5941-7DE3-BFFC84B6D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618" y="1913048"/>
              <a:ext cx="1693353" cy="1693353"/>
            </a:xfrm>
            <a:prstGeom prst="ellipse">
              <a:avLst/>
            </a:prstGeom>
            <a:solidFill>
              <a:srgbClr val="3A91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Oval 38">
              <a:extLst>
                <a:ext uri="{FF2B5EF4-FFF2-40B4-BE49-F238E27FC236}">
                  <a16:creationId xmlns:a16="http://schemas.microsoft.com/office/drawing/2014/main" id="{73D9BEC0-0BB1-DDFE-BBD1-C174F2B18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1770" y="1901178"/>
              <a:ext cx="1718411" cy="1717092"/>
            </a:xfrm>
            <a:prstGeom prst="ellipse">
              <a:avLst/>
            </a:prstGeom>
            <a:solidFill>
              <a:srgbClr val="2D83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Oval 39">
              <a:extLst>
                <a:ext uri="{FF2B5EF4-FFF2-40B4-BE49-F238E27FC236}">
                  <a16:creationId xmlns:a16="http://schemas.microsoft.com/office/drawing/2014/main" id="{AA0FF7A8-4F14-7B96-9335-9146A6C18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4761" y="1611040"/>
              <a:ext cx="1548284" cy="1548284"/>
            </a:xfrm>
            <a:prstGeom prst="ellipse">
              <a:avLst/>
            </a:prstGeom>
            <a:solidFill>
              <a:srgbClr val="2B86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Oval 40">
              <a:extLst>
                <a:ext uri="{FF2B5EF4-FFF2-40B4-BE49-F238E27FC236}">
                  <a16:creationId xmlns:a16="http://schemas.microsoft.com/office/drawing/2014/main" id="{556F1D08-F0D6-9DDA-1B52-4ACF23126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4039" y="1749515"/>
              <a:ext cx="1512677" cy="1512677"/>
            </a:xfrm>
            <a:prstGeom prst="ellipse">
              <a:avLst/>
            </a:prstGeom>
            <a:solidFill>
              <a:srgbClr val="2D97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Oval 41">
              <a:extLst>
                <a:ext uri="{FF2B5EF4-FFF2-40B4-BE49-F238E27FC236}">
                  <a16:creationId xmlns:a16="http://schemas.microsoft.com/office/drawing/2014/main" id="{08A04629-E161-C6AA-DD82-FB417E291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820" y="2149115"/>
              <a:ext cx="942950" cy="944269"/>
            </a:xfrm>
            <a:prstGeom prst="ellipse">
              <a:avLst/>
            </a:prstGeom>
            <a:solidFill>
              <a:srgbClr val="A2C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42">
              <a:extLst>
                <a:ext uri="{FF2B5EF4-FFF2-40B4-BE49-F238E27FC236}">
                  <a16:creationId xmlns:a16="http://schemas.microsoft.com/office/drawing/2014/main" id="{821DF3D2-B514-0D32-590C-C0208533B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2174" y="2149115"/>
              <a:ext cx="942950" cy="944269"/>
            </a:xfrm>
            <a:prstGeom prst="ellipse">
              <a:avLst/>
            </a:prstGeom>
            <a:solidFill>
              <a:srgbClr val="9DC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197D812F-9433-4213-BD1D-E7DF0B2D5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444" y="1309032"/>
              <a:ext cx="221560" cy="398281"/>
            </a:xfrm>
            <a:custGeom>
              <a:avLst/>
              <a:gdLst>
                <a:gd name="T0" fmla="*/ 427 w 458"/>
                <a:gd name="T1" fmla="*/ 384 h 823"/>
                <a:gd name="T2" fmla="*/ 285 w 458"/>
                <a:gd name="T3" fmla="*/ 808 h 823"/>
                <a:gd name="T4" fmla="*/ 31 w 458"/>
                <a:gd name="T5" fmla="*/ 439 h 823"/>
                <a:gd name="T6" fmla="*/ 173 w 458"/>
                <a:gd name="T7" fmla="*/ 15 h 823"/>
                <a:gd name="T8" fmla="*/ 427 w 458"/>
                <a:gd name="T9" fmla="*/ 384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8" h="823">
                  <a:moveTo>
                    <a:pt x="427" y="384"/>
                  </a:moveTo>
                  <a:cubicBezTo>
                    <a:pt x="458" y="602"/>
                    <a:pt x="394" y="792"/>
                    <a:pt x="285" y="808"/>
                  </a:cubicBezTo>
                  <a:cubicBezTo>
                    <a:pt x="175" y="823"/>
                    <a:pt x="62" y="658"/>
                    <a:pt x="31" y="439"/>
                  </a:cubicBezTo>
                  <a:cubicBezTo>
                    <a:pt x="0" y="221"/>
                    <a:pt x="64" y="31"/>
                    <a:pt x="173" y="15"/>
                  </a:cubicBezTo>
                  <a:cubicBezTo>
                    <a:pt x="283" y="0"/>
                    <a:pt x="396" y="165"/>
                    <a:pt x="427" y="384"/>
                  </a:cubicBezTo>
                  <a:close/>
                </a:path>
              </a:pathLst>
            </a:custGeom>
            <a:solidFill>
              <a:srgbClr val="95C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61">
              <a:extLst>
                <a:ext uri="{FF2B5EF4-FFF2-40B4-BE49-F238E27FC236}">
                  <a16:creationId xmlns:a16="http://schemas.microsoft.com/office/drawing/2014/main" id="{A6159D59-F2AF-CD7B-D63B-9B157B23B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565" y="1494984"/>
              <a:ext cx="315196" cy="328384"/>
            </a:xfrm>
            <a:custGeom>
              <a:avLst/>
              <a:gdLst>
                <a:gd name="T0" fmla="*/ 454 w 653"/>
                <a:gd name="T1" fmla="*/ 221 h 680"/>
                <a:gd name="T2" fmla="*/ 582 w 653"/>
                <a:gd name="T3" fmla="*/ 614 h 680"/>
                <a:gd name="T4" fmla="*/ 199 w 653"/>
                <a:gd name="T5" fmla="*/ 459 h 680"/>
                <a:gd name="T6" fmla="*/ 71 w 653"/>
                <a:gd name="T7" fmla="*/ 66 h 680"/>
                <a:gd name="T8" fmla="*/ 454 w 653"/>
                <a:gd name="T9" fmla="*/ 221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3" h="680">
                  <a:moveTo>
                    <a:pt x="454" y="221"/>
                  </a:moveTo>
                  <a:cubicBezTo>
                    <a:pt x="596" y="372"/>
                    <a:pt x="653" y="548"/>
                    <a:pt x="582" y="614"/>
                  </a:cubicBezTo>
                  <a:cubicBezTo>
                    <a:pt x="512" y="680"/>
                    <a:pt x="340" y="611"/>
                    <a:pt x="199" y="459"/>
                  </a:cubicBezTo>
                  <a:cubicBezTo>
                    <a:pt x="57" y="308"/>
                    <a:pt x="0" y="132"/>
                    <a:pt x="71" y="66"/>
                  </a:cubicBezTo>
                  <a:cubicBezTo>
                    <a:pt x="141" y="0"/>
                    <a:pt x="313" y="69"/>
                    <a:pt x="454" y="221"/>
                  </a:cubicBezTo>
                  <a:close/>
                </a:path>
              </a:pathLst>
            </a:custGeom>
            <a:solidFill>
              <a:srgbClr val="3B97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62">
              <a:extLst>
                <a:ext uri="{FF2B5EF4-FFF2-40B4-BE49-F238E27FC236}">
                  <a16:creationId xmlns:a16="http://schemas.microsoft.com/office/drawing/2014/main" id="{108AA264-F29C-308E-8CA2-E7F86253D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509" y="1509492"/>
              <a:ext cx="196503" cy="371905"/>
            </a:xfrm>
            <a:custGeom>
              <a:avLst/>
              <a:gdLst>
                <a:gd name="T0" fmla="*/ 375 w 404"/>
                <a:gd name="T1" fmla="*/ 361 h 770"/>
                <a:gd name="T2" fmla="*/ 254 w 404"/>
                <a:gd name="T3" fmla="*/ 756 h 770"/>
                <a:gd name="T4" fmla="*/ 29 w 404"/>
                <a:gd name="T5" fmla="*/ 409 h 770"/>
                <a:gd name="T6" fmla="*/ 150 w 404"/>
                <a:gd name="T7" fmla="*/ 14 h 770"/>
                <a:gd name="T8" fmla="*/ 375 w 404"/>
                <a:gd name="T9" fmla="*/ 361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" h="770">
                  <a:moveTo>
                    <a:pt x="375" y="361"/>
                  </a:moveTo>
                  <a:cubicBezTo>
                    <a:pt x="404" y="566"/>
                    <a:pt x="350" y="743"/>
                    <a:pt x="254" y="756"/>
                  </a:cubicBezTo>
                  <a:cubicBezTo>
                    <a:pt x="158" y="770"/>
                    <a:pt x="58" y="614"/>
                    <a:pt x="29" y="409"/>
                  </a:cubicBezTo>
                  <a:cubicBezTo>
                    <a:pt x="0" y="204"/>
                    <a:pt x="54" y="27"/>
                    <a:pt x="150" y="14"/>
                  </a:cubicBezTo>
                  <a:cubicBezTo>
                    <a:pt x="246" y="0"/>
                    <a:pt x="346" y="156"/>
                    <a:pt x="375" y="361"/>
                  </a:cubicBezTo>
                  <a:close/>
                </a:path>
              </a:pathLst>
            </a:custGeom>
            <a:solidFill>
              <a:srgbClr val="6AA9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63">
              <a:extLst>
                <a:ext uri="{FF2B5EF4-FFF2-40B4-BE49-F238E27FC236}">
                  <a16:creationId xmlns:a16="http://schemas.microsoft.com/office/drawing/2014/main" id="{8355E460-431B-2912-AC75-B0AF39674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4399" y="1331452"/>
              <a:ext cx="233430" cy="400919"/>
            </a:xfrm>
            <a:custGeom>
              <a:avLst/>
              <a:gdLst>
                <a:gd name="T0" fmla="*/ 438 w 484"/>
                <a:gd name="T1" fmla="*/ 456 h 829"/>
                <a:gd name="T2" fmla="*/ 159 w 484"/>
                <a:gd name="T3" fmla="*/ 806 h 829"/>
                <a:gd name="T4" fmla="*/ 46 w 484"/>
                <a:gd name="T5" fmla="*/ 373 h 829"/>
                <a:gd name="T6" fmla="*/ 325 w 484"/>
                <a:gd name="T7" fmla="*/ 23 h 829"/>
                <a:gd name="T8" fmla="*/ 438 w 484"/>
                <a:gd name="T9" fmla="*/ 456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" h="829">
                  <a:moveTo>
                    <a:pt x="438" y="456"/>
                  </a:moveTo>
                  <a:cubicBezTo>
                    <a:pt x="392" y="672"/>
                    <a:pt x="267" y="829"/>
                    <a:pt x="159" y="806"/>
                  </a:cubicBezTo>
                  <a:cubicBezTo>
                    <a:pt x="51" y="783"/>
                    <a:pt x="0" y="589"/>
                    <a:pt x="46" y="373"/>
                  </a:cubicBezTo>
                  <a:cubicBezTo>
                    <a:pt x="92" y="157"/>
                    <a:pt x="217" y="0"/>
                    <a:pt x="325" y="23"/>
                  </a:cubicBezTo>
                  <a:cubicBezTo>
                    <a:pt x="433" y="46"/>
                    <a:pt x="484" y="240"/>
                    <a:pt x="438" y="456"/>
                  </a:cubicBezTo>
                  <a:close/>
                </a:path>
              </a:pathLst>
            </a:custGeom>
            <a:solidFill>
              <a:srgbClr val="5B9B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64">
              <a:extLst>
                <a:ext uri="{FF2B5EF4-FFF2-40B4-BE49-F238E27FC236}">
                  <a16:creationId xmlns:a16="http://schemas.microsoft.com/office/drawing/2014/main" id="{B4D2811B-1B5F-A771-7C5E-03AB214AA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4744" y="1496304"/>
              <a:ext cx="319152" cy="325747"/>
            </a:xfrm>
            <a:custGeom>
              <a:avLst/>
              <a:gdLst>
                <a:gd name="T0" fmla="*/ 456 w 660"/>
                <a:gd name="T1" fmla="*/ 459 h 674"/>
                <a:gd name="T2" fmla="*/ 70 w 660"/>
                <a:gd name="T3" fmla="*/ 607 h 674"/>
                <a:gd name="T4" fmla="*/ 204 w 660"/>
                <a:gd name="T5" fmla="*/ 215 h 674"/>
                <a:gd name="T6" fmla="*/ 590 w 660"/>
                <a:gd name="T7" fmla="*/ 67 h 674"/>
                <a:gd name="T8" fmla="*/ 456 w 660"/>
                <a:gd name="T9" fmla="*/ 459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0" h="674">
                  <a:moveTo>
                    <a:pt x="456" y="459"/>
                  </a:moveTo>
                  <a:cubicBezTo>
                    <a:pt x="312" y="608"/>
                    <a:pt x="139" y="674"/>
                    <a:pt x="70" y="607"/>
                  </a:cubicBezTo>
                  <a:cubicBezTo>
                    <a:pt x="0" y="540"/>
                    <a:pt x="60" y="364"/>
                    <a:pt x="204" y="215"/>
                  </a:cubicBezTo>
                  <a:cubicBezTo>
                    <a:pt x="348" y="66"/>
                    <a:pt x="521" y="0"/>
                    <a:pt x="590" y="67"/>
                  </a:cubicBezTo>
                  <a:cubicBezTo>
                    <a:pt x="660" y="134"/>
                    <a:pt x="600" y="310"/>
                    <a:pt x="456" y="459"/>
                  </a:cubicBezTo>
                  <a:close/>
                </a:path>
              </a:pathLst>
            </a:custGeom>
            <a:solidFill>
              <a:srgbClr val="5E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65">
              <a:extLst>
                <a:ext uri="{FF2B5EF4-FFF2-40B4-BE49-F238E27FC236}">
                  <a16:creationId xmlns:a16="http://schemas.microsoft.com/office/drawing/2014/main" id="{CACEE846-9623-70B3-812D-0F2008151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2130" y="1509492"/>
              <a:ext cx="196503" cy="371905"/>
            </a:xfrm>
            <a:custGeom>
              <a:avLst/>
              <a:gdLst>
                <a:gd name="T0" fmla="*/ 376 w 405"/>
                <a:gd name="T1" fmla="*/ 409 h 770"/>
                <a:gd name="T2" fmla="*/ 150 w 405"/>
                <a:gd name="T3" fmla="*/ 756 h 770"/>
                <a:gd name="T4" fmla="*/ 29 w 405"/>
                <a:gd name="T5" fmla="*/ 361 h 770"/>
                <a:gd name="T6" fmla="*/ 255 w 405"/>
                <a:gd name="T7" fmla="*/ 14 h 770"/>
                <a:gd name="T8" fmla="*/ 376 w 405"/>
                <a:gd name="T9" fmla="*/ 409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5" h="770">
                  <a:moveTo>
                    <a:pt x="376" y="409"/>
                  </a:moveTo>
                  <a:cubicBezTo>
                    <a:pt x="347" y="614"/>
                    <a:pt x="246" y="770"/>
                    <a:pt x="150" y="756"/>
                  </a:cubicBezTo>
                  <a:cubicBezTo>
                    <a:pt x="55" y="743"/>
                    <a:pt x="0" y="566"/>
                    <a:pt x="29" y="361"/>
                  </a:cubicBezTo>
                  <a:cubicBezTo>
                    <a:pt x="58" y="156"/>
                    <a:pt x="159" y="0"/>
                    <a:pt x="255" y="14"/>
                  </a:cubicBezTo>
                  <a:cubicBezTo>
                    <a:pt x="350" y="27"/>
                    <a:pt x="405" y="204"/>
                    <a:pt x="376" y="409"/>
                  </a:cubicBezTo>
                  <a:close/>
                </a:path>
              </a:pathLst>
            </a:custGeom>
            <a:solidFill>
              <a:srgbClr val="6EA9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66">
              <a:extLst>
                <a:ext uri="{FF2B5EF4-FFF2-40B4-BE49-F238E27FC236}">
                  <a16:creationId xmlns:a16="http://schemas.microsoft.com/office/drawing/2014/main" id="{57912878-6207-F355-14C6-2B5B89586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819" y="2339024"/>
              <a:ext cx="350804" cy="284863"/>
            </a:xfrm>
            <a:custGeom>
              <a:avLst/>
              <a:gdLst>
                <a:gd name="T0" fmla="*/ 463 w 726"/>
                <a:gd name="T1" fmla="*/ 151 h 588"/>
                <a:gd name="T2" fmla="*/ 670 w 726"/>
                <a:gd name="T3" fmla="*/ 509 h 588"/>
                <a:gd name="T4" fmla="*/ 263 w 726"/>
                <a:gd name="T5" fmla="*/ 437 h 588"/>
                <a:gd name="T6" fmla="*/ 56 w 726"/>
                <a:gd name="T7" fmla="*/ 79 h 588"/>
                <a:gd name="T8" fmla="*/ 463 w 726"/>
                <a:gd name="T9" fmla="*/ 151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6" h="588">
                  <a:moveTo>
                    <a:pt x="463" y="151"/>
                  </a:moveTo>
                  <a:cubicBezTo>
                    <a:pt x="633" y="269"/>
                    <a:pt x="726" y="430"/>
                    <a:pt x="670" y="509"/>
                  </a:cubicBezTo>
                  <a:cubicBezTo>
                    <a:pt x="615" y="588"/>
                    <a:pt x="432" y="556"/>
                    <a:pt x="263" y="437"/>
                  </a:cubicBezTo>
                  <a:cubicBezTo>
                    <a:pt x="93" y="319"/>
                    <a:pt x="0" y="158"/>
                    <a:pt x="56" y="79"/>
                  </a:cubicBezTo>
                  <a:cubicBezTo>
                    <a:pt x="111" y="0"/>
                    <a:pt x="294" y="32"/>
                    <a:pt x="463" y="151"/>
                  </a:cubicBezTo>
                  <a:close/>
                </a:path>
              </a:pathLst>
            </a:custGeom>
            <a:solidFill>
              <a:srgbClr val="3D9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67">
              <a:extLst>
                <a:ext uri="{FF2B5EF4-FFF2-40B4-BE49-F238E27FC236}">
                  <a16:creationId xmlns:a16="http://schemas.microsoft.com/office/drawing/2014/main" id="{6AAA17B1-0CF4-C0DC-98BB-BF8C2D0D0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748" y="2671364"/>
              <a:ext cx="374542" cy="201779"/>
            </a:xfrm>
            <a:custGeom>
              <a:avLst/>
              <a:gdLst>
                <a:gd name="T0" fmla="*/ 417 w 773"/>
                <a:gd name="T1" fmla="*/ 36 h 416"/>
                <a:gd name="T2" fmla="*/ 756 w 773"/>
                <a:gd name="T3" fmla="*/ 273 h 416"/>
                <a:gd name="T4" fmla="*/ 356 w 773"/>
                <a:gd name="T5" fmla="*/ 380 h 416"/>
                <a:gd name="T6" fmla="*/ 17 w 773"/>
                <a:gd name="T7" fmla="*/ 143 h 416"/>
                <a:gd name="T8" fmla="*/ 417 w 773"/>
                <a:gd name="T9" fmla="*/ 36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3" h="416">
                  <a:moveTo>
                    <a:pt x="417" y="36"/>
                  </a:moveTo>
                  <a:cubicBezTo>
                    <a:pt x="621" y="72"/>
                    <a:pt x="773" y="178"/>
                    <a:pt x="756" y="273"/>
                  </a:cubicBezTo>
                  <a:cubicBezTo>
                    <a:pt x="739" y="368"/>
                    <a:pt x="560" y="416"/>
                    <a:pt x="356" y="380"/>
                  </a:cubicBezTo>
                  <a:cubicBezTo>
                    <a:pt x="152" y="344"/>
                    <a:pt x="0" y="238"/>
                    <a:pt x="17" y="143"/>
                  </a:cubicBezTo>
                  <a:cubicBezTo>
                    <a:pt x="34" y="48"/>
                    <a:pt x="213" y="0"/>
                    <a:pt x="417" y="36"/>
                  </a:cubicBezTo>
                  <a:close/>
                </a:path>
              </a:pathLst>
            </a:custGeom>
            <a:solidFill>
              <a:srgbClr val="6AA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68">
              <a:extLst>
                <a:ext uri="{FF2B5EF4-FFF2-40B4-BE49-F238E27FC236}">
                  <a16:creationId xmlns:a16="http://schemas.microsoft.com/office/drawing/2014/main" id="{298E2E07-15E7-FA93-53DE-C947A656F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795" y="3230540"/>
              <a:ext cx="371905" cy="195184"/>
            </a:xfrm>
            <a:custGeom>
              <a:avLst/>
              <a:gdLst>
                <a:gd name="T0" fmla="*/ 409 w 770"/>
                <a:gd name="T1" fmla="*/ 29 h 404"/>
                <a:gd name="T2" fmla="*/ 756 w 770"/>
                <a:gd name="T3" fmla="*/ 254 h 404"/>
                <a:gd name="T4" fmla="*/ 361 w 770"/>
                <a:gd name="T5" fmla="*/ 375 h 404"/>
                <a:gd name="T6" fmla="*/ 14 w 770"/>
                <a:gd name="T7" fmla="*/ 150 h 404"/>
                <a:gd name="T8" fmla="*/ 409 w 770"/>
                <a:gd name="T9" fmla="*/ 29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0" h="404">
                  <a:moveTo>
                    <a:pt x="409" y="29"/>
                  </a:moveTo>
                  <a:cubicBezTo>
                    <a:pt x="614" y="58"/>
                    <a:pt x="770" y="158"/>
                    <a:pt x="756" y="254"/>
                  </a:cubicBezTo>
                  <a:cubicBezTo>
                    <a:pt x="743" y="350"/>
                    <a:pt x="566" y="404"/>
                    <a:pt x="361" y="375"/>
                  </a:cubicBezTo>
                  <a:cubicBezTo>
                    <a:pt x="156" y="346"/>
                    <a:pt x="0" y="246"/>
                    <a:pt x="14" y="150"/>
                  </a:cubicBezTo>
                  <a:cubicBezTo>
                    <a:pt x="27" y="54"/>
                    <a:pt x="204" y="0"/>
                    <a:pt x="409" y="29"/>
                  </a:cubicBezTo>
                  <a:close/>
                </a:path>
              </a:pathLst>
            </a:custGeom>
            <a:solidFill>
              <a:srgbClr val="3A91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69">
              <a:extLst>
                <a:ext uri="{FF2B5EF4-FFF2-40B4-BE49-F238E27FC236}">
                  <a16:creationId xmlns:a16="http://schemas.microsoft.com/office/drawing/2014/main" id="{F56F9870-6837-2E8B-54FF-934D3B63C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5916" y="2339024"/>
              <a:ext cx="350804" cy="284863"/>
            </a:xfrm>
            <a:custGeom>
              <a:avLst/>
              <a:gdLst>
                <a:gd name="T0" fmla="*/ 463 w 725"/>
                <a:gd name="T1" fmla="*/ 437 h 588"/>
                <a:gd name="T2" fmla="*/ 55 w 725"/>
                <a:gd name="T3" fmla="*/ 509 h 588"/>
                <a:gd name="T4" fmla="*/ 262 w 725"/>
                <a:gd name="T5" fmla="*/ 151 h 588"/>
                <a:gd name="T6" fmla="*/ 670 w 725"/>
                <a:gd name="T7" fmla="*/ 79 h 588"/>
                <a:gd name="T8" fmla="*/ 463 w 725"/>
                <a:gd name="T9" fmla="*/ 437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5" h="588">
                  <a:moveTo>
                    <a:pt x="463" y="437"/>
                  </a:moveTo>
                  <a:cubicBezTo>
                    <a:pt x="293" y="556"/>
                    <a:pt x="111" y="588"/>
                    <a:pt x="55" y="509"/>
                  </a:cubicBezTo>
                  <a:cubicBezTo>
                    <a:pt x="0" y="430"/>
                    <a:pt x="92" y="269"/>
                    <a:pt x="262" y="151"/>
                  </a:cubicBezTo>
                  <a:cubicBezTo>
                    <a:pt x="432" y="32"/>
                    <a:pt x="614" y="0"/>
                    <a:pt x="670" y="79"/>
                  </a:cubicBezTo>
                  <a:cubicBezTo>
                    <a:pt x="725" y="158"/>
                    <a:pt x="633" y="319"/>
                    <a:pt x="463" y="437"/>
                  </a:cubicBezTo>
                  <a:close/>
                </a:path>
              </a:pathLst>
            </a:custGeom>
            <a:solidFill>
              <a:srgbClr val="78B5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70">
              <a:extLst>
                <a:ext uri="{FF2B5EF4-FFF2-40B4-BE49-F238E27FC236}">
                  <a16:creationId xmlns:a16="http://schemas.microsoft.com/office/drawing/2014/main" id="{B0DD62AC-F2B6-1E73-14E8-61E735D34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6248" y="2671364"/>
              <a:ext cx="373224" cy="201779"/>
            </a:xfrm>
            <a:custGeom>
              <a:avLst/>
              <a:gdLst>
                <a:gd name="T0" fmla="*/ 416 w 772"/>
                <a:gd name="T1" fmla="*/ 380 h 416"/>
                <a:gd name="T2" fmla="*/ 17 w 772"/>
                <a:gd name="T3" fmla="*/ 273 h 416"/>
                <a:gd name="T4" fmla="*/ 356 w 772"/>
                <a:gd name="T5" fmla="*/ 36 h 416"/>
                <a:gd name="T6" fmla="*/ 755 w 772"/>
                <a:gd name="T7" fmla="*/ 143 h 416"/>
                <a:gd name="T8" fmla="*/ 416 w 772"/>
                <a:gd name="T9" fmla="*/ 38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2" h="416">
                  <a:moveTo>
                    <a:pt x="416" y="380"/>
                  </a:moveTo>
                  <a:cubicBezTo>
                    <a:pt x="212" y="416"/>
                    <a:pt x="33" y="368"/>
                    <a:pt x="17" y="273"/>
                  </a:cubicBezTo>
                  <a:cubicBezTo>
                    <a:pt x="0" y="178"/>
                    <a:pt x="152" y="72"/>
                    <a:pt x="356" y="36"/>
                  </a:cubicBezTo>
                  <a:cubicBezTo>
                    <a:pt x="560" y="0"/>
                    <a:pt x="739" y="48"/>
                    <a:pt x="755" y="143"/>
                  </a:cubicBezTo>
                  <a:cubicBezTo>
                    <a:pt x="772" y="238"/>
                    <a:pt x="620" y="344"/>
                    <a:pt x="416" y="380"/>
                  </a:cubicBezTo>
                  <a:close/>
                </a:path>
              </a:pathLst>
            </a:custGeom>
            <a:solidFill>
              <a:srgbClr val="6AA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71">
              <a:extLst>
                <a:ext uri="{FF2B5EF4-FFF2-40B4-BE49-F238E27FC236}">
                  <a16:creationId xmlns:a16="http://schemas.microsoft.com/office/drawing/2014/main" id="{7713795F-B49A-222D-3F5F-167DA9C0B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4838" y="3230540"/>
              <a:ext cx="371905" cy="195184"/>
            </a:xfrm>
            <a:custGeom>
              <a:avLst/>
              <a:gdLst>
                <a:gd name="T0" fmla="*/ 409 w 769"/>
                <a:gd name="T1" fmla="*/ 375 h 404"/>
                <a:gd name="T2" fmla="*/ 13 w 769"/>
                <a:gd name="T3" fmla="*/ 254 h 404"/>
                <a:gd name="T4" fmla="*/ 360 w 769"/>
                <a:gd name="T5" fmla="*/ 29 h 404"/>
                <a:gd name="T6" fmla="*/ 756 w 769"/>
                <a:gd name="T7" fmla="*/ 150 h 404"/>
                <a:gd name="T8" fmla="*/ 409 w 769"/>
                <a:gd name="T9" fmla="*/ 375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9" h="404">
                  <a:moveTo>
                    <a:pt x="409" y="375"/>
                  </a:moveTo>
                  <a:cubicBezTo>
                    <a:pt x="204" y="404"/>
                    <a:pt x="27" y="350"/>
                    <a:pt x="13" y="254"/>
                  </a:cubicBezTo>
                  <a:cubicBezTo>
                    <a:pt x="0" y="158"/>
                    <a:pt x="155" y="58"/>
                    <a:pt x="360" y="29"/>
                  </a:cubicBezTo>
                  <a:cubicBezTo>
                    <a:pt x="565" y="0"/>
                    <a:pt x="742" y="54"/>
                    <a:pt x="756" y="150"/>
                  </a:cubicBezTo>
                  <a:cubicBezTo>
                    <a:pt x="769" y="246"/>
                    <a:pt x="614" y="346"/>
                    <a:pt x="409" y="375"/>
                  </a:cubicBezTo>
                  <a:close/>
                </a:path>
              </a:pathLst>
            </a:custGeom>
            <a:solidFill>
              <a:srgbClr val="3A91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72">
              <a:extLst>
                <a:ext uri="{FF2B5EF4-FFF2-40B4-BE49-F238E27FC236}">
                  <a16:creationId xmlns:a16="http://schemas.microsoft.com/office/drawing/2014/main" id="{34D7332D-CF24-0DEE-461E-9DD6F1CFB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5244" y="2354849"/>
              <a:ext cx="255849" cy="387730"/>
            </a:xfrm>
            <a:custGeom>
              <a:avLst/>
              <a:gdLst>
                <a:gd name="T0" fmla="*/ 451 w 531"/>
                <a:gd name="T1" fmla="*/ 326 h 801"/>
                <a:gd name="T2" fmla="*/ 411 w 531"/>
                <a:gd name="T3" fmla="*/ 760 h 801"/>
                <a:gd name="T4" fmla="*/ 80 w 531"/>
                <a:gd name="T5" fmla="*/ 475 h 801"/>
                <a:gd name="T6" fmla="*/ 120 w 531"/>
                <a:gd name="T7" fmla="*/ 41 h 801"/>
                <a:gd name="T8" fmla="*/ 451 w 531"/>
                <a:gd name="T9" fmla="*/ 326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1" h="801">
                  <a:moveTo>
                    <a:pt x="451" y="326"/>
                  </a:moveTo>
                  <a:cubicBezTo>
                    <a:pt x="531" y="524"/>
                    <a:pt x="513" y="718"/>
                    <a:pt x="411" y="760"/>
                  </a:cubicBezTo>
                  <a:cubicBezTo>
                    <a:pt x="308" y="801"/>
                    <a:pt x="160" y="674"/>
                    <a:pt x="80" y="475"/>
                  </a:cubicBezTo>
                  <a:cubicBezTo>
                    <a:pt x="0" y="277"/>
                    <a:pt x="18" y="83"/>
                    <a:pt x="120" y="41"/>
                  </a:cubicBezTo>
                  <a:cubicBezTo>
                    <a:pt x="223" y="0"/>
                    <a:pt x="371" y="127"/>
                    <a:pt x="451" y="326"/>
                  </a:cubicBezTo>
                  <a:close/>
                </a:path>
              </a:pathLst>
            </a:custGeom>
            <a:solidFill>
              <a:srgbClr val="90B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73">
              <a:extLst>
                <a:ext uri="{FF2B5EF4-FFF2-40B4-BE49-F238E27FC236}">
                  <a16:creationId xmlns:a16="http://schemas.microsoft.com/office/drawing/2014/main" id="{A344FA0F-B992-488D-31AA-F8042FB62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2127" y="2354849"/>
              <a:ext cx="257169" cy="387730"/>
            </a:xfrm>
            <a:custGeom>
              <a:avLst/>
              <a:gdLst>
                <a:gd name="T0" fmla="*/ 451 w 532"/>
                <a:gd name="T1" fmla="*/ 475 h 801"/>
                <a:gd name="T2" fmla="*/ 121 w 532"/>
                <a:gd name="T3" fmla="*/ 760 h 801"/>
                <a:gd name="T4" fmla="*/ 81 w 532"/>
                <a:gd name="T5" fmla="*/ 326 h 801"/>
                <a:gd name="T6" fmla="*/ 411 w 532"/>
                <a:gd name="T7" fmla="*/ 41 h 801"/>
                <a:gd name="T8" fmla="*/ 451 w 532"/>
                <a:gd name="T9" fmla="*/ 475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" h="801">
                  <a:moveTo>
                    <a:pt x="451" y="475"/>
                  </a:moveTo>
                  <a:cubicBezTo>
                    <a:pt x="371" y="674"/>
                    <a:pt x="223" y="801"/>
                    <a:pt x="121" y="760"/>
                  </a:cubicBezTo>
                  <a:cubicBezTo>
                    <a:pt x="18" y="718"/>
                    <a:pt x="0" y="524"/>
                    <a:pt x="81" y="326"/>
                  </a:cubicBezTo>
                  <a:cubicBezTo>
                    <a:pt x="161" y="127"/>
                    <a:pt x="309" y="0"/>
                    <a:pt x="411" y="41"/>
                  </a:cubicBezTo>
                  <a:cubicBezTo>
                    <a:pt x="514" y="83"/>
                    <a:pt x="532" y="277"/>
                    <a:pt x="451" y="475"/>
                  </a:cubicBezTo>
                  <a:close/>
                </a:path>
              </a:pathLst>
            </a:custGeom>
            <a:solidFill>
              <a:srgbClr val="7FB3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74">
              <a:extLst>
                <a:ext uri="{FF2B5EF4-FFF2-40B4-BE49-F238E27FC236}">
                  <a16:creationId xmlns:a16="http://schemas.microsoft.com/office/drawing/2014/main" id="{F9A99A38-A9EB-F8F4-16D3-2D7DEAE0F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414" y="2973372"/>
              <a:ext cx="361354" cy="225517"/>
            </a:xfrm>
            <a:custGeom>
              <a:avLst/>
              <a:gdLst>
                <a:gd name="T0" fmla="*/ 433 w 747"/>
                <a:gd name="T1" fmla="*/ 397 h 466"/>
                <a:gd name="T2" fmla="*/ 33 w 747"/>
                <a:gd name="T3" fmla="*/ 357 h 466"/>
                <a:gd name="T4" fmla="*/ 314 w 747"/>
                <a:gd name="T5" fmla="*/ 69 h 466"/>
                <a:gd name="T6" fmla="*/ 714 w 747"/>
                <a:gd name="T7" fmla="*/ 109 h 466"/>
                <a:gd name="T8" fmla="*/ 433 w 747"/>
                <a:gd name="T9" fmla="*/ 39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7" h="466">
                  <a:moveTo>
                    <a:pt x="433" y="397"/>
                  </a:moveTo>
                  <a:cubicBezTo>
                    <a:pt x="245" y="466"/>
                    <a:pt x="66" y="448"/>
                    <a:pt x="33" y="357"/>
                  </a:cubicBezTo>
                  <a:cubicBezTo>
                    <a:pt x="0" y="266"/>
                    <a:pt x="126" y="137"/>
                    <a:pt x="314" y="69"/>
                  </a:cubicBezTo>
                  <a:cubicBezTo>
                    <a:pt x="502" y="0"/>
                    <a:pt x="681" y="18"/>
                    <a:pt x="714" y="109"/>
                  </a:cubicBezTo>
                  <a:cubicBezTo>
                    <a:pt x="747" y="200"/>
                    <a:pt x="621" y="329"/>
                    <a:pt x="433" y="397"/>
                  </a:cubicBezTo>
                  <a:close/>
                </a:path>
              </a:pathLst>
            </a:custGeom>
            <a:solidFill>
              <a:srgbClr val="659F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75">
              <a:extLst>
                <a:ext uri="{FF2B5EF4-FFF2-40B4-BE49-F238E27FC236}">
                  <a16:creationId xmlns:a16="http://schemas.microsoft.com/office/drawing/2014/main" id="{B01329E0-E68D-1141-DB63-D960842A2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4363" y="2973372"/>
              <a:ext cx="361354" cy="225517"/>
            </a:xfrm>
            <a:custGeom>
              <a:avLst/>
              <a:gdLst>
                <a:gd name="T0" fmla="*/ 433 w 747"/>
                <a:gd name="T1" fmla="*/ 69 h 466"/>
                <a:gd name="T2" fmla="*/ 714 w 747"/>
                <a:gd name="T3" fmla="*/ 357 h 466"/>
                <a:gd name="T4" fmla="*/ 314 w 747"/>
                <a:gd name="T5" fmla="*/ 397 h 466"/>
                <a:gd name="T6" fmla="*/ 33 w 747"/>
                <a:gd name="T7" fmla="*/ 109 h 466"/>
                <a:gd name="T8" fmla="*/ 433 w 747"/>
                <a:gd name="T9" fmla="*/ 69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7" h="466">
                  <a:moveTo>
                    <a:pt x="433" y="69"/>
                  </a:moveTo>
                  <a:cubicBezTo>
                    <a:pt x="621" y="137"/>
                    <a:pt x="747" y="266"/>
                    <a:pt x="714" y="357"/>
                  </a:cubicBezTo>
                  <a:cubicBezTo>
                    <a:pt x="681" y="448"/>
                    <a:pt x="502" y="466"/>
                    <a:pt x="314" y="397"/>
                  </a:cubicBezTo>
                  <a:cubicBezTo>
                    <a:pt x="126" y="329"/>
                    <a:pt x="0" y="200"/>
                    <a:pt x="33" y="109"/>
                  </a:cubicBezTo>
                  <a:cubicBezTo>
                    <a:pt x="66" y="18"/>
                    <a:pt x="245" y="0"/>
                    <a:pt x="433" y="69"/>
                  </a:cubicBezTo>
                  <a:close/>
                </a:path>
              </a:pathLst>
            </a:custGeom>
            <a:solidFill>
              <a:srgbClr val="699D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113">
              <a:extLst>
                <a:ext uri="{FF2B5EF4-FFF2-40B4-BE49-F238E27FC236}">
                  <a16:creationId xmlns:a16="http://schemas.microsoft.com/office/drawing/2014/main" id="{98E55546-4112-620C-7A00-EF53E5153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2503" y="1169239"/>
              <a:ext cx="822938" cy="822938"/>
            </a:xfrm>
            <a:prstGeom prst="ellipse">
              <a:avLst/>
            </a:prstGeom>
            <a:solidFill>
              <a:srgbClr val="3D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7" name="Oval 114">
            <a:extLst>
              <a:ext uri="{FF2B5EF4-FFF2-40B4-BE49-F238E27FC236}">
                <a16:creationId xmlns:a16="http://schemas.microsoft.com/office/drawing/2014/main" id="{49C887C6-0D67-AB75-4093-8974CF6C9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836" y="1199571"/>
            <a:ext cx="762273" cy="762273"/>
          </a:xfrm>
          <a:prstGeom prst="ellipse">
            <a:avLst/>
          </a:prstGeom>
          <a:solidFill>
            <a:srgbClr val="2E7B43"/>
          </a:solidFill>
          <a:ln w="3651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Oval 116">
            <a:extLst>
              <a:ext uri="{FF2B5EF4-FFF2-40B4-BE49-F238E27FC236}">
                <a16:creationId xmlns:a16="http://schemas.microsoft.com/office/drawing/2014/main" id="{46DFCBBF-BF87-B8BF-2941-FD0D76C26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488" y="1702038"/>
            <a:ext cx="762273" cy="762273"/>
          </a:xfrm>
          <a:prstGeom prst="ellipse">
            <a:avLst/>
          </a:prstGeom>
          <a:solidFill>
            <a:srgbClr val="86AB45"/>
          </a:solidFill>
          <a:ln w="3651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Oval 119">
            <a:extLst>
              <a:ext uri="{FF2B5EF4-FFF2-40B4-BE49-F238E27FC236}">
                <a16:creationId xmlns:a16="http://schemas.microsoft.com/office/drawing/2014/main" id="{83FD6686-08F5-09B2-499F-7817763A3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5706" y="1702038"/>
            <a:ext cx="762273" cy="762273"/>
          </a:xfrm>
          <a:prstGeom prst="ellipse">
            <a:avLst/>
          </a:prstGeom>
          <a:solidFill>
            <a:srgbClr val="4FA26B"/>
          </a:solidFill>
          <a:ln w="3651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Oval 122">
            <a:extLst>
              <a:ext uri="{FF2B5EF4-FFF2-40B4-BE49-F238E27FC236}">
                <a16:creationId xmlns:a16="http://schemas.microsoft.com/office/drawing/2014/main" id="{E6417CED-79AE-0437-8617-FD3373468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9815" y="2735986"/>
            <a:ext cx="762273" cy="762273"/>
          </a:xfrm>
          <a:prstGeom prst="ellipse">
            <a:avLst/>
          </a:prstGeom>
          <a:solidFill>
            <a:srgbClr val="237F81"/>
          </a:solidFill>
          <a:ln w="3651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Oval 124">
            <a:extLst>
              <a:ext uri="{FF2B5EF4-FFF2-40B4-BE49-F238E27FC236}">
                <a16:creationId xmlns:a16="http://schemas.microsoft.com/office/drawing/2014/main" id="{F6962C4C-AD70-69A5-8A91-4CCA771BC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2451" y="2742580"/>
            <a:ext cx="762273" cy="760954"/>
          </a:xfrm>
          <a:prstGeom prst="ellipse">
            <a:avLst/>
          </a:prstGeom>
          <a:solidFill>
            <a:srgbClr val="2E8B58"/>
          </a:solidFill>
          <a:ln w="3651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D310ADD-9EE3-6C27-C671-313F222FCEB4}"/>
              </a:ext>
            </a:extLst>
          </p:cNvPr>
          <p:cNvGrpSpPr/>
          <p:nvPr/>
        </p:nvGrpSpPr>
        <p:grpSpPr>
          <a:xfrm>
            <a:off x="8927481" y="2947244"/>
            <a:ext cx="2926080" cy="736155"/>
            <a:chOff x="8921977" y="2947244"/>
            <a:chExt cx="2926080" cy="736155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84EBAFF-9595-2BE0-919B-F4E7430A74FD}"/>
                </a:ext>
              </a:extLst>
            </p:cNvPr>
            <p:cNvSpPr txBox="1"/>
            <p:nvPr/>
          </p:nvSpPr>
          <p:spPr>
            <a:xfrm>
              <a:off x="8921977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rgbClr val="2E8B58"/>
                  </a:solidFill>
                </a:rPr>
                <a:t> 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00A52D1E-5CC7-8264-E66F-03FBBE5EEAFF}"/>
                </a:ext>
              </a:extLst>
            </p:cNvPr>
            <p:cNvSpPr txBox="1"/>
            <p:nvPr/>
          </p:nvSpPr>
          <p:spPr>
            <a:xfrm>
              <a:off x="8921977" y="3406400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52E8F89-CCBA-A639-E4A4-1FF20FB7858D}"/>
              </a:ext>
            </a:extLst>
          </p:cNvPr>
          <p:cNvGrpSpPr/>
          <p:nvPr/>
        </p:nvGrpSpPr>
        <p:grpSpPr>
          <a:xfrm>
            <a:off x="338440" y="2947244"/>
            <a:ext cx="2926080" cy="736155"/>
            <a:chOff x="332936" y="2947244"/>
            <a:chExt cx="2926080" cy="736155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63AD381-6345-BBEB-4086-CDCA9610F16A}"/>
                </a:ext>
              </a:extLst>
            </p:cNvPr>
            <p:cNvSpPr txBox="1"/>
            <p:nvPr/>
          </p:nvSpPr>
          <p:spPr>
            <a:xfrm>
              <a:off x="332936" y="2947244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dirty="0">
                  <a:solidFill>
                    <a:srgbClr val="237F81"/>
                  </a:solidFill>
                </a:rPr>
                <a:t> 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031F44D-5978-987C-2C1D-CC8BE9277228}"/>
                </a:ext>
              </a:extLst>
            </p:cNvPr>
            <p:cNvSpPr txBox="1"/>
            <p:nvPr/>
          </p:nvSpPr>
          <p:spPr>
            <a:xfrm>
              <a:off x="332936" y="3406400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B562A96-0A7D-6F88-2761-D2E51E54B6B2}"/>
              </a:ext>
            </a:extLst>
          </p:cNvPr>
          <p:cNvGrpSpPr/>
          <p:nvPr/>
        </p:nvGrpSpPr>
        <p:grpSpPr>
          <a:xfrm>
            <a:off x="8927481" y="1242150"/>
            <a:ext cx="2926080" cy="736155"/>
            <a:chOff x="8921977" y="1242150"/>
            <a:chExt cx="2926080" cy="736155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D9AA009-84C5-AD07-CE52-E397B36841E0}"/>
                </a:ext>
              </a:extLst>
            </p:cNvPr>
            <p:cNvSpPr txBox="1"/>
            <p:nvPr/>
          </p:nvSpPr>
          <p:spPr>
            <a:xfrm>
              <a:off x="8921977" y="1242150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400" b="1" noProof="1">
                  <a:solidFill>
                    <a:schemeClr val="accent4"/>
                  </a:solidFill>
                </a:rPr>
                <a:t> 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22BBA1A-C891-C05D-4E12-36A9FD4D1020}"/>
                </a:ext>
              </a:extLst>
            </p:cNvPr>
            <p:cNvSpPr txBox="1"/>
            <p:nvPr/>
          </p:nvSpPr>
          <p:spPr>
            <a:xfrm>
              <a:off x="8921977" y="1701306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560F9C7-530C-718D-CE7C-0F43C0205329}"/>
              </a:ext>
            </a:extLst>
          </p:cNvPr>
          <p:cNvGrpSpPr/>
          <p:nvPr/>
        </p:nvGrpSpPr>
        <p:grpSpPr>
          <a:xfrm>
            <a:off x="338440" y="1242150"/>
            <a:ext cx="2926080" cy="736155"/>
            <a:chOff x="332936" y="2627766"/>
            <a:chExt cx="2926080" cy="736155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B7D7383-50A8-E919-0BBD-FDC9A4C3E50D}"/>
                </a:ext>
              </a:extLst>
            </p:cNvPr>
            <p:cNvSpPr txBox="1"/>
            <p:nvPr/>
          </p:nvSpPr>
          <p:spPr>
            <a:xfrm>
              <a:off x="332936" y="2627766"/>
              <a:ext cx="2926080" cy="461665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sz="2400" b="1" noProof="1">
                  <a:solidFill>
                    <a:srgbClr val="86AB45"/>
                  </a:solidFill>
                </a:rPr>
                <a:t> 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ACB6900-5770-57FB-2936-FCB032382252}"/>
                </a:ext>
              </a:extLst>
            </p:cNvPr>
            <p:cNvSpPr txBox="1"/>
            <p:nvPr/>
          </p:nvSpPr>
          <p:spPr>
            <a:xfrm>
              <a:off x="332936" y="3086922"/>
              <a:ext cx="2926080" cy="27699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just"/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sp>
        <p:nvSpPr>
          <p:cNvPr id="85" name="Oval 239">
            <a:extLst>
              <a:ext uri="{FF2B5EF4-FFF2-40B4-BE49-F238E27FC236}">
                <a16:creationId xmlns:a16="http://schemas.microsoft.com/office/drawing/2014/main" id="{C629670F-BCAC-D74F-7FF4-A481478E4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038" y="5388533"/>
            <a:ext cx="727075" cy="727075"/>
          </a:xfrm>
          <a:prstGeom prst="ellipse">
            <a:avLst/>
          </a:prstGeom>
          <a:solidFill>
            <a:srgbClr val="1F7D80"/>
          </a:solidFill>
          <a:ln w="3651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Oval 246">
            <a:extLst>
              <a:ext uri="{FF2B5EF4-FFF2-40B4-BE49-F238E27FC236}">
                <a16:creationId xmlns:a16="http://schemas.microsoft.com/office/drawing/2014/main" id="{AED78C56-0744-3EF1-2205-A2145ACA5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88" y="5388533"/>
            <a:ext cx="727075" cy="727075"/>
          </a:xfrm>
          <a:prstGeom prst="ellipse">
            <a:avLst/>
          </a:prstGeom>
          <a:solidFill>
            <a:srgbClr val="86AB45"/>
          </a:solidFill>
          <a:ln w="3651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Oval 249">
            <a:extLst>
              <a:ext uri="{FF2B5EF4-FFF2-40B4-BE49-F238E27FC236}">
                <a16:creationId xmlns:a16="http://schemas.microsoft.com/office/drawing/2014/main" id="{3DA9942C-5CB0-48A1-88A1-6044CAE37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2938" y="5388533"/>
            <a:ext cx="728663" cy="727075"/>
          </a:xfrm>
          <a:prstGeom prst="ellipse">
            <a:avLst/>
          </a:prstGeom>
          <a:solidFill>
            <a:srgbClr val="2E7B43"/>
          </a:solidFill>
          <a:ln w="3651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Oval 252">
            <a:extLst>
              <a:ext uri="{FF2B5EF4-FFF2-40B4-BE49-F238E27FC236}">
                <a16:creationId xmlns:a16="http://schemas.microsoft.com/office/drawing/2014/main" id="{83E6C0E0-D720-D74D-6BA8-DAB64CC79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4888" y="5388533"/>
            <a:ext cx="727075" cy="727075"/>
          </a:xfrm>
          <a:prstGeom prst="ellipse">
            <a:avLst/>
          </a:prstGeom>
          <a:solidFill>
            <a:srgbClr val="4FA26B"/>
          </a:solidFill>
          <a:ln w="3651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Oval 254">
            <a:extLst>
              <a:ext uri="{FF2B5EF4-FFF2-40B4-BE49-F238E27FC236}">
                <a16:creationId xmlns:a16="http://schemas.microsoft.com/office/drawing/2014/main" id="{4F6AAB37-F1EB-3172-CC4C-EA8509FE2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138" y="5388533"/>
            <a:ext cx="728663" cy="727075"/>
          </a:xfrm>
          <a:prstGeom prst="ellipse">
            <a:avLst/>
          </a:prstGeom>
          <a:solidFill>
            <a:srgbClr val="2E8B58"/>
          </a:solidFill>
          <a:ln w="36513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8" name="Graphic 97" descr="Shield Tick with solid fill">
            <a:extLst>
              <a:ext uri="{FF2B5EF4-FFF2-40B4-BE49-F238E27FC236}">
                <a16:creationId xmlns:a16="http://schemas.microsoft.com/office/drawing/2014/main" id="{73F25C02-002D-8793-2E2C-6EEC53F722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4792" y="2840963"/>
            <a:ext cx="552319" cy="5523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9" name="Graphic 98" descr="Users with solid fill">
            <a:extLst>
              <a:ext uri="{FF2B5EF4-FFF2-40B4-BE49-F238E27FC236}">
                <a16:creationId xmlns:a16="http://schemas.microsoft.com/office/drawing/2014/main" id="{057CA4DB-3957-0A74-331F-C3A399D7B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07465" y="1807015"/>
            <a:ext cx="552319" cy="5523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0" name="Graphic 99" descr="Bar graph with upward trend with solid fill">
            <a:extLst>
              <a:ext uri="{FF2B5EF4-FFF2-40B4-BE49-F238E27FC236}">
                <a16:creationId xmlns:a16="http://schemas.microsoft.com/office/drawing/2014/main" id="{6B9BA6F1-B380-F176-A01E-06B83E60E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07813" y="1304548"/>
            <a:ext cx="552319" cy="5523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1" name="Graphic 100" descr="Lights On with solid fill">
            <a:extLst>
              <a:ext uri="{FF2B5EF4-FFF2-40B4-BE49-F238E27FC236}">
                <a16:creationId xmlns:a16="http://schemas.microsoft.com/office/drawing/2014/main" id="{9B35FD0D-9208-B4FE-33BA-7F5431149E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060683" y="1807015"/>
            <a:ext cx="552319" cy="5523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" name="Graphic 102" descr="Single gear with solid fill">
            <a:extLst>
              <a:ext uri="{FF2B5EF4-FFF2-40B4-BE49-F238E27FC236}">
                <a16:creationId xmlns:a16="http://schemas.microsoft.com/office/drawing/2014/main" id="{FBC7DD43-753E-C351-0FA1-8CFAE4FCBF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477428" y="2846898"/>
            <a:ext cx="552319" cy="5523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4" name="Graphic 103" descr="Crawl with solid fill">
            <a:extLst>
              <a:ext uri="{FF2B5EF4-FFF2-40B4-BE49-F238E27FC236}">
                <a16:creationId xmlns:a16="http://schemas.microsoft.com/office/drawing/2014/main" id="{4CEBB1CA-7A7E-10B1-0A9B-F4E56F8BEB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673416" y="5475911"/>
            <a:ext cx="552319" cy="5523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5" name="Graphic 104" descr="Magnifying glass with solid fill">
            <a:extLst>
              <a:ext uri="{FF2B5EF4-FFF2-40B4-BE49-F238E27FC236}">
                <a16:creationId xmlns:a16="http://schemas.microsoft.com/office/drawing/2014/main" id="{28921970-7FA0-6FB5-9B51-B6CCF2F1E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165666" y="5475911"/>
            <a:ext cx="552319" cy="5523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6" name="Graphic 105" descr="Tools with solid fill">
            <a:extLst>
              <a:ext uri="{FF2B5EF4-FFF2-40B4-BE49-F238E27FC236}">
                <a16:creationId xmlns:a16="http://schemas.microsoft.com/office/drawing/2014/main" id="{23D29A14-2B87-B08A-256B-7A312570DC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811110" y="5475911"/>
            <a:ext cx="552319" cy="5523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7" name="Graphic 106" descr="Postit Notes with solid fill">
            <a:extLst>
              <a:ext uri="{FF2B5EF4-FFF2-40B4-BE49-F238E27FC236}">
                <a16:creationId xmlns:a16="http://schemas.microsoft.com/office/drawing/2014/main" id="{65D6678F-787A-CF5F-7D79-4105E8A82C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442266" y="5475911"/>
            <a:ext cx="552319" cy="5523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8" name="Graphic 107" descr="Home with solid fill">
            <a:extLst>
              <a:ext uri="{FF2B5EF4-FFF2-40B4-BE49-F238E27FC236}">
                <a16:creationId xmlns:a16="http://schemas.microsoft.com/office/drawing/2014/main" id="{3A3055B3-F49B-7F37-BE98-0A007BFA4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935310" y="5475911"/>
            <a:ext cx="552319" cy="5523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68198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9532</TotalTime>
  <Words>36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Growth Tree Diagram</dc:title>
  <dc:creator>PresentationGO.com</dc:creator>
  <dc:description>© Copyright PresentationGO.com - Do not distribute or sale without written permission.</dc:description>
  <cp:lastModifiedBy>Gajendrula Vasavi</cp:lastModifiedBy>
  <cp:revision>63</cp:revision>
  <dcterms:created xsi:type="dcterms:W3CDTF">2014-11-26T05:14:11Z</dcterms:created>
  <dcterms:modified xsi:type="dcterms:W3CDTF">2026-06-15T11:31:30Z</dcterms:modified>
  <cp:category>Charts &amp; Diagrams</cp:category>
</cp:coreProperties>
</file>