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6DFC94-D876-4DDE-899E-6481940C6147}" v="42" dt="2026-06-20T10:01:23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ula Vasavi" userId="4d6e0e39fce785e1" providerId="LiveId" clId="{A065988B-96BB-4EA1-9A69-DFD681C000FE}"/>
    <pc:docChg chg="modSld">
      <pc:chgData name="Gajendrula Vasavi" userId="4d6e0e39fce785e1" providerId="LiveId" clId="{A065988B-96BB-4EA1-9A69-DFD681C000FE}" dt="2026-06-20T10:01:23.999" v="41" actId="20577"/>
      <pc:docMkLst>
        <pc:docMk/>
      </pc:docMkLst>
      <pc:sldChg chg="modSp">
        <pc:chgData name="Gajendrula Vasavi" userId="4d6e0e39fce785e1" providerId="LiveId" clId="{A065988B-96BB-4EA1-9A69-DFD681C000FE}" dt="2026-06-20T10:01:23.999" v="41" actId="20577"/>
        <pc:sldMkLst>
          <pc:docMk/>
          <pc:sldMk cId="0" sldId="268"/>
        </pc:sldMkLst>
        <pc:spChg chg="mod">
          <ac:chgData name="Gajendrula Vasavi" userId="4d6e0e39fce785e1" providerId="LiveId" clId="{A065988B-96BB-4EA1-9A69-DFD681C000FE}" dt="2026-06-20T10:00:44.154" v="26" actId="20577"/>
          <ac:spMkLst>
            <pc:docMk/>
            <pc:sldMk cId="0" sldId="268"/>
            <ac:spMk id="470" creationId="{00000000-0000-0000-0000-000000000000}"/>
          </ac:spMkLst>
        </pc:spChg>
        <pc:spChg chg="mod">
          <ac:chgData name="Gajendrula Vasavi" userId="4d6e0e39fce785e1" providerId="LiveId" clId="{A065988B-96BB-4EA1-9A69-DFD681C000FE}" dt="2026-06-20T10:00:56.092" v="32" actId="20577"/>
          <ac:spMkLst>
            <pc:docMk/>
            <pc:sldMk cId="0" sldId="268"/>
            <ac:spMk id="495" creationId="{00000000-0000-0000-0000-000000000000}"/>
          </ac:spMkLst>
        </pc:spChg>
        <pc:spChg chg="mod">
          <ac:chgData name="Gajendrula Vasavi" userId="4d6e0e39fce785e1" providerId="LiveId" clId="{A065988B-96BB-4EA1-9A69-DFD681C000FE}" dt="2026-06-20T10:01:23.999" v="41" actId="20577"/>
          <ac:spMkLst>
            <pc:docMk/>
            <pc:sldMk cId="0" sldId="268"/>
            <ac:spMk id="496" creationId="{00000000-0000-0000-0000-000000000000}"/>
          </ac:spMkLst>
        </pc:spChg>
        <pc:spChg chg="mod">
          <ac:chgData name="Gajendrula Vasavi" userId="4d6e0e39fce785e1" providerId="LiveId" clId="{A065988B-96BB-4EA1-9A69-DFD681C000FE}" dt="2026-06-20T10:00:38.010" v="24" actId="20577"/>
          <ac:spMkLst>
            <pc:docMk/>
            <pc:sldMk cId="0" sldId="268"/>
            <ac:spMk id="497" creationId="{00000000-0000-0000-0000-000000000000}"/>
          </ac:spMkLst>
        </pc:spChg>
        <pc:spChg chg="mod">
          <ac:chgData name="Gajendrula Vasavi" userId="4d6e0e39fce785e1" providerId="LiveId" clId="{A065988B-96BB-4EA1-9A69-DFD681C000FE}" dt="2026-06-20T10:00:52.430" v="30" actId="20577"/>
          <ac:spMkLst>
            <pc:docMk/>
            <pc:sldMk cId="0" sldId="268"/>
            <ac:spMk id="498" creationId="{00000000-0000-0000-0000-000000000000}"/>
          </ac:spMkLst>
        </pc:spChg>
        <pc:spChg chg="mod">
          <ac:chgData name="Gajendrula Vasavi" userId="4d6e0e39fce785e1" providerId="LiveId" clId="{A065988B-96BB-4EA1-9A69-DFD681C000FE}" dt="2026-06-20T10:01:13.513" v="37" actId="20577"/>
          <ac:spMkLst>
            <pc:docMk/>
            <pc:sldMk cId="0" sldId="268"/>
            <ac:spMk id="49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11C61-7499-4643-A46D-6BA9BDA02121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79ECE-A9B5-4EA5-BD0E-27D55FBB9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387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08D7-8711-2FDD-F36C-2DE6C7ABB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CCBB0-F2B4-2CC5-CBDB-CCAA0041A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C1B27-03C4-7903-B304-91043EE06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CEA2F-2E36-5C73-E836-8FAB6179B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E59EA-E742-2870-36CD-37B3170A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0467F-3C6B-631F-73EA-BD92DDD58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02E10-6BBA-68D1-4AE2-72BF40D18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929F0-1C09-5BFA-EA4C-87351C94A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EBBD9-D3A7-3B21-1A66-39A64C239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B8D49-2E51-8B96-EF70-FF238EC7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83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AD7E-1443-ABD7-4FD0-E86AE894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D26F7-B7FD-ECE5-4619-8C96D6EEC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6090F-C0E7-16E5-6E05-B54DE648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C4C7E-8AD0-EEEB-F1E3-12BAA7D7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8951D-1CAE-B9F9-7621-667FE138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97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F131-CF87-54BA-6BD0-7D0BE2DBC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D9C3F-561C-82E3-ABDF-AB228D471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BCCD4-E1DE-2537-68A1-D2F030DF9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BE865-4FD8-5313-3744-296A2A4B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6EC7F-0A2D-1BEF-D583-3AF16E485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7C564-077F-80E6-50D5-B8A24FFC9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28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219C-1550-A09D-7D28-EAAB5781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474AB-AE78-4050-D408-338B45C31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27E73-F5C3-CCAB-D102-95C6C45C5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DA950-7B89-CF1A-C097-A61E07874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2E35C-302F-96B9-280D-0CAE28ECC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718296-2278-F313-8012-E7D93DC2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11ECF-3927-85C5-35DF-4CF26A47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5575CA-BD2D-0290-FF8F-284ABAFF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91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FBB7-AE33-2FFE-8DD2-9BC825D84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58AA0-4A72-E257-9919-8B2D45F3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6C4A2-887C-633D-17C9-ABE2AB58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32723-FF69-D736-9F3B-145FA33E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51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5D824-CFFA-C8D0-3557-62A7BC89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EB7CF-DCC4-DDBB-F098-370FDCAEE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31488-432B-91A5-42B1-7C7D3FC5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1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2C70-24D4-D277-89A7-480C7F284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ACB2F-DCFD-1085-BD25-DCA5CF9A8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10AA03-54CB-0C13-F761-66EAED843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5F69E-4605-9BA6-514A-5738F475B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60E1A-5A7A-42F4-171B-8CAF74348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1534C-C9FF-8B37-CB1B-58E00214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27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F3564-9E67-39BD-5F92-4E613887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03AAAF-0112-F8DF-88B0-951A86CC0D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B9E0C-292F-9234-F77A-6C85FCC81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D4585-4AF0-8051-0071-1DBF47E12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F0C79-3B30-225B-0601-4ACCD372B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06EDB-0946-C2C7-BA34-5DE67891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060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AB4D-CA72-14C0-BC8D-C566D4A1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985C0-277E-29CD-16FC-CA2FD17B5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242E8-5126-15A2-2B1B-E21304ACA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20BB5-8619-203B-0795-B4A5083F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A8BD6-858C-A886-5DEC-005D5159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01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51C5D-DF9B-3DE9-89B2-76090BAB3F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E0158-A7F4-9022-8F00-3A3C2A4E6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738A-40EC-1012-641C-715CCA32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B0FB5-1B97-C2D6-AC3F-12D8DABE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F43B7-84C3-34CB-0198-25457346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7987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550C9A-6472-02AC-0F8C-F43D7CDE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0EFE3-D6E8-D2A8-5C03-F4A2E65C0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E2198-B9DB-B2FA-2201-130DFF946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D0547-EFC5-4220-A3ED-C16337EFED7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B18F3-974F-B0D9-CAAB-CA88BDF13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C3FE8-30FD-DFEC-D18D-BD176A1FC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6220A-B681-41EC-967E-778B3301E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7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"/>
          <p:cNvSpPr txBox="1"/>
          <p:nvPr/>
        </p:nvSpPr>
        <p:spPr>
          <a:xfrm>
            <a:off x="2527300" y="808037"/>
            <a:ext cx="1436687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US" sz="1700" b="0" i="0" u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4B40A0A-5539-244B-B1B5-E66903DAEA0D}"/>
              </a:ext>
            </a:extLst>
          </p:cNvPr>
          <p:cNvGrpSpPr/>
          <p:nvPr/>
        </p:nvGrpSpPr>
        <p:grpSpPr>
          <a:xfrm>
            <a:off x="760412" y="2662237"/>
            <a:ext cx="1479550" cy="1646237"/>
            <a:chOff x="760412" y="2662237"/>
            <a:chExt cx="1479550" cy="1646237"/>
          </a:xfrm>
        </p:grpSpPr>
        <p:sp>
          <p:nvSpPr>
            <p:cNvPr id="471" name="Google Shape;471;p25"/>
            <p:cNvSpPr/>
            <p:nvPr/>
          </p:nvSpPr>
          <p:spPr>
            <a:xfrm>
              <a:off x="779462" y="3459162"/>
              <a:ext cx="390525" cy="849312"/>
            </a:xfrm>
            <a:custGeom>
              <a:avLst/>
              <a:gdLst/>
              <a:ahLst/>
              <a:cxnLst/>
              <a:rect l="l" t="t" r="r" b="b"/>
              <a:pathLst>
                <a:path w="102" h="222" extrusionOk="0">
                  <a:moveTo>
                    <a:pt x="95" y="155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51" y="7"/>
                    <a:pt x="51" y="15"/>
                    <a:pt x="48" y="23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0" y="190"/>
                    <a:pt x="36" y="222"/>
                    <a:pt x="70" y="210"/>
                  </a:cubicBezTo>
                  <a:cubicBezTo>
                    <a:pt x="90" y="200"/>
                    <a:pt x="102" y="178"/>
                    <a:pt x="95" y="155"/>
                  </a:cubicBezTo>
                  <a:close/>
                </a:path>
              </a:pathLst>
            </a:custGeom>
            <a:solidFill>
              <a:srgbClr val="E6A51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25"/>
            <p:cNvSpPr/>
            <p:nvPr/>
          </p:nvSpPr>
          <p:spPr>
            <a:xfrm>
              <a:off x="760412" y="2662237"/>
              <a:ext cx="1479550" cy="1600200"/>
            </a:xfrm>
            <a:custGeom>
              <a:avLst/>
              <a:gdLst/>
              <a:ahLst/>
              <a:cxnLst/>
              <a:rect l="l" t="t" r="r" b="b"/>
              <a:pathLst>
                <a:path w="387" h="418" extrusionOk="0">
                  <a:moveTo>
                    <a:pt x="75" y="418"/>
                  </a:moveTo>
                  <a:cubicBezTo>
                    <a:pt x="78" y="417"/>
                    <a:pt x="81" y="415"/>
                    <a:pt x="84" y="4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356" y="254"/>
                    <a:pt x="356" y="254"/>
                    <a:pt x="356" y="254"/>
                  </a:cubicBezTo>
                  <a:cubicBezTo>
                    <a:pt x="387" y="236"/>
                    <a:pt x="386" y="191"/>
                    <a:pt x="355" y="174"/>
                  </a:cubicBezTo>
                  <a:cubicBezTo>
                    <a:pt x="202" y="88"/>
                    <a:pt x="202" y="88"/>
                    <a:pt x="202" y="88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43" y="0"/>
                    <a:pt x="0" y="34"/>
                    <a:pt x="13" y="74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4" y="205"/>
                    <a:pt x="54" y="207"/>
                    <a:pt x="54" y="208"/>
                  </a:cubicBezTo>
                  <a:cubicBezTo>
                    <a:pt x="100" y="363"/>
                    <a:pt x="100" y="363"/>
                    <a:pt x="100" y="363"/>
                  </a:cubicBezTo>
                  <a:cubicBezTo>
                    <a:pt x="107" y="386"/>
                    <a:pt x="95" y="408"/>
                    <a:pt x="75" y="418"/>
                  </a:cubicBezTo>
                  <a:close/>
                </a:path>
              </a:pathLst>
            </a:custGeom>
            <a:solidFill>
              <a:srgbClr val="FFCC5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388F0E1-758D-2841-B91A-074867409A81}"/>
              </a:ext>
            </a:extLst>
          </p:cNvPr>
          <p:cNvGrpSpPr/>
          <p:nvPr/>
        </p:nvGrpSpPr>
        <p:grpSpPr>
          <a:xfrm>
            <a:off x="2603500" y="2662237"/>
            <a:ext cx="1476375" cy="1646237"/>
            <a:chOff x="2603500" y="2662237"/>
            <a:chExt cx="1476375" cy="1646237"/>
          </a:xfrm>
        </p:grpSpPr>
        <p:sp>
          <p:nvSpPr>
            <p:cNvPr id="473" name="Google Shape;473;p25"/>
            <p:cNvSpPr/>
            <p:nvPr/>
          </p:nvSpPr>
          <p:spPr>
            <a:xfrm>
              <a:off x="2619375" y="3459162"/>
              <a:ext cx="390525" cy="849312"/>
            </a:xfrm>
            <a:custGeom>
              <a:avLst/>
              <a:gdLst/>
              <a:ahLst/>
              <a:cxnLst/>
              <a:rect l="l" t="t" r="r" b="b"/>
              <a:pathLst>
                <a:path w="102" h="222" extrusionOk="0">
                  <a:moveTo>
                    <a:pt x="96" y="155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1" y="7"/>
                    <a:pt x="51" y="15"/>
                    <a:pt x="49" y="23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0" y="190"/>
                    <a:pt x="37" y="222"/>
                    <a:pt x="71" y="210"/>
                  </a:cubicBezTo>
                  <a:cubicBezTo>
                    <a:pt x="90" y="200"/>
                    <a:pt x="102" y="178"/>
                    <a:pt x="96" y="155"/>
                  </a:cubicBezTo>
                  <a:close/>
                </a:path>
              </a:pathLst>
            </a:custGeom>
            <a:solidFill>
              <a:srgbClr val="E0771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2603500" y="2662237"/>
              <a:ext cx="1476375" cy="1600200"/>
            </a:xfrm>
            <a:custGeom>
              <a:avLst/>
              <a:gdLst/>
              <a:ahLst/>
              <a:cxnLst/>
              <a:rect l="l" t="t" r="r" b="b"/>
              <a:pathLst>
                <a:path w="386" h="418" extrusionOk="0">
                  <a:moveTo>
                    <a:pt x="75" y="418"/>
                  </a:moveTo>
                  <a:cubicBezTo>
                    <a:pt x="78" y="417"/>
                    <a:pt x="81" y="415"/>
                    <a:pt x="84" y="4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355" y="254"/>
                    <a:pt x="355" y="254"/>
                    <a:pt x="355" y="254"/>
                  </a:cubicBezTo>
                  <a:cubicBezTo>
                    <a:pt x="386" y="236"/>
                    <a:pt x="386" y="191"/>
                    <a:pt x="354" y="174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43" y="0"/>
                    <a:pt x="0" y="34"/>
                    <a:pt x="12" y="74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3" y="205"/>
                    <a:pt x="53" y="207"/>
                    <a:pt x="54" y="208"/>
                  </a:cubicBezTo>
                  <a:cubicBezTo>
                    <a:pt x="100" y="363"/>
                    <a:pt x="100" y="363"/>
                    <a:pt x="100" y="363"/>
                  </a:cubicBezTo>
                  <a:cubicBezTo>
                    <a:pt x="106" y="386"/>
                    <a:pt x="94" y="408"/>
                    <a:pt x="75" y="418"/>
                  </a:cubicBezTo>
                  <a:close/>
                </a:path>
              </a:pathLst>
            </a:custGeom>
            <a:solidFill>
              <a:srgbClr val="FF94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4A4A926-83D4-9549-AA8D-E9BD77E20F8D}"/>
              </a:ext>
            </a:extLst>
          </p:cNvPr>
          <p:cNvGrpSpPr/>
          <p:nvPr/>
        </p:nvGrpSpPr>
        <p:grpSpPr>
          <a:xfrm>
            <a:off x="4443412" y="2662237"/>
            <a:ext cx="1476375" cy="1646237"/>
            <a:chOff x="4443412" y="2662237"/>
            <a:chExt cx="1476375" cy="1646237"/>
          </a:xfrm>
        </p:grpSpPr>
        <p:sp>
          <p:nvSpPr>
            <p:cNvPr id="475" name="Google Shape;475;p25"/>
            <p:cNvSpPr/>
            <p:nvPr/>
          </p:nvSpPr>
          <p:spPr>
            <a:xfrm>
              <a:off x="4462462" y="3459162"/>
              <a:ext cx="390525" cy="849312"/>
            </a:xfrm>
            <a:custGeom>
              <a:avLst/>
              <a:gdLst/>
              <a:ahLst/>
              <a:cxnLst/>
              <a:rect l="l" t="t" r="r" b="b"/>
              <a:pathLst>
                <a:path w="102" h="222" extrusionOk="0">
                  <a:moveTo>
                    <a:pt x="95" y="155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51" y="7"/>
                    <a:pt x="50" y="15"/>
                    <a:pt x="48" y="23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0" y="190"/>
                    <a:pt x="36" y="222"/>
                    <a:pt x="70" y="210"/>
                  </a:cubicBezTo>
                  <a:cubicBezTo>
                    <a:pt x="90" y="200"/>
                    <a:pt x="102" y="178"/>
                    <a:pt x="95" y="155"/>
                  </a:cubicBezTo>
                  <a:close/>
                </a:path>
              </a:pathLst>
            </a:custGeom>
            <a:solidFill>
              <a:srgbClr val="C232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25"/>
            <p:cNvSpPr/>
            <p:nvPr/>
          </p:nvSpPr>
          <p:spPr>
            <a:xfrm>
              <a:off x="4443412" y="2662237"/>
              <a:ext cx="1476375" cy="1600200"/>
            </a:xfrm>
            <a:custGeom>
              <a:avLst/>
              <a:gdLst/>
              <a:ahLst/>
              <a:cxnLst/>
              <a:rect l="l" t="t" r="r" b="b"/>
              <a:pathLst>
                <a:path w="386" h="418" extrusionOk="0">
                  <a:moveTo>
                    <a:pt x="75" y="418"/>
                  </a:moveTo>
                  <a:cubicBezTo>
                    <a:pt x="78" y="417"/>
                    <a:pt x="81" y="415"/>
                    <a:pt x="84" y="4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356" y="254"/>
                    <a:pt x="356" y="254"/>
                    <a:pt x="356" y="254"/>
                  </a:cubicBezTo>
                  <a:cubicBezTo>
                    <a:pt x="386" y="236"/>
                    <a:pt x="386" y="191"/>
                    <a:pt x="355" y="174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43" y="0"/>
                    <a:pt x="0" y="34"/>
                    <a:pt x="13" y="74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3" y="205"/>
                    <a:pt x="54" y="207"/>
                    <a:pt x="54" y="208"/>
                  </a:cubicBezTo>
                  <a:cubicBezTo>
                    <a:pt x="100" y="363"/>
                    <a:pt x="100" y="363"/>
                    <a:pt x="100" y="363"/>
                  </a:cubicBezTo>
                  <a:cubicBezTo>
                    <a:pt x="107" y="386"/>
                    <a:pt x="95" y="408"/>
                    <a:pt x="75" y="418"/>
                  </a:cubicBezTo>
                  <a:close/>
                </a:path>
              </a:pathLst>
            </a:custGeom>
            <a:solidFill>
              <a:srgbClr val="E24E5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2FAF345-5ECF-BF40-8B7C-486C72312D9C}"/>
              </a:ext>
            </a:extLst>
          </p:cNvPr>
          <p:cNvGrpSpPr/>
          <p:nvPr/>
        </p:nvGrpSpPr>
        <p:grpSpPr>
          <a:xfrm>
            <a:off x="6288087" y="2662237"/>
            <a:ext cx="1476375" cy="1646237"/>
            <a:chOff x="6288087" y="2662237"/>
            <a:chExt cx="1476375" cy="1646237"/>
          </a:xfrm>
        </p:grpSpPr>
        <p:sp>
          <p:nvSpPr>
            <p:cNvPr id="477" name="Google Shape;477;p25"/>
            <p:cNvSpPr/>
            <p:nvPr/>
          </p:nvSpPr>
          <p:spPr>
            <a:xfrm>
              <a:off x="6302375" y="3459162"/>
              <a:ext cx="390525" cy="849312"/>
            </a:xfrm>
            <a:custGeom>
              <a:avLst/>
              <a:gdLst/>
              <a:ahLst/>
              <a:cxnLst/>
              <a:rect l="l" t="t" r="r" b="b"/>
              <a:pathLst>
                <a:path w="102" h="222" extrusionOk="0">
                  <a:moveTo>
                    <a:pt x="95" y="155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51" y="7"/>
                    <a:pt x="51" y="15"/>
                    <a:pt x="49" y="23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0" y="190"/>
                    <a:pt x="37" y="222"/>
                    <a:pt x="71" y="210"/>
                  </a:cubicBezTo>
                  <a:cubicBezTo>
                    <a:pt x="90" y="200"/>
                    <a:pt x="102" y="178"/>
                    <a:pt x="95" y="155"/>
                  </a:cubicBezTo>
                  <a:close/>
                </a:path>
              </a:pathLst>
            </a:custGeom>
            <a:solidFill>
              <a:srgbClr val="55AC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25"/>
            <p:cNvSpPr/>
            <p:nvPr/>
          </p:nvSpPr>
          <p:spPr>
            <a:xfrm>
              <a:off x="6288087" y="2662237"/>
              <a:ext cx="1476375" cy="1600200"/>
            </a:xfrm>
            <a:custGeom>
              <a:avLst/>
              <a:gdLst/>
              <a:ahLst/>
              <a:cxnLst/>
              <a:rect l="l" t="t" r="r" b="b"/>
              <a:pathLst>
                <a:path w="386" h="418" extrusionOk="0">
                  <a:moveTo>
                    <a:pt x="75" y="418"/>
                  </a:moveTo>
                  <a:cubicBezTo>
                    <a:pt x="78" y="417"/>
                    <a:pt x="81" y="415"/>
                    <a:pt x="84" y="4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355" y="254"/>
                    <a:pt x="355" y="254"/>
                    <a:pt x="355" y="254"/>
                  </a:cubicBezTo>
                  <a:cubicBezTo>
                    <a:pt x="386" y="236"/>
                    <a:pt x="385" y="191"/>
                    <a:pt x="354" y="174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43" y="0"/>
                    <a:pt x="0" y="34"/>
                    <a:pt x="12" y="74"/>
                  </a:cubicBezTo>
                  <a:cubicBezTo>
                    <a:pt x="52" y="204"/>
                    <a:pt x="52" y="204"/>
                    <a:pt x="52" y="204"/>
                  </a:cubicBezTo>
                  <a:cubicBezTo>
                    <a:pt x="53" y="205"/>
                    <a:pt x="53" y="207"/>
                    <a:pt x="54" y="208"/>
                  </a:cubicBezTo>
                  <a:cubicBezTo>
                    <a:pt x="99" y="363"/>
                    <a:pt x="99" y="363"/>
                    <a:pt x="99" y="363"/>
                  </a:cubicBezTo>
                  <a:cubicBezTo>
                    <a:pt x="106" y="386"/>
                    <a:pt x="94" y="408"/>
                    <a:pt x="75" y="418"/>
                  </a:cubicBezTo>
                  <a:close/>
                </a:path>
              </a:pathLst>
            </a:custGeom>
            <a:solidFill>
              <a:srgbClr val="69D1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A70A742-8A10-B648-9472-B7E8F5AE4A69}"/>
              </a:ext>
            </a:extLst>
          </p:cNvPr>
          <p:cNvGrpSpPr/>
          <p:nvPr/>
        </p:nvGrpSpPr>
        <p:grpSpPr>
          <a:xfrm>
            <a:off x="8128000" y="2662237"/>
            <a:ext cx="1476375" cy="1646237"/>
            <a:chOff x="8128000" y="2662237"/>
            <a:chExt cx="1476375" cy="1646237"/>
          </a:xfrm>
        </p:grpSpPr>
        <p:sp>
          <p:nvSpPr>
            <p:cNvPr id="479" name="Google Shape;479;p25"/>
            <p:cNvSpPr/>
            <p:nvPr/>
          </p:nvSpPr>
          <p:spPr>
            <a:xfrm>
              <a:off x="8147050" y="3459162"/>
              <a:ext cx="388937" cy="849312"/>
            </a:xfrm>
            <a:custGeom>
              <a:avLst/>
              <a:gdLst/>
              <a:ahLst/>
              <a:cxnLst/>
              <a:rect l="l" t="t" r="r" b="b"/>
              <a:pathLst>
                <a:path w="102" h="222" extrusionOk="0">
                  <a:moveTo>
                    <a:pt x="95" y="155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51" y="7"/>
                    <a:pt x="50" y="15"/>
                    <a:pt x="48" y="23"/>
                  </a:cubicBezTo>
                  <a:cubicBezTo>
                    <a:pt x="10" y="153"/>
                    <a:pt x="10" y="153"/>
                    <a:pt x="10" y="153"/>
                  </a:cubicBezTo>
                  <a:cubicBezTo>
                    <a:pt x="0" y="190"/>
                    <a:pt x="36" y="222"/>
                    <a:pt x="70" y="210"/>
                  </a:cubicBezTo>
                  <a:cubicBezTo>
                    <a:pt x="90" y="200"/>
                    <a:pt x="102" y="178"/>
                    <a:pt x="95" y="155"/>
                  </a:cubicBezTo>
                  <a:close/>
                </a:path>
              </a:pathLst>
            </a:custGeom>
            <a:solidFill>
              <a:srgbClr val="2A94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25"/>
            <p:cNvSpPr/>
            <p:nvPr/>
          </p:nvSpPr>
          <p:spPr>
            <a:xfrm>
              <a:off x="8128000" y="2662237"/>
              <a:ext cx="1476375" cy="1600200"/>
            </a:xfrm>
            <a:custGeom>
              <a:avLst/>
              <a:gdLst/>
              <a:ahLst/>
              <a:cxnLst/>
              <a:rect l="l" t="t" r="r" b="b"/>
              <a:pathLst>
                <a:path w="386" h="418" extrusionOk="0">
                  <a:moveTo>
                    <a:pt x="75" y="418"/>
                  </a:moveTo>
                  <a:cubicBezTo>
                    <a:pt x="78" y="417"/>
                    <a:pt x="81" y="415"/>
                    <a:pt x="84" y="4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355" y="254"/>
                    <a:pt x="355" y="254"/>
                    <a:pt x="355" y="254"/>
                  </a:cubicBezTo>
                  <a:cubicBezTo>
                    <a:pt x="386" y="236"/>
                    <a:pt x="386" y="191"/>
                    <a:pt x="355" y="174"/>
                  </a:cubicBezTo>
                  <a:cubicBezTo>
                    <a:pt x="201" y="88"/>
                    <a:pt x="201" y="88"/>
                    <a:pt x="201" y="88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43" y="0"/>
                    <a:pt x="0" y="34"/>
                    <a:pt x="12" y="74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3" y="205"/>
                    <a:pt x="54" y="207"/>
                    <a:pt x="54" y="208"/>
                  </a:cubicBezTo>
                  <a:cubicBezTo>
                    <a:pt x="100" y="363"/>
                    <a:pt x="100" y="363"/>
                    <a:pt x="100" y="363"/>
                  </a:cubicBezTo>
                  <a:cubicBezTo>
                    <a:pt x="107" y="386"/>
                    <a:pt x="95" y="408"/>
                    <a:pt x="75" y="418"/>
                  </a:cubicBezTo>
                  <a:close/>
                </a:path>
              </a:pathLst>
            </a:custGeom>
            <a:solidFill>
              <a:srgbClr val="34B2E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FE38262-E762-B141-91E1-6E6ACFABFC90}"/>
              </a:ext>
            </a:extLst>
          </p:cNvPr>
          <p:cNvGrpSpPr/>
          <p:nvPr/>
        </p:nvGrpSpPr>
        <p:grpSpPr>
          <a:xfrm>
            <a:off x="9967912" y="2662237"/>
            <a:ext cx="1479550" cy="1646237"/>
            <a:chOff x="9967912" y="2662237"/>
            <a:chExt cx="1479550" cy="1646237"/>
          </a:xfrm>
        </p:grpSpPr>
        <p:sp>
          <p:nvSpPr>
            <p:cNvPr id="481" name="Google Shape;481;p25"/>
            <p:cNvSpPr/>
            <p:nvPr/>
          </p:nvSpPr>
          <p:spPr>
            <a:xfrm>
              <a:off x="9986962" y="3459162"/>
              <a:ext cx="388937" cy="849312"/>
            </a:xfrm>
            <a:custGeom>
              <a:avLst/>
              <a:gdLst/>
              <a:ahLst/>
              <a:cxnLst/>
              <a:rect l="l" t="t" r="r" b="b"/>
              <a:pathLst>
                <a:path w="102" h="222" extrusionOk="0">
                  <a:moveTo>
                    <a:pt x="95" y="155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51" y="7"/>
                    <a:pt x="51" y="15"/>
                    <a:pt x="49" y="23"/>
                  </a:cubicBezTo>
                  <a:cubicBezTo>
                    <a:pt x="11" y="153"/>
                    <a:pt x="11" y="153"/>
                    <a:pt x="11" y="153"/>
                  </a:cubicBezTo>
                  <a:cubicBezTo>
                    <a:pt x="0" y="190"/>
                    <a:pt x="36" y="222"/>
                    <a:pt x="71" y="210"/>
                  </a:cubicBezTo>
                  <a:cubicBezTo>
                    <a:pt x="90" y="200"/>
                    <a:pt x="102" y="178"/>
                    <a:pt x="95" y="155"/>
                  </a:cubicBezTo>
                  <a:close/>
                </a:path>
              </a:pathLst>
            </a:custGeom>
            <a:solidFill>
              <a:srgbClr val="03395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9967912" y="2662237"/>
              <a:ext cx="1479550" cy="1600200"/>
            </a:xfrm>
            <a:custGeom>
              <a:avLst/>
              <a:gdLst/>
              <a:ahLst/>
              <a:cxnLst/>
              <a:rect l="l" t="t" r="r" b="b"/>
              <a:pathLst>
                <a:path w="387" h="418" extrusionOk="0">
                  <a:moveTo>
                    <a:pt x="76" y="418"/>
                  </a:moveTo>
                  <a:cubicBezTo>
                    <a:pt x="79" y="417"/>
                    <a:pt x="82" y="415"/>
                    <a:pt x="84" y="414"/>
                  </a:cubicBezTo>
                  <a:cubicBezTo>
                    <a:pt x="204" y="343"/>
                    <a:pt x="204" y="343"/>
                    <a:pt x="204" y="343"/>
                  </a:cubicBezTo>
                  <a:cubicBezTo>
                    <a:pt x="356" y="254"/>
                    <a:pt x="356" y="254"/>
                    <a:pt x="356" y="254"/>
                  </a:cubicBezTo>
                  <a:cubicBezTo>
                    <a:pt x="387" y="236"/>
                    <a:pt x="386" y="191"/>
                    <a:pt x="355" y="174"/>
                  </a:cubicBezTo>
                  <a:cubicBezTo>
                    <a:pt x="202" y="88"/>
                    <a:pt x="202" y="88"/>
                    <a:pt x="202" y="88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44" y="0"/>
                    <a:pt x="0" y="34"/>
                    <a:pt x="13" y="74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4" y="205"/>
                    <a:pt x="54" y="207"/>
                    <a:pt x="54" y="208"/>
                  </a:cubicBezTo>
                  <a:cubicBezTo>
                    <a:pt x="100" y="363"/>
                    <a:pt x="100" y="363"/>
                    <a:pt x="100" y="363"/>
                  </a:cubicBezTo>
                  <a:cubicBezTo>
                    <a:pt x="107" y="386"/>
                    <a:pt x="95" y="408"/>
                    <a:pt x="76" y="418"/>
                  </a:cubicBezTo>
                  <a:close/>
                </a:path>
              </a:pathLst>
            </a:custGeom>
            <a:solidFill>
              <a:srgbClr val="065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25"/>
          <p:cNvSpPr txBox="1"/>
          <p:nvPr/>
        </p:nvSpPr>
        <p:spPr>
          <a:xfrm>
            <a:off x="1165225" y="3190875"/>
            <a:ext cx="792162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lang="en-US" sz="3600" b="1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484" name="Google Shape;484;p25"/>
          <p:cNvSpPr txBox="1"/>
          <p:nvPr/>
        </p:nvSpPr>
        <p:spPr>
          <a:xfrm>
            <a:off x="3009900" y="3190875"/>
            <a:ext cx="887412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lang="en-US" sz="3600" b="1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485" name="Google Shape;485;p25"/>
          <p:cNvSpPr txBox="1"/>
          <p:nvPr/>
        </p:nvSpPr>
        <p:spPr>
          <a:xfrm>
            <a:off x="4849812" y="3190875"/>
            <a:ext cx="881062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lang="en-US" sz="3600" b="1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486" name="Google Shape;486;p25"/>
          <p:cNvSpPr txBox="1"/>
          <p:nvPr/>
        </p:nvSpPr>
        <p:spPr>
          <a:xfrm>
            <a:off x="6692900" y="3190875"/>
            <a:ext cx="881062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lang="en-US" sz="3600" b="1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487" name="Google Shape;487;p25"/>
          <p:cNvSpPr txBox="1"/>
          <p:nvPr/>
        </p:nvSpPr>
        <p:spPr>
          <a:xfrm>
            <a:off x="8529637" y="3190875"/>
            <a:ext cx="884237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lang="en-US" sz="3600" b="1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10372725" y="3190875"/>
            <a:ext cx="900112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</a:pPr>
            <a:r>
              <a:rPr lang="en-US" sz="3600" b="1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/>
          </a:p>
        </p:txBody>
      </p:sp>
      <p:sp>
        <p:nvSpPr>
          <p:cNvPr id="489" name="Google Shape;489;p25"/>
          <p:cNvSpPr txBox="1"/>
          <p:nvPr/>
        </p:nvSpPr>
        <p:spPr>
          <a:xfrm>
            <a:off x="928687" y="1141412"/>
            <a:ext cx="1320800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490" name="Google Shape;490;p25"/>
          <p:cNvSpPr txBox="1"/>
          <p:nvPr/>
        </p:nvSpPr>
        <p:spPr>
          <a:xfrm>
            <a:off x="2738437" y="5100637"/>
            <a:ext cx="1335087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491" name="Google Shape;491;p25"/>
          <p:cNvSpPr txBox="1"/>
          <p:nvPr/>
        </p:nvSpPr>
        <p:spPr>
          <a:xfrm>
            <a:off x="4630737" y="1141412"/>
            <a:ext cx="1343025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492" name="Google Shape;492;p25"/>
          <p:cNvSpPr txBox="1"/>
          <p:nvPr/>
        </p:nvSpPr>
        <p:spPr>
          <a:xfrm>
            <a:off x="6429375" y="5100637"/>
            <a:ext cx="1339850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493" name="Google Shape;493;p25"/>
          <p:cNvSpPr txBox="1"/>
          <p:nvPr/>
        </p:nvSpPr>
        <p:spPr>
          <a:xfrm>
            <a:off x="8291512" y="1141412"/>
            <a:ext cx="1484312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494" name="Google Shape;494;p25"/>
          <p:cNvSpPr txBox="1"/>
          <p:nvPr/>
        </p:nvSpPr>
        <p:spPr>
          <a:xfrm>
            <a:off x="10109200" y="5100637"/>
            <a:ext cx="1495425" cy="693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495" name="Google Shape;495;p25"/>
          <p:cNvSpPr txBox="1"/>
          <p:nvPr/>
        </p:nvSpPr>
        <p:spPr>
          <a:xfrm>
            <a:off x="6207125" y="877887"/>
            <a:ext cx="1438275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US" sz="1700" b="0" i="0" u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  <p:sp>
        <p:nvSpPr>
          <p:cNvPr id="496" name="Google Shape;496;p25"/>
          <p:cNvSpPr txBox="1"/>
          <p:nvPr/>
        </p:nvSpPr>
        <p:spPr>
          <a:xfrm>
            <a:off x="9888537" y="877887"/>
            <a:ext cx="1436687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US" sz="1700" b="0" i="0" u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  <p:sp>
        <p:nvSpPr>
          <p:cNvPr id="497" name="Google Shape;497;p25"/>
          <p:cNvSpPr txBox="1"/>
          <p:nvPr/>
        </p:nvSpPr>
        <p:spPr>
          <a:xfrm>
            <a:off x="674687" y="4767262"/>
            <a:ext cx="1438275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US" sz="1700" b="0" i="0" u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  <p:sp>
        <p:nvSpPr>
          <p:cNvPr id="498" name="Google Shape;498;p25"/>
          <p:cNvSpPr txBox="1"/>
          <p:nvPr/>
        </p:nvSpPr>
        <p:spPr>
          <a:xfrm>
            <a:off x="4356100" y="4837112"/>
            <a:ext cx="1436687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US" sz="1700" b="0" i="0" u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  <p:sp>
        <p:nvSpPr>
          <p:cNvPr id="499" name="Google Shape;499;p25"/>
          <p:cNvSpPr txBox="1"/>
          <p:nvPr/>
        </p:nvSpPr>
        <p:spPr>
          <a:xfrm>
            <a:off x="8035925" y="4837112"/>
            <a:ext cx="1438275" cy="113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700"/>
            </a:pPr>
            <a:r>
              <a:rPr lang="en-US" sz="1700" b="0" i="0" u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50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0000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4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4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4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7" dur="500" fill="hold"/>
                                            <p:tgtEl>
                                              <p:spTgt spid="4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8" dur="500" fill="hold"/>
                                            <p:tgtEl>
                                              <p:spTgt spid="4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1" dur="500" fill="hold"/>
                                            <p:tgtEl>
                                              <p:spTgt spid="4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2" dur="500" fill="hold"/>
                                            <p:tgtEl>
                                              <p:spTgt spid="4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4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4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4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1" dur="500" fill="hold"/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2" dur="500" fill="hold"/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5" dur="500" fill="hold"/>
                                            <p:tgtEl>
                                              <p:spTgt spid="4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6" dur="500" fill="hold"/>
                                            <p:tgtEl>
                                              <p:spTgt spid="4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5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4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4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4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5" dur="500" fill="hold"/>
                                            <p:tgtEl>
                                              <p:spTgt spid="4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6" dur="500" fill="hold"/>
                                            <p:tgtEl>
                                              <p:spTgt spid="4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9" dur="500" fill="hold"/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70" dur="500" fill="hold"/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7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4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79" dur="500" fill="hold"/>
                                            <p:tgtEl>
                                              <p:spTgt spid="4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0" dur="500" fill="hold"/>
                                            <p:tgtEl>
                                              <p:spTgt spid="4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83" dur="500" fill="hold"/>
                                            <p:tgtEl>
                                              <p:spTgt spid="4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84" dur="500" fill="hold"/>
                                            <p:tgtEl>
                                              <p:spTgt spid="4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5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8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4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500" fill="hold"/>
                                            <p:tgtEl>
                                              <p:spTgt spid="4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0" dur="500"/>
                                            <p:tgtEl>
                                              <p:spTgt spid="4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3" dur="500" fill="hold"/>
                                            <p:tgtEl>
                                              <p:spTgt spid="4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94" dur="500" fill="hold"/>
                                            <p:tgtEl>
                                              <p:spTgt spid="4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97" dur="500" fill="hold"/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98" dur="500" fill="hold"/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9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10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4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4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4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2" presetClass="entr" presetSubtype="4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07" dur="500" fill="hold"/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08" dur="500" fill="hold"/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9" presetID="2" presetClass="entr" presetSubtype="1" fill="hold" grpId="0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1" dur="500" fill="hold"/>
                                            <p:tgtEl>
                                              <p:spTgt spid="4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12" dur="500" fill="hold"/>
                                            <p:tgtEl>
                                              <p:spTgt spid="4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0" grpId="0"/>
          <p:bldP spid="483" grpId="0"/>
          <p:bldP spid="484" grpId="0"/>
          <p:bldP spid="485" grpId="0"/>
          <p:bldP spid="486" grpId="0"/>
          <p:bldP spid="487" grpId="0"/>
          <p:bldP spid="488" grpId="0"/>
          <p:bldP spid="489" grpId="0"/>
          <p:bldP spid="490" grpId="0"/>
          <p:bldP spid="491" grpId="0"/>
          <p:bldP spid="492" grpId="0"/>
          <p:bldP spid="493" grpId="0"/>
          <p:bldP spid="494" grpId="0"/>
          <p:bldP spid="495" grpId="0"/>
          <p:bldP spid="496" grpId="0"/>
          <p:bldP spid="497" grpId="0"/>
          <p:bldP spid="498" grpId="0"/>
          <p:bldP spid="49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decel="50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decel="50000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8" decel="50000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8" decel="50000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8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9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3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48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48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4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48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48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1" dur="500" fill="hold"/>
                                            <p:tgtEl>
                                              <p:spTgt spid="49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2" dur="500" fill="hold"/>
                                            <p:tgtEl>
                                              <p:spTgt spid="49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3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44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48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48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4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9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58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48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1" dur="500" fill="hold"/>
                                            <p:tgtEl>
                                              <p:spTgt spid="48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48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500" fill="hold"/>
                                            <p:tgtEl>
                                              <p:spTgt spid="49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500" fill="hold"/>
                                            <p:tgtEl>
                                              <p:spTgt spid="49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9" dur="500" fill="hold"/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70" dur="500" fill="hold"/>
                                            <p:tgtEl>
                                              <p:spTgt spid="49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1" fill="hold">
                                <p:stCondLst>
                                  <p:cond delay="2750"/>
                                </p:stCondLst>
                                <p:childTnLst>
                                  <p:par>
                                    <p:cTn id="72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48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48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 fill="hold"/>
                                            <p:tgtEl>
                                              <p:spTgt spid="49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0" dur="500" fill="hold"/>
                                            <p:tgtEl>
                                              <p:spTgt spid="49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 fill="hold"/>
                                            <p:tgtEl>
                                              <p:spTgt spid="49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500" fill="hold"/>
                                            <p:tgtEl>
                                              <p:spTgt spid="49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5" fill="hold">
                                <p:stCondLst>
                                  <p:cond delay="3250"/>
                                </p:stCondLst>
                                <p:childTnLst>
                                  <p:par>
                                    <p:cTn id="86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48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500" fill="hold"/>
                                            <p:tgtEl>
                                              <p:spTgt spid="48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0" dur="500"/>
                                            <p:tgtEl>
                                              <p:spTgt spid="48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500" fill="hold"/>
                                            <p:tgtEl>
                                              <p:spTgt spid="49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500" fill="hold"/>
                                            <p:tgtEl>
                                              <p:spTgt spid="49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500" fill="hold"/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500" fill="hold"/>
                                            <p:tgtEl>
                                              <p:spTgt spid="49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9" fill="hold">
                                <p:stCondLst>
                                  <p:cond delay="3750"/>
                                </p:stCondLst>
                                <p:childTnLst>
                                  <p:par>
                                    <p:cTn id="100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48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3" dur="500" fill="hold"/>
                                            <p:tgtEl>
                                              <p:spTgt spid="48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4" dur="500"/>
                                            <p:tgtEl>
                                              <p:spTgt spid="48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8" dur="500" fill="hold"/>
                                            <p:tgtEl>
                                              <p:spTgt spid="49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0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500" fill="hold"/>
                                            <p:tgtEl>
                                              <p:spTgt spid="49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49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0" grpId="0"/>
          <p:bldP spid="483" grpId="0"/>
          <p:bldP spid="484" grpId="0"/>
          <p:bldP spid="485" grpId="0"/>
          <p:bldP spid="486" grpId="0"/>
          <p:bldP spid="487" grpId="0"/>
          <p:bldP spid="488" grpId="0"/>
          <p:bldP spid="489" grpId="0"/>
          <p:bldP spid="490" grpId="0"/>
          <p:bldP spid="491" grpId="0"/>
          <p:bldP spid="492" grpId="0"/>
          <p:bldP spid="493" grpId="0"/>
          <p:bldP spid="494" grpId="0"/>
          <p:bldP spid="495" grpId="0"/>
          <p:bldP spid="496" grpId="0"/>
          <p:bldP spid="497" grpId="0"/>
          <p:bldP spid="498" grpId="0"/>
          <p:bldP spid="499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60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2026-06-20T05:59:56Z</dcterms:created>
  <dcterms:modified xsi:type="dcterms:W3CDTF">2026-06-20T10:01:27Z</dcterms:modified>
</cp:coreProperties>
</file>