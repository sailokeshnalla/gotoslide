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88E58E-8779-4ADD-9107-0FC4DB0718FC}" v="1" dt="2026-06-20T10:27:46.7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jendrula Vasavi" userId="4d6e0e39fce785e1" providerId="LiveId" clId="{A065988B-96BB-4EA1-9A69-DFD681C000FE}"/>
    <pc:docChg chg="modSld">
      <pc:chgData name="Gajendrula Vasavi" userId="4d6e0e39fce785e1" providerId="LiveId" clId="{A065988B-96BB-4EA1-9A69-DFD681C000FE}" dt="2026-06-20T10:31:40.841" v="22" actId="20577"/>
      <pc:docMkLst>
        <pc:docMk/>
      </pc:docMkLst>
      <pc:sldChg chg="modSp mod">
        <pc:chgData name="Gajendrula Vasavi" userId="4d6e0e39fce785e1" providerId="LiveId" clId="{A065988B-96BB-4EA1-9A69-DFD681C000FE}" dt="2026-06-20T10:31:40.841" v="22" actId="20577"/>
        <pc:sldMkLst>
          <pc:docMk/>
          <pc:sldMk cId="0" sldId="265"/>
        </pc:sldMkLst>
        <pc:spChg chg="mod">
          <ac:chgData name="Gajendrula Vasavi" userId="4d6e0e39fce785e1" providerId="LiveId" clId="{A065988B-96BB-4EA1-9A69-DFD681C000FE}" dt="2026-06-20T10:31:40.841" v="22" actId="20577"/>
          <ac:spMkLst>
            <pc:docMk/>
            <pc:sldMk cId="0" sldId="265"/>
            <ac:spMk id="419" creationId="{00000000-0000-0000-0000-000000000000}"/>
          </ac:spMkLst>
        </pc:spChg>
        <pc:spChg chg="mod">
          <ac:chgData name="Gajendrula Vasavi" userId="4d6e0e39fce785e1" providerId="LiveId" clId="{A065988B-96BB-4EA1-9A69-DFD681C000FE}" dt="2026-06-20T10:28:28.805" v="20" actId="14100"/>
          <ac:spMkLst>
            <pc:docMk/>
            <pc:sldMk cId="0" sldId="265"/>
            <ac:spMk id="420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21C270-5C65-4BD0-97BD-2547C7263692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16776F-820E-43C6-948D-BD80C8C538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008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1D768-6D1A-1021-DF40-3D85F12C35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98EBBD-2C03-5C5A-60FF-D3E827996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1BF73-FC2E-6F5B-F53A-53FD3CE39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6CE00-05F8-47D3-9B73-C1E5915B48D3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40912-87FA-8930-DF39-67DEFF733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1D9E6-E414-BC87-1A43-B6CB20686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004CE-53E9-4B7F-AFBB-1865E0A371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391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6A2AE-1B6E-FC91-CF2F-40AB1725C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E6714-F3C3-5DC9-D491-35EBBB7C5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7C71D-C8A8-8634-5BEC-809DDE996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6CE00-05F8-47D3-9B73-C1E5915B48D3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A17BA-387A-FAAC-6093-EBB457131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8CC6B-910D-8FB4-E263-F4D158586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004CE-53E9-4B7F-AFBB-1865E0A371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0886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41931-2B32-4945-D82F-01C465BF8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887B82-F568-6C27-88E1-F3D636B25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F3F83-C806-3322-CC3B-839A7722F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6CE00-05F8-47D3-9B73-C1E5915B48D3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D10FA-7FC1-7293-B775-0D578A13A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4A6E2-F023-2BB7-137B-A51A77A80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004CE-53E9-4B7F-AFBB-1865E0A371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218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B7591-2DDD-1783-CBEF-70B3CD338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134FF-369F-EB49-C1CF-DC414AC308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9A00A5-CEAC-39C9-3FD5-25CE5A9AD6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FB215F-1A3B-38E1-E52A-760EDD3FC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6CE00-05F8-47D3-9B73-C1E5915B48D3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E86244-B82F-8C70-F850-B9E0B2E90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65782D-763D-EB6A-CA18-6A74C5FC1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004CE-53E9-4B7F-AFBB-1865E0A371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5082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91D39-6A88-67FB-DEC1-8B540A7F0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94CE53-6ADE-6B45-C302-3F6028357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C6A0F1-AEF2-D21C-E108-254561E095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FFF97E-72DE-3957-6CFA-EF479B7068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F10799-C601-8312-EFD2-DF9C089126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A68CDD-55F1-1160-AFBB-37D809EED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6CE00-05F8-47D3-9B73-C1E5915B48D3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70121D-1A6D-E61C-BBBB-0683DF6D5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430BCC-7C4A-6626-50E4-E5686A416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004CE-53E9-4B7F-AFBB-1865E0A371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521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9451D-933A-D00F-CCB9-F5345E988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CE72EB-FB07-D159-0D33-35E7B2999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6CE00-05F8-47D3-9B73-C1E5915B48D3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20C8A7-DA4C-8640-1735-E4D8880B2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9EC6C-FDB0-FC5C-38A9-B86345B0F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004CE-53E9-4B7F-AFBB-1865E0A371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8643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5391C2-7B15-D647-2CA9-A5799023D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6CE00-05F8-47D3-9B73-C1E5915B48D3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6A864B-7DD9-0DD3-337A-6306B14CF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BECBFB-D4E1-D7C2-BDDA-D8EAA4C51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004CE-53E9-4B7F-AFBB-1865E0A371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128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E7FBB-D647-5FC8-C111-E925072DD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28A24-DBB1-33BE-711F-BDE3D881C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AA6E09-9CB8-899A-13A5-0513D465B5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A06039-571D-C302-90FE-08016C16E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6CE00-05F8-47D3-9B73-C1E5915B48D3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58DFFC-F282-0A3A-C534-870800372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4B3A2E-81F9-0E98-D8FC-910C578CF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004CE-53E9-4B7F-AFBB-1865E0A371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495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677D2-1B49-72CA-8970-74241A833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8A3AC0-F42F-C5E7-2689-B44091DCE8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DCAC61-966C-9771-CC9D-14C8DE4CE6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1C768B-4A9D-FDBB-C869-E81D82084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6CE00-05F8-47D3-9B73-C1E5915B48D3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53F548-1BEB-240B-CB4B-E7427064D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83710D-B4E8-9825-2F86-E6BDF85B2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004CE-53E9-4B7F-AFBB-1865E0A371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187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10C38-9ADE-A09B-815D-B6AE704D1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FB60BF-07D1-8CFB-7148-3830081F8A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75181-9CAF-5828-F22B-E1B6FFF51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6CE00-05F8-47D3-9B73-C1E5915B48D3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536DF-5943-7510-A168-9ACC5C4CE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9D5B5-1865-77DF-35F1-AD2573F3E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004CE-53E9-4B7F-AFBB-1865E0A371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885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41949C-59F1-77AB-2F2A-7A87F2796F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E33F0D-73E1-A866-E435-ACDC64E251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1C18F-26AD-C34C-B9F3-D24F6487F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6CE00-05F8-47D3-9B73-C1E5915B48D3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1B943-A2E3-7C37-D3CE-05C89E6C7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EC473-2F8F-6741-A2BB-F019C9FA6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004CE-53E9-4B7F-AFBB-1865E0A371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4977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7E790B-7E54-2B09-2932-AF7C944F3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0B1A49-BACF-155B-4D2A-BF2496F955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78650E-79D9-C2E1-0B0B-4EC6369494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F6CE00-05F8-47D3-9B73-C1E5915B48D3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2BB0B-126A-907C-C2FA-2CAB4A7A8F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67088-8D09-2693-DBBE-F9AD71F9B2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F004CE-53E9-4B7F-AFBB-1865E0A371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192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2"/>
          <p:cNvSpPr/>
          <p:nvPr/>
        </p:nvSpPr>
        <p:spPr>
          <a:xfrm>
            <a:off x="436562" y="3178175"/>
            <a:ext cx="1562100" cy="430212"/>
          </a:xfrm>
          <a:custGeom>
            <a:avLst/>
            <a:gdLst/>
            <a:ahLst/>
            <a:cxnLst/>
            <a:rect l="l" t="t" r="r" b="b"/>
            <a:pathLst>
              <a:path w="444" h="122" extrusionOk="0">
                <a:moveTo>
                  <a:pt x="437" y="40"/>
                </a:moveTo>
                <a:cubicBezTo>
                  <a:pt x="258" y="40"/>
                  <a:pt x="258" y="40"/>
                  <a:pt x="258" y="40"/>
                </a:cubicBezTo>
                <a:cubicBezTo>
                  <a:pt x="240" y="20"/>
                  <a:pt x="240" y="20"/>
                  <a:pt x="240" y="20"/>
                </a:cubicBezTo>
                <a:cubicBezTo>
                  <a:pt x="222" y="0"/>
                  <a:pt x="222" y="0"/>
                  <a:pt x="222" y="0"/>
                </a:cubicBezTo>
                <a:cubicBezTo>
                  <a:pt x="204" y="20"/>
                  <a:pt x="204" y="20"/>
                  <a:pt x="204" y="20"/>
                </a:cubicBezTo>
                <a:cubicBezTo>
                  <a:pt x="187" y="40"/>
                  <a:pt x="187" y="40"/>
                  <a:pt x="187" y="40"/>
                </a:cubicBezTo>
                <a:cubicBezTo>
                  <a:pt x="41" y="40"/>
                  <a:pt x="41" y="40"/>
                  <a:pt x="41" y="40"/>
                </a:cubicBezTo>
                <a:cubicBezTo>
                  <a:pt x="19" y="40"/>
                  <a:pt x="0" y="58"/>
                  <a:pt x="0" y="81"/>
                </a:cubicBezTo>
                <a:cubicBezTo>
                  <a:pt x="0" y="104"/>
                  <a:pt x="19" y="122"/>
                  <a:pt x="41" y="122"/>
                </a:cubicBezTo>
                <a:cubicBezTo>
                  <a:pt x="437" y="122"/>
                  <a:pt x="437" y="122"/>
                  <a:pt x="437" y="122"/>
                </a:cubicBezTo>
                <a:cubicBezTo>
                  <a:pt x="441" y="122"/>
                  <a:pt x="444" y="119"/>
                  <a:pt x="444" y="115"/>
                </a:cubicBezTo>
                <a:cubicBezTo>
                  <a:pt x="444" y="47"/>
                  <a:pt x="444" y="47"/>
                  <a:pt x="444" y="47"/>
                </a:cubicBezTo>
                <a:cubicBezTo>
                  <a:pt x="444" y="43"/>
                  <a:pt x="441" y="40"/>
                  <a:pt x="437" y="40"/>
                </a:cubicBezTo>
                <a:close/>
              </a:path>
            </a:pathLst>
          </a:custGeom>
          <a:solidFill>
            <a:srgbClr val="B3A29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2"/>
          <p:cNvSpPr/>
          <p:nvPr/>
        </p:nvSpPr>
        <p:spPr>
          <a:xfrm>
            <a:off x="3687762" y="3178175"/>
            <a:ext cx="1562100" cy="430212"/>
          </a:xfrm>
          <a:custGeom>
            <a:avLst/>
            <a:gdLst/>
            <a:ahLst/>
            <a:cxnLst/>
            <a:rect l="l" t="t" r="r" b="b"/>
            <a:pathLst>
              <a:path w="444" h="122" extrusionOk="0">
                <a:moveTo>
                  <a:pt x="437" y="40"/>
                </a:moveTo>
                <a:cubicBezTo>
                  <a:pt x="258" y="40"/>
                  <a:pt x="258" y="40"/>
                  <a:pt x="258" y="40"/>
                </a:cubicBezTo>
                <a:cubicBezTo>
                  <a:pt x="240" y="20"/>
                  <a:pt x="240" y="20"/>
                  <a:pt x="240" y="20"/>
                </a:cubicBezTo>
                <a:cubicBezTo>
                  <a:pt x="222" y="0"/>
                  <a:pt x="222" y="0"/>
                  <a:pt x="222" y="0"/>
                </a:cubicBezTo>
                <a:cubicBezTo>
                  <a:pt x="205" y="20"/>
                  <a:pt x="205" y="20"/>
                  <a:pt x="205" y="20"/>
                </a:cubicBezTo>
                <a:cubicBezTo>
                  <a:pt x="187" y="40"/>
                  <a:pt x="187" y="40"/>
                  <a:pt x="187" y="40"/>
                </a:cubicBezTo>
                <a:cubicBezTo>
                  <a:pt x="8" y="40"/>
                  <a:pt x="8" y="40"/>
                  <a:pt x="8" y="40"/>
                </a:cubicBezTo>
                <a:cubicBezTo>
                  <a:pt x="4" y="40"/>
                  <a:pt x="0" y="43"/>
                  <a:pt x="0" y="47"/>
                </a:cubicBezTo>
                <a:cubicBezTo>
                  <a:pt x="0" y="115"/>
                  <a:pt x="0" y="115"/>
                  <a:pt x="0" y="115"/>
                </a:cubicBezTo>
                <a:cubicBezTo>
                  <a:pt x="0" y="119"/>
                  <a:pt x="4" y="122"/>
                  <a:pt x="8" y="122"/>
                </a:cubicBezTo>
                <a:cubicBezTo>
                  <a:pt x="437" y="122"/>
                  <a:pt x="437" y="122"/>
                  <a:pt x="437" y="122"/>
                </a:cubicBezTo>
                <a:cubicBezTo>
                  <a:pt x="441" y="122"/>
                  <a:pt x="444" y="119"/>
                  <a:pt x="444" y="115"/>
                </a:cubicBezTo>
                <a:cubicBezTo>
                  <a:pt x="444" y="47"/>
                  <a:pt x="444" y="47"/>
                  <a:pt x="444" y="47"/>
                </a:cubicBezTo>
                <a:cubicBezTo>
                  <a:pt x="444" y="43"/>
                  <a:pt x="441" y="40"/>
                  <a:pt x="437" y="40"/>
                </a:cubicBezTo>
                <a:close/>
              </a:path>
            </a:pathLst>
          </a:custGeom>
          <a:solidFill>
            <a:srgbClr val="35CAE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2"/>
          <p:cNvSpPr/>
          <p:nvPr/>
        </p:nvSpPr>
        <p:spPr>
          <a:xfrm>
            <a:off x="6938962" y="3178175"/>
            <a:ext cx="1565275" cy="430212"/>
          </a:xfrm>
          <a:custGeom>
            <a:avLst/>
            <a:gdLst/>
            <a:ahLst/>
            <a:cxnLst/>
            <a:rect l="l" t="t" r="r" b="b"/>
            <a:pathLst>
              <a:path w="445" h="122" extrusionOk="0">
                <a:moveTo>
                  <a:pt x="437" y="40"/>
                </a:moveTo>
                <a:cubicBezTo>
                  <a:pt x="258" y="40"/>
                  <a:pt x="258" y="40"/>
                  <a:pt x="258" y="40"/>
                </a:cubicBezTo>
                <a:cubicBezTo>
                  <a:pt x="240" y="20"/>
                  <a:pt x="240" y="20"/>
                  <a:pt x="240" y="20"/>
                </a:cubicBezTo>
                <a:cubicBezTo>
                  <a:pt x="223" y="0"/>
                  <a:pt x="223" y="0"/>
                  <a:pt x="223" y="0"/>
                </a:cubicBezTo>
                <a:cubicBezTo>
                  <a:pt x="205" y="20"/>
                  <a:pt x="205" y="20"/>
                  <a:pt x="205" y="20"/>
                </a:cubicBezTo>
                <a:cubicBezTo>
                  <a:pt x="187" y="40"/>
                  <a:pt x="187" y="40"/>
                  <a:pt x="187" y="40"/>
                </a:cubicBezTo>
                <a:cubicBezTo>
                  <a:pt x="8" y="40"/>
                  <a:pt x="8" y="40"/>
                  <a:pt x="8" y="40"/>
                </a:cubicBezTo>
                <a:cubicBezTo>
                  <a:pt x="4" y="40"/>
                  <a:pt x="0" y="43"/>
                  <a:pt x="0" y="47"/>
                </a:cubicBezTo>
                <a:cubicBezTo>
                  <a:pt x="0" y="115"/>
                  <a:pt x="0" y="115"/>
                  <a:pt x="0" y="115"/>
                </a:cubicBezTo>
                <a:cubicBezTo>
                  <a:pt x="0" y="119"/>
                  <a:pt x="4" y="122"/>
                  <a:pt x="8" y="122"/>
                </a:cubicBezTo>
                <a:cubicBezTo>
                  <a:pt x="437" y="122"/>
                  <a:pt x="437" y="122"/>
                  <a:pt x="437" y="122"/>
                </a:cubicBezTo>
                <a:cubicBezTo>
                  <a:pt x="441" y="122"/>
                  <a:pt x="445" y="119"/>
                  <a:pt x="445" y="115"/>
                </a:cubicBezTo>
                <a:cubicBezTo>
                  <a:pt x="445" y="47"/>
                  <a:pt x="445" y="47"/>
                  <a:pt x="445" y="47"/>
                </a:cubicBezTo>
                <a:cubicBezTo>
                  <a:pt x="445" y="43"/>
                  <a:pt x="441" y="40"/>
                  <a:pt x="437" y="40"/>
                </a:cubicBezTo>
                <a:close/>
              </a:path>
            </a:pathLst>
          </a:custGeom>
          <a:solidFill>
            <a:srgbClr val="F25F1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2"/>
          <p:cNvSpPr/>
          <p:nvPr/>
        </p:nvSpPr>
        <p:spPr>
          <a:xfrm>
            <a:off x="5313362" y="3319462"/>
            <a:ext cx="1565275" cy="428625"/>
          </a:xfrm>
          <a:custGeom>
            <a:avLst/>
            <a:gdLst/>
            <a:ahLst/>
            <a:cxnLst/>
            <a:rect l="l" t="t" r="r" b="b"/>
            <a:pathLst>
              <a:path w="445" h="122" extrusionOk="0">
                <a:moveTo>
                  <a:pt x="437" y="0"/>
                </a:moveTo>
                <a:cubicBezTo>
                  <a:pt x="8" y="0"/>
                  <a:pt x="8" y="0"/>
                  <a:pt x="8" y="0"/>
                </a:cubicBezTo>
                <a:cubicBezTo>
                  <a:pt x="4" y="0"/>
                  <a:pt x="0" y="3"/>
                  <a:pt x="0" y="7"/>
                </a:cubicBezTo>
                <a:cubicBezTo>
                  <a:pt x="0" y="75"/>
                  <a:pt x="0" y="75"/>
                  <a:pt x="0" y="75"/>
                </a:cubicBezTo>
                <a:cubicBezTo>
                  <a:pt x="0" y="79"/>
                  <a:pt x="4" y="82"/>
                  <a:pt x="8" y="82"/>
                </a:cubicBezTo>
                <a:cubicBezTo>
                  <a:pt x="187" y="82"/>
                  <a:pt x="187" y="82"/>
                  <a:pt x="187" y="82"/>
                </a:cubicBezTo>
                <a:cubicBezTo>
                  <a:pt x="205" y="102"/>
                  <a:pt x="205" y="102"/>
                  <a:pt x="205" y="102"/>
                </a:cubicBezTo>
                <a:cubicBezTo>
                  <a:pt x="222" y="122"/>
                  <a:pt x="222" y="122"/>
                  <a:pt x="222" y="122"/>
                </a:cubicBezTo>
                <a:cubicBezTo>
                  <a:pt x="240" y="102"/>
                  <a:pt x="240" y="102"/>
                  <a:pt x="240" y="102"/>
                </a:cubicBezTo>
                <a:cubicBezTo>
                  <a:pt x="258" y="82"/>
                  <a:pt x="258" y="82"/>
                  <a:pt x="258" y="82"/>
                </a:cubicBezTo>
                <a:cubicBezTo>
                  <a:pt x="437" y="82"/>
                  <a:pt x="437" y="82"/>
                  <a:pt x="437" y="82"/>
                </a:cubicBezTo>
                <a:cubicBezTo>
                  <a:pt x="441" y="82"/>
                  <a:pt x="445" y="79"/>
                  <a:pt x="445" y="75"/>
                </a:cubicBezTo>
                <a:cubicBezTo>
                  <a:pt x="445" y="7"/>
                  <a:pt x="445" y="7"/>
                  <a:pt x="445" y="7"/>
                </a:cubicBezTo>
                <a:cubicBezTo>
                  <a:pt x="445" y="3"/>
                  <a:pt x="441" y="0"/>
                  <a:pt x="437" y="0"/>
                </a:cubicBezTo>
                <a:close/>
              </a:path>
            </a:pathLst>
          </a:custGeom>
          <a:solidFill>
            <a:srgbClr val="DDE1D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2"/>
          <p:cNvSpPr/>
          <p:nvPr/>
        </p:nvSpPr>
        <p:spPr>
          <a:xfrm>
            <a:off x="8567737" y="3319462"/>
            <a:ext cx="1562100" cy="428625"/>
          </a:xfrm>
          <a:custGeom>
            <a:avLst/>
            <a:gdLst/>
            <a:ahLst/>
            <a:cxnLst/>
            <a:rect l="l" t="t" r="r" b="b"/>
            <a:pathLst>
              <a:path w="444" h="122" extrusionOk="0">
                <a:moveTo>
                  <a:pt x="436" y="0"/>
                </a:moveTo>
                <a:cubicBezTo>
                  <a:pt x="7" y="0"/>
                  <a:pt x="7" y="0"/>
                  <a:pt x="7" y="0"/>
                </a:cubicBezTo>
                <a:cubicBezTo>
                  <a:pt x="3" y="0"/>
                  <a:pt x="0" y="3"/>
                  <a:pt x="0" y="7"/>
                </a:cubicBezTo>
                <a:cubicBezTo>
                  <a:pt x="0" y="75"/>
                  <a:pt x="0" y="75"/>
                  <a:pt x="0" y="75"/>
                </a:cubicBezTo>
                <a:cubicBezTo>
                  <a:pt x="0" y="79"/>
                  <a:pt x="3" y="82"/>
                  <a:pt x="7" y="82"/>
                </a:cubicBezTo>
                <a:cubicBezTo>
                  <a:pt x="186" y="82"/>
                  <a:pt x="186" y="82"/>
                  <a:pt x="186" y="82"/>
                </a:cubicBezTo>
                <a:cubicBezTo>
                  <a:pt x="204" y="102"/>
                  <a:pt x="204" y="102"/>
                  <a:pt x="204" y="102"/>
                </a:cubicBezTo>
                <a:cubicBezTo>
                  <a:pt x="222" y="122"/>
                  <a:pt x="222" y="122"/>
                  <a:pt x="222" y="122"/>
                </a:cubicBezTo>
                <a:cubicBezTo>
                  <a:pt x="239" y="102"/>
                  <a:pt x="239" y="102"/>
                  <a:pt x="239" y="102"/>
                </a:cubicBezTo>
                <a:cubicBezTo>
                  <a:pt x="257" y="82"/>
                  <a:pt x="257" y="82"/>
                  <a:pt x="257" y="82"/>
                </a:cubicBezTo>
                <a:cubicBezTo>
                  <a:pt x="436" y="82"/>
                  <a:pt x="436" y="82"/>
                  <a:pt x="436" y="82"/>
                </a:cubicBezTo>
                <a:cubicBezTo>
                  <a:pt x="440" y="82"/>
                  <a:pt x="444" y="79"/>
                  <a:pt x="444" y="75"/>
                </a:cubicBezTo>
                <a:cubicBezTo>
                  <a:pt x="444" y="7"/>
                  <a:pt x="444" y="7"/>
                  <a:pt x="444" y="7"/>
                </a:cubicBezTo>
                <a:cubicBezTo>
                  <a:pt x="444" y="3"/>
                  <a:pt x="440" y="0"/>
                  <a:pt x="436" y="0"/>
                </a:cubicBezTo>
                <a:close/>
              </a:path>
            </a:pathLst>
          </a:custGeom>
          <a:solidFill>
            <a:srgbClr val="63636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2"/>
          <p:cNvSpPr/>
          <p:nvPr/>
        </p:nvSpPr>
        <p:spPr>
          <a:xfrm>
            <a:off x="10193337" y="3178175"/>
            <a:ext cx="1562100" cy="430212"/>
          </a:xfrm>
          <a:custGeom>
            <a:avLst/>
            <a:gdLst/>
            <a:ahLst/>
            <a:cxnLst/>
            <a:rect l="l" t="t" r="r" b="b"/>
            <a:pathLst>
              <a:path w="444" h="122" extrusionOk="0">
                <a:moveTo>
                  <a:pt x="403" y="122"/>
                </a:moveTo>
                <a:cubicBezTo>
                  <a:pt x="7" y="122"/>
                  <a:pt x="7" y="122"/>
                  <a:pt x="7" y="122"/>
                </a:cubicBezTo>
                <a:cubicBezTo>
                  <a:pt x="3" y="122"/>
                  <a:pt x="0" y="119"/>
                  <a:pt x="0" y="115"/>
                </a:cubicBezTo>
                <a:cubicBezTo>
                  <a:pt x="0" y="47"/>
                  <a:pt x="0" y="47"/>
                  <a:pt x="0" y="47"/>
                </a:cubicBezTo>
                <a:cubicBezTo>
                  <a:pt x="0" y="43"/>
                  <a:pt x="3" y="40"/>
                  <a:pt x="7" y="40"/>
                </a:cubicBezTo>
                <a:cubicBezTo>
                  <a:pt x="186" y="40"/>
                  <a:pt x="186" y="40"/>
                  <a:pt x="186" y="40"/>
                </a:cubicBezTo>
                <a:cubicBezTo>
                  <a:pt x="204" y="20"/>
                  <a:pt x="204" y="20"/>
                  <a:pt x="204" y="20"/>
                </a:cubicBezTo>
                <a:cubicBezTo>
                  <a:pt x="222" y="0"/>
                  <a:pt x="222" y="0"/>
                  <a:pt x="222" y="0"/>
                </a:cubicBezTo>
                <a:cubicBezTo>
                  <a:pt x="239" y="20"/>
                  <a:pt x="239" y="20"/>
                  <a:pt x="239" y="20"/>
                </a:cubicBezTo>
                <a:cubicBezTo>
                  <a:pt x="257" y="40"/>
                  <a:pt x="257" y="40"/>
                  <a:pt x="257" y="40"/>
                </a:cubicBezTo>
                <a:cubicBezTo>
                  <a:pt x="403" y="40"/>
                  <a:pt x="403" y="40"/>
                  <a:pt x="403" y="40"/>
                </a:cubicBezTo>
                <a:cubicBezTo>
                  <a:pt x="425" y="40"/>
                  <a:pt x="444" y="58"/>
                  <a:pt x="444" y="81"/>
                </a:cubicBezTo>
                <a:cubicBezTo>
                  <a:pt x="444" y="104"/>
                  <a:pt x="425" y="122"/>
                  <a:pt x="403" y="122"/>
                </a:cubicBezTo>
                <a:close/>
              </a:path>
            </a:pathLst>
          </a:custGeom>
          <a:solidFill>
            <a:srgbClr val="ABABA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2"/>
          <p:cNvSpPr/>
          <p:nvPr/>
        </p:nvSpPr>
        <p:spPr>
          <a:xfrm>
            <a:off x="2062162" y="3319462"/>
            <a:ext cx="1562100" cy="428625"/>
          </a:xfrm>
          <a:custGeom>
            <a:avLst/>
            <a:gdLst/>
            <a:ahLst/>
            <a:cxnLst/>
            <a:rect l="l" t="t" r="r" b="b"/>
            <a:pathLst>
              <a:path w="444" h="122" extrusionOk="0">
                <a:moveTo>
                  <a:pt x="437" y="0"/>
                </a:moveTo>
                <a:cubicBezTo>
                  <a:pt x="8" y="0"/>
                  <a:pt x="8" y="0"/>
                  <a:pt x="8" y="0"/>
                </a:cubicBezTo>
                <a:cubicBezTo>
                  <a:pt x="4" y="0"/>
                  <a:pt x="0" y="3"/>
                  <a:pt x="0" y="7"/>
                </a:cubicBezTo>
                <a:cubicBezTo>
                  <a:pt x="0" y="75"/>
                  <a:pt x="0" y="75"/>
                  <a:pt x="0" y="75"/>
                </a:cubicBezTo>
                <a:cubicBezTo>
                  <a:pt x="0" y="79"/>
                  <a:pt x="4" y="82"/>
                  <a:pt x="8" y="82"/>
                </a:cubicBezTo>
                <a:cubicBezTo>
                  <a:pt x="187" y="82"/>
                  <a:pt x="187" y="82"/>
                  <a:pt x="187" y="82"/>
                </a:cubicBezTo>
                <a:cubicBezTo>
                  <a:pt x="205" y="102"/>
                  <a:pt x="205" y="102"/>
                  <a:pt x="205" y="102"/>
                </a:cubicBezTo>
                <a:cubicBezTo>
                  <a:pt x="222" y="122"/>
                  <a:pt x="222" y="122"/>
                  <a:pt x="222" y="122"/>
                </a:cubicBezTo>
                <a:cubicBezTo>
                  <a:pt x="240" y="102"/>
                  <a:pt x="240" y="102"/>
                  <a:pt x="240" y="102"/>
                </a:cubicBezTo>
                <a:cubicBezTo>
                  <a:pt x="258" y="82"/>
                  <a:pt x="258" y="82"/>
                  <a:pt x="258" y="82"/>
                </a:cubicBezTo>
                <a:cubicBezTo>
                  <a:pt x="437" y="82"/>
                  <a:pt x="437" y="82"/>
                  <a:pt x="437" y="82"/>
                </a:cubicBezTo>
                <a:cubicBezTo>
                  <a:pt x="441" y="82"/>
                  <a:pt x="444" y="79"/>
                  <a:pt x="444" y="75"/>
                </a:cubicBezTo>
                <a:cubicBezTo>
                  <a:pt x="444" y="7"/>
                  <a:pt x="444" y="7"/>
                  <a:pt x="444" y="7"/>
                </a:cubicBezTo>
                <a:cubicBezTo>
                  <a:pt x="444" y="3"/>
                  <a:pt x="441" y="0"/>
                  <a:pt x="437" y="0"/>
                </a:cubicBezTo>
                <a:close/>
              </a:path>
            </a:pathLst>
          </a:custGeom>
          <a:solidFill>
            <a:srgbClr val="7E676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A0E8A4B8-B5B9-E643-B1A8-8708EF7E42FF}"/>
              </a:ext>
            </a:extLst>
          </p:cNvPr>
          <p:cNvGrpSpPr/>
          <p:nvPr/>
        </p:nvGrpSpPr>
        <p:grpSpPr>
          <a:xfrm>
            <a:off x="2117725" y="1012826"/>
            <a:ext cx="1506537" cy="1284286"/>
            <a:chOff x="2117725" y="1012826"/>
            <a:chExt cx="1506537" cy="1284286"/>
          </a:xfrm>
        </p:grpSpPr>
        <p:sp>
          <p:nvSpPr>
            <p:cNvPr id="387" name="Google Shape;387;p22"/>
            <p:cNvSpPr txBox="1"/>
            <p:nvPr/>
          </p:nvSpPr>
          <p:spPr>
            <a:xfrm>
              <a:off x="2117725" y="1512887"/>
              <a:ext cx="1506537" cy="784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lvl="0" algn="ctr">
                <a:buClr>
                  <a:schemeClr val="dk1"/>
                </a:buClr>
                <a:buSzPts val="1500"/>
              </a:pPr>
              <a:r>
                <a:rPr lang="en-US" sz="1500" b="0" i="0" u="none" dirty="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endParaRPr dirty="0"/>
            </a:p>
          </p:txBody>
        </p:sp>
        <p:sp>
          <p:nvSpPr>
            <p:cNvPr id="405" name="Google Shape;405;p22"/>
            <p:cNvSpPr txBox="1"/>
            <p:nvPr/>
          </p:nvSpPr>
          <p:spPr>
            <a:xfrm>
              <a:off x="2251073" y="1012826"/>
              <a:ext cx="1314452" cy="3095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2D2D"/>
                </a:buClr>
                <a:buSzPts val="2700"/>
                <a:buFont typeface="Montserrat"/>
                <a:buNone/>
              </a:pPr>
              <a:r>
                <a:rPr lang="en-US" sz="2700" b="1" u="none" dirty="0">
                  <a:solidFill>
                    <a:schemeClr val="tx1"/>
                  </a:solidFill>
                  <a:latin typeface="Montserrat" panose="02000505000000020004" pitchFamily="2" charset="77"/>
                  <a:ea typeface="Montserrat"/>
                  <a:cs typeface="Montserrat"/>
                  <a:sym typeface="Montserrat"/>
                </a:rPr>
                <a:t> </a:t>
              </a:r>
              <a:endParaRPr b="1" dirty="0">
                <a:solidFill>
                  <a:schemeClr val="tx1"/>
                </a:solidFill>
                <a:latin typeface="Montserrat" panose="02000505000000020004" pitchFamily="2" charset="77"/>
              </a:endParaRPr>
            </a:p>
          </p:txBody>
        </p:sp>
      </p:grp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8FD0E694-89E1-8C4C-8A48-00032BFBFA1E}"/>
              </a:ext>
            </a:extLst>
          </p:cNvPr>
          <p:cNvGrpSpPr/>
          <p:nvPr/>
        </p:nvGrpSpPr>
        <p:grpSpPr>
          <a:xfrm>
            <a:off x="2311400" y="4738687"/>
            <a:ext cx="1066800" cy="1066800"/>
            <a:chOff x="2311400" y="4738687"/>
            <a:chExt cx="1066800" cy="1066800"/>
          </a:xfrm>
        </p:grpSpPr>
        <p:sp>
          <p:nvSpPr>
            <p:cNvPr id="400" name="Google Shape;400;p22"/>
            <p:cNvSpPr/>
            <p:nvPr/>
          </p:nvSpPr>
          <p:spPr>
            <a:xfrm>
              <a:off x="2311400" y="4738687"/>
              <a:ext cx="1066800" cy="1066800"/>
            </a:xfrm>
            <a:prstGeom prst="ellipse">
              <a:avLst/>
            </a:prstGeom>
            <a:solidFill>
              <a:srgbClr val="E5E1E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22"/>
            <p:cNvSpPr/>
            <p:nvPr/>
          </p:nvSpPr>
          <p:spPr>
            <a:xfrm>
              <a:off x="2533650" y="4964112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177" h="177" extrusionOk="0">
                  <a:moveTo>
                    <a:pt x="97" y="177"/>
                  </a:moveTo>
                  <a:cubicBezTo>
                    <a:pt x="80" y="177"/>
                    <a:pt x="80" y="177"/>
                    <a:pt x="80" y="177"/>
                  </a:cubicBezTo>
                  <a:cubicBezTo>
                    <a:pt x="76" y="177"/>
                    <a:pt x="73" y="174"/>
                    <a:pt x="72" y="171"/>
                  </a:cubicBezTo>
                  <a:cubicBezTo>
                    <a:pt x="69" y="153"/>
                    <a:pt x="69" y="153"/>
                    <a:pt x="69" y="153"/>
                  </a:cubicBezTo>
                  <a:cubicBezTo>
                    <a:pt x="69" y="153"/>
                    <a:pt x="69" y="152"/>
                    <a:pt x="68" y="152"/>
                  </a:cubicBezTo>
                  <a:cubicBezTo>
                    <a:pt x="65" y="151"/>
                    <a:pt x="61" y="149"/>
                    <a:pt x="58" y="148"/>
                  </a:cubicBezTo>
                  <a:cubicBezTo>
                    <a:pt x="57" y="147"/>
                    <a:pt x="57" y="147"/>
                    <a:pt x="56" y="148"/>
                  </a:cubicBezTo>
                  <a:cubicBezTo>
                    <a:pt x="42" y="158"/>
                    <a:pt x="42" y="158"/>
                    <a:pt x="42" y="158"/>
                  </a:cubicBezTo>
                  <a:cubicBezTo>
                    <a:pt x="39" y="160"/>
                    <a:pt x="34" y="160"/>
                    <a:pt x="32" y="157"/>
                  </a:cubicBezTo>
                  <a:cubicBezTo>
                    <a:pt x="20" y="145"/>
                    <a:pt x="20" y="145"/>
                    <a:pt x="20" y="145"/>
                  </a:cubicBezTo>
                  <a:cubicBezTo>
                    <a:pt x="17" y="143"/>
                    <a:pt x="17" y="138"/>
                    <a:pt x="19" y="135"/>
                  </a:cubicBezTo>
                  <a:cubicBezTo>
                    <a:pt x="29" y="121"/>
                    <a:pt x="29" y="121"/>
                    <a:pt x="29" y="121"/>
                  </a:cubicBezTo>
                  <a:cubicBezTo>
                    <a:pt x="30" y="120"/>
                    <a:pt x="30" y="120"/>
                    <a:pt x="29" y="119"/>
                  </a:cubicBezTo>
                  <a:cubicBezTo>
                    <a:pt x="28" y="116"/>
                    <a:pt x="26" y="112"/>
                    <a:pt x="25" y="109"/>
                  </a:cubicBezTo>
                  <a:cubicBezTo>
                    <a:pt x="25" y="108"/>
                    <a:pt x="24" y="108"/>
                    <a:pt x="24" y="108"/>
                  </a:cubicBezTo>
                  <a:cubicBezTo>
                    <a:pt x="6" y="105"/>
                    <a:pt x="6" y="105"/>
                    <a:pt x="6" y="105"/>
                  </a:cubicBezTo>
                  <a:cubicBezTo>
                    <a:pt x="3" y="104"/>
                    <a:pt x="0" y="101"/>
                    <a:pt x="0" y="97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76"/>
                    <a:pt x="3" y="73"/>
                    <a:pt x="6" y="72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0"/>
                    <a:pt x="25" y="69"/>
                    <a:pt x="25" y="68"/>
                  </a:cubicBezTo>
                  <a:cubicBezTo>
                    <a:pt x="26" y="65"/>
                    <a:pt x="28" y="62"/>
                    <a:pt x="29" y="58"/>
                  </a:cubicBezTo>
                  <a:cubicBezTo>
                    <a:pt x="30" y="58"/>
                    <a:pt x="30" y="57"/>
                    <a:pt x="29" y="56"/>
                  </a:cubicBezTo>
                  <a:cubicBezTo>
                    <a:pt x="19" y="42"/>
                    <a:pt x="19" y="42"/>
                    <a:pt x="19" y="42"/>
                  </a:cubicBezTo>
                  <a:cubicBezTo>
                    <a:pt x="17" y="39"/>
                    <a:pt x="17" y="35"/>
                    <a:pt x="20" y="32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4" y="17"/>
                    <a:pt x="39" y="17"/>
                    <a:pt x="42" y="19"/>
                  </a:cubicBezTo>
                  <a:cubicBezTo>
                    <a:pt x="56" y="30"/>
                    <a:pt x="56" y="30"/>
                    <a:pt x="56" y="30"/>
                  </a:cubicBezTo>
                  <a:cubicBezTo>
                    <a:pt x="57" y="30"/>
                    <a:pt x="57" y="30"/>
                    <a:pt x="58" y="30"/>
                  </a:cubicBezTo>
                  <a:cubicBezTo>
                    <a:pt x="61" y="28"/>
                    <a:pt x="65" y="27"/>
                    <a:pt x="68" y="26"/>
                  </a:cubicBezTo>
                  <a:cubicBezTo>
                    <a:pt x="69" y="25"/>
                    <a:pt x="69" y="25"/>
                    <a:pt x="69" y="24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3" y="3"/>
                    <a:pt x="76" y="0"/>
                    <a:pt x="80" y="0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101" y="0"/>
                    <a:pt x="104" y="3"/>
                    <a:pt x="105" y="7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5"/>
                    <a:pt x="108" y="25"/>
                    <a:pt x="109" y="26"/>
                  </a:cubicBezTo>
                  <a:cubicBezTo>
                    <a:pt x="112" y="27"/>
                    <a:pt x="115" y="28"/>
                    <a:pt x="119" y="30"/>
                  </a:cubicBezTo>
                  <a:cubicBezTo>
                    <a:pt x="119" y="30"/>
                    <a:pt x="120" y="30"/>
                    <a:pt x="121" y="30"/>
                  </a:cubicBezTo>
                  <a:cubicBezTo>
                    <a:pt x="135" y="19"/>
                    <a:pt x="135" y="19"/>
                    <a:pt x="135" y="19"/>
                  </a:cubicBezTo>
                  <a:cubicBezTo>
                    <a:pt x="138" y="17"/>
                    <a:pt x="142" y="17"/>
                    <a:pt x="145" y="20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0" y="35"/>
                    <a:pt x="160" y="39"/>
                    <a:pt x="158" y="42"/>
                  </a:cubicBezTo>
                  <a:cubicBezTo>
                    <a:pt x="147" y="56"/>
                    <a:pt x="147" y="56"/>
                    <a:pt x="147" y="56"/>
                  </a:cubicBezTo>
                  <a:cubicBezTo>
                    <a:pt x="147" y="57"/>
                    <a:pt x="147" y="58"/>
                    <a:pt x="147" y="58"/>
                  </a:cubicBezTo>
                  <a:cubicBezTo>
                    <a:pt x="149" y="62"/>
                    <a:pt x="150" y="65"/>
                    <a:pt x="152" y="68"/>
                  </a:cubicBezTo>
                  <a:cubicBezTo>
                    <a:pt x="152" y="69"/>
                    <a:pt x="152" y="70"/>
                    <a:pt x="153" y="70"/>
                  </a:cubicBezTo>
                  <a:cubicBezTo>
                    <a:pt x="170" y="72"/>
                    <a:pt x="170" y="72"/>
                    <a:pt x="170" y="72"/>
                  </a:cubicBezTo>
                  <a:cubicBezTo>
                    <a:pt x="170" y="72"/>
                    <a:pt x="170" y="72"/>
                    <a:pt x="170" y="72"/>
                  </a:cubicBezTo>
                  <a:cubicBezTo>
                    <a:pt x="174" y="73"/>
                    <a:pt x="177" y="76"/>
                    <a:pt x="177" y="80"/>
                  </a:cubicBezTo>
                  <a:cubicBezTo>
                    <a:pt x="177" y="97"/>
                    <a:pt x="177" y="97"/>
                    <a:pt x="177" y="97"/>
                  </a:cubicBezTo>
                  <a:cubicBezTo>
                    <a:pt x="177" y="101"/>
                    <a:pt x="174" y="104"/>
                    <a:pt x="170" y="105"/>
                  </a:cubicBezTo>
                  <a:cubicBezTo>
                    <a:pt x="153" y="108"/>
                    <a:pt x="153" y="108"/>
                    <a:pt x="153" y="108"/>
                  </a:cubicBezTo>
                  <a:cubicBezTo>
                    <a:pt x="152" y="108"/>
                    <a:pt x="152" y="108"/>
                    <a:pt x="152" y="109"/>
                  </a:cubicBezTo>
                  <a:cubicBezTo>
                    <a:pt x="150" y="112"/>
                    <a:pt x="149" y="116"/>
                    <a:pt x="147" y="119"/>
                  </a:cubicBezTo>
                  <a:cubicBezTo>
                    <a:pt x="147" y="120"/>
                    <a:pt x="147" y="120"/>
                    <a:pt x="147" y="121"/>
                  </a:cubicBezTo>
                  <a:cubicBezTo>
                    <a:pt x="158" y="135"/>
                    <a:pt x="158" y="135"/>
                    <a:pt x="158" y="135"/>
                  </a:cubicBezTo>
                  <a:cubicBezTo>
                    <a:pt x="160" y="138"/>
                    <a:pt x="160" y="143"/>
                    <a:pt x="157" y="145"/>
                  </a:cubicBezTo>
                  <a:cubicBezTo>
                    <a:pt x="145" y="157"/>
                    <a:pt x="145" y="157"/>
                    <a:pt x="145" y="157"/>
                  </a:cubicBezTo>
                  <a:cubicBezTo>
                    <a:pt x="142" y="160"/>
                    <a:pt x="138" y="160"/>
                    <a:pt x="135" y="158"/>
                  </a:cubicBezTo>
                  <a:cubicBezTo>
                    <a:pt x="121" y="148"/>
                    <a:pt x="121" y="148"/>
                    <a:pt x="121" y="148"/>
                  </a:cubicBezTo>
                  <a:cubicBezTo>
                    <a:pt x="120" y="147"/>
                    <a:pt x="119" y="147"/>
                    <a:pt x="119" y="148"/>
                  </a:cubicBezTo>
                  <a:cubicBezTo>
                    <a:pt x="115" y="149"/>
                    <a:pt x="112" y="151"/>
                    <a:pt x="109" y="152"/>
                  </a:cubicBezTo>
                  <a:cubicBezTo>
                    <a:pt x="108" y="152"/>
                    <a:pt x="107" y="153"/>
                    <a:pt x="107" y="153"/>
                  </a:cubicBezTo>
                  <a:cubicBezTo>
                    <a:pt x="105" y="171"/>
                    <a:pt x="105" y="171"/>
                    <a:pt x="105" y="171"/>
                  </a:cubicBezTo>
                  <a:cubicBezTo>
                    <a:pt x="104" y="174"/>
                    <a:pt x="101" y="177"/>
                    <a:pt x="97" y="177"/>
                  </a:cubicBezTo>
                  <a:close/>
                  <a:moveTo>
                    <a:pt x="80" y="169"/>
                  </a:moveTo>
                  <a:cubicBezTo>
                    <a:pt x="97" y="169"/>
                    <a:pt x="97" y="169"/>
                    <a:pt x="97" y="169"/>
                  </a:cubicBezTo>
                  <a:cubicBezTo>
                    <a:pt x="99" y="152"/>
                    <a:pt x="99" y="152"/>
                    <a:pt x="99" y="152"/>
                  </a:cubicBezTo>
                  <a:cubicBezTo>
                    <a:pt x="100" y="148"/>
                    <a:pt x="102" y="145"/>
                    <a:pt x="106" y="144"/>
                  </a:cubicBezTo>
                  <a:cubicBezTo>
                    <a:pt x="109" y="143"/>
                    <a:pt x="112" y="142"/>
                    <a:pt x="115" y="141"/>
                  </a:cubicBezTo>
                  <a:cubicBezTo>
                    <a:pt x="118" y="139"/>
                    <a:pt x="122" y="139"/>
                    <a:pt x="125" y="141"/>
                  </a:cubicBezTo>
                  <a:cubicBezTo>
                    <a:pt x="139" y="151"/>
                    <a:pt x="139" y="151"/>
                    <a:pt x="139" y="151"/>
                  </a:cubicBezTo>
                  <a:cubicBezTo>
                    <a:pt x="151" y="140"/>
                    <a:pt x="151" y="140"/>
                    <a:pt x="151" y="140"/>
                  </a:cubicBezTo>
                  <a:cubicBezTo>
                    <a:pt x="141" y="126"/>
                    <a:pt x="141" y="126"/>
                    <a:pt x="141" y="126"/>
                  </a:cubicBezTo>
                  <a:cubicBezTo>
                    <a:pt x="139" y="123"/>
                    <a:pt x="138" y="119"/>
                    <a:pt x="140" y="115"/>
                  </a:cubicBezTo>
                  <a:cubicBezTo>
                    <a:pt x="142" y="112"/>
                    <a:pt x="143" y="109"/>
                    <a:pt x="144" y="107"/>
                  </a:cubicBezTo>
                  <a:cubicBezTo>
                    <a:pt x="145" y="103"/>
                    <a:pt x="148" y="100"/>
                    <a:pt x="152" y="100"/>
                  </a:cubicBezTo>
                  <a:cubicBezTo>
                    <a:pt x="169" y="97"/>
                    <a:pt x="169" y="97"/>
                    <a:pt x="169" y="97"/>
                  </a:cubicBezTo>
                  <a:cubicBezTo>
                    <a:pt x="169" y="80"/>
                    <a:pt x="169" y="80"/>
                    <a:pt x="169" y="80"/>
                  </a:cubicBezTo>
                  <a:cubicBezTo>
                    <a:pt x="152" y="78"/>
                    <a:pt x="152" y="78"/>
                    <a:pt x="152" y="78"/>
                  </a:cubicBezTo>
                  <a:cubicBezTo>
                    <a:pt x="148" y="77"/>
                    <a:pt x="145" y="75"/>
                    <a:pt x="144" y="71"/>
                  </a:cubicBezTo>
                  <a:cubicBezTo>
                    <a:pt x="143" y="68"/>
                    <a:pt x="142" y="65"/>
                    <a:pt x="140" y="62"/>
                  </a:cubicBezTo>
                  <a:cubicBezTo>
                    <a:pt x="138" y="59"/>
                    <a:pt x="139" y="55"/>
                    <a:pt x="141" y="52"/>
                  </a:cubicBezTo>
                  <a:cubicBezTo>
                    <a:pt x="151" y="38"/>
                    <a:pt x="151" y="38"/>
                    <a:pt x="151" y="38"/>
                  </a:cubicBezTo>
                  <a:cubicBezTo>
                    <a:pt x="139" y="26"/>
                    <a:pt x="139" y="26"/>
                    <a:pt x="139" y="26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22" y="38"/>
                    <a:pt x="118" y="39"/>
                    <a:pt x="115" y="37"/>
                  </a:cubicBezTo>
                  <a:cubicBezTo>
                    <a:pt x="112" y="35"/>
                    <a:pt x="109" y="34"/>
                    <a:pt x="106" y="33"/>
                  </a:cubicBezTo>
                  <a:cubicBezTo>
                    <a:pt x="102" y="32"/>
                    <a:pt x="100" y="29"/>
                    <a:pt x="99" y="25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80" y="8"/>
                    <a:pt x="80" y="8"/>
                    <a:pt x="80" y="8"/>
                  </a:cubicBezTo>
                  <a:cubicBezTo>
                    <a:pt x="77" y="25"/>
                    <a:pt x="77" y="25"/>
                    <a:pt x="77" y="25"/>
                  </a:cubicBezTo>
                  <a:cubicBezTo>
                    <a:pt x="77" y="29"/>
                    <a:pt x="74" y="32"/>
                    <a:pt x="71" y="33"/>
                  </a:cubicBezTo>
                  <a:cubicBezTo>
                    <a:pt x="68" y="34"/>
                    <a:pt x="65" y="35"/>
                    <a:pt x="62" y="37"/>
                  </a:cubicBezTo>
                  <a:cubicBezTo>
                    <a:pt x="58" y="39"/>
                    <a:pt x="54" y="38"/>
                    <a:pt x="51" y="3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26" y="38"/>
                    <a:pt x="26" y="38"/>
                    <a:pt x="26" y="38"/>
                  </a:cubicBezTo>
                  <a:cubicBezTo>
                    <a:pt x="36" y="52"/>
                    <a:pt x="36" y="52"/>
                    <a:pt x="36" y="52"/>
                  </a:cubicBezTo>
                  <a:cubicBezTo>
                    <a:pt x="38" y="55"/>
                    <a:pt x="38" y="59"/>
                    <a:pt x="37" y="62"/>
                  </a:cubicBezTo>
                  <a:cubicBezTo>
                    <a:pt x="35" y="65"/>
                    <a:pt x="34" y="68"/>
                    <a:pt x="33" y="71"/>
                  </a:cubicBezTo>
                  <a:cubicBezTo>
                    <a:pt x="32" y="75"/>
                    <a:pt x="29" y="77"/>
                    <a:pt x="25" y="78"/>
                  </a:cubicBezTo>
                  <a:cubicBezTo>
                    <a:pt x="8" y="80"/>
                    <a:pt x="8" y="80"/>
                    <a:pt x="8" y="80"/>
                  </a:cubicBezTo>
                  <a:cubicBezTo>
                    <a:pt x="8" y="97"/>
                    <a:pt x="8" y="97"/>
                    <a:pt x="8" y="97"/>
                  </a:cubicBezTo>
                  <a:cubicBezTo>
                    <a:pt x="25" y="100"/>
                    <a:pt x="25" y="100"/>
                    <a:pt x="25" y="100"/>
                  </a:cubicBezTo>
                  <a:cubicBezTo>
                    <a:pt x="29" y="100"/>
                    <a:pt x="32" y="103"/>
                    <a:pt x="33" y="107"/>
                  </a:cubicBezTo>
                  <a:cubicBezTo>
                    <a:pt x="34" y="110"/>
                    <a:pt x="35" y="112"/>
                    <a:pt x="37" y="115"/>
                  </a:cubicBezTo>
                  <a:cubicBezTo>
                    <a:pt x="38" y="119"/>
                    <a:pt x="38" y="123"/>
                    <a:pt x="36" y="126"/>
                  </a:cubicBezTo>
                  <a:cubicBezTo>
                    <a:pt x="26" y="140"/>
                    <a:pt x="26" y="140"/>
                    <a:pt x="26" y="140"/>
                  </a:cubicBezTo>
                  <a:cubicBezTo>
                    <a:pt x="37" y="151"/>
                    <a:pt x="37" y="151"/>
                    <a:pt x="37" y="151"/>
                  </a:cubicBezTo>
                  <a:cubicBezTo>
                    <a:pt x="51" y="141"/>
                    <a:pt x="51" y="141"/>
                    <a:pt x="51" y="141"/>
                  </a:cubicBezTo>
                  <a:cubicBezTo>
                    <a:pt x="54" y="139"/>
                    <a:pt x="58" y="139"/>
                    <a:pt x="62" y="141"/>
                  </a:cubicBezTo>
                  <a:cubicBezTo>
                    <a:pt x="65" y="142"/>
                    <a:pt x="68" y="143"/>
                    <a:pt x="71" y="144"/>
                  </a:cubicBezTo>
                  <a:cubicBezTo>
                    <a:pt x="74" y="145"/>
                    <a:pt x="77" y="148"/>
                    <a:pt x="77" y="152"/>
                  </a:cubicBezTo>
                  <a:lnTo>
                    <a:pt x="80" y="169"/>
                  </a:lnTo>
                  <a:close/>
                  <a:moveTo>
                    <a:pt x="25" y="140"/>
                  </a:moveTo>
                  <a:cubicBezTo>
                    <a:pt x="25" y="140"/>
                    <a:pt x="25" y="140"/>
                    <a:pt x="25" y="140"/>
                  </a:cubicBezTo>
                  <a:cubicBezTo>
                    <a:pt x="25" y="140"/>
                    <a:pt x="25" y="140"/>
                    <a:pt x="25" y="140"/>
                  </a:cubicBezTo>
                  <a:close/>
                  <a:moveTo>
                    <a:pt x="151" y="139"/>
                  </a:moveTo>
                  <a:cubicBezTo>
                    <a:pt x="151" y="139"/>
                    <a:pt x="151" y="139"/>
                    <a:pt x="151" y="139"/>
                  </a:cubicBezTo>
                  <a:close/>
                  <a:moveTo>
                    <a:pt x="169" y="97"/>
                  </a:moveTo>
                  <a:cubicBezTo>
                    <a:pt x="169" y="97"/>
                    <a:pt x="169" y="97"/>
                    <a:pt x="169" y="97"/>
                  </a:cubicBezTo>
                  <a:close/>
                  <a:moveTo>
                    <a:pt x="8" y="97"/>
                  </a:moveTo>
                  <a:cubicBezTo>
                    <a:pt x="8" y="97"/>
                    <a:pt x="8" y="97"/>
                    <a:pt x="8" y="97"/>
                  </a:cubicBezTo>
                  <a:cubicBezTo>
                    <a:pt x="8" y="97"/>
                    <a:pt x="8" y="97"/>
                    <a:pt x="8" y="97"/>
                  </a:cubicBezTo>
                  <a:close/>
                  <a:moveTo>
                    <a:pt x="169" y="97"/>
                  </a:moveTo>
                  <a:cubicBezTo>
                    <a:pt x="169" y="97"/>
                    <a:pt x="169" y="97"/>
                    <a:pt x="169" y="97"/>
                  </a:cubicBezTo>
                  <a:close/>
                  <a:moveTo>
                    <a:pt x="7" y="97"/>
                  </a:moveTo>
                  <a:cubicBezTo>
                    <a:pt x="8" y="97"/>
                    <a:pt x="8" y="97"/>
                    <a:pt x="8" y="97"/>
                  </a:cubicBezTo>
                  <a:cubicBezTo>
                    <a:pt x="8" y="97"/>
                    <a:pt x="7" y="97"/>
                    <a:pt x="7" y="97"/>
                  </a:cubicBezTo>
                  <a:close/>
                  <a:moveTo>
                    <a:pt x="140" y="26"/>
                  </a:moveTo>
                  <a:cubicBezTo>
                    <a:pt x="140" y="26"/>
                    <a:pt x="140" y="26"/>
                    <a:pt x="140" y="26"/>
                  </a:cubicBezTo>
                  <a:cubicBezTo>
                    <a:pt x="140" y="26"/>
                    <a:pt x="140" y="26"/>
                    <a:pt x="140" y="26"/>
                  </a:cubicBezTo>
                  <a:close/>
                  <a:moveTo>
                    <a:pt x="139" y="26"/>
                  </a:moveTo>
                  <a:cubicBezTo>
                    <a:pt x="139" y="26"/>
                    <a:pt x="139" y="26"/>
                    <a:pt x="139" y="26"/>
                  </a:cubicBezTo>
                  <a:close/>
                  <a:moveTo>
                    <a:pt x="88" y="124"/>
                  </a:moveTo>
                  <a:cubicBezTo>
                    <a:pt x="79" y="124"/>
                    <a:pt x="70" y="120"/>
                    <a:pt x="63" y="114"/>
                  </a:cubicBezTo>
                  <a:cubicBezTo>
                    <a:pt x="55" y="105"/>
                    <a:pt x="51" y="93"/>
                    <a:pt x="54" y="81"/>
                  </a:cubicBezTo>
                  <a:cubicBezTo>
                    <a:pt x="57" y="67"/>
                    <a:pt x="67" y="57"/>
                    <a:pt x="80" y="54"/>
                  </a:cubicBezTo>
                  <a:cubicBezTo>
                    <a:pt x="92" y="52"/>
                    <a:pt x="105" y="55"/>
                    <a:pt x="113" y="64"/>
                  </a:cubicBezTo>
                  <a:cubicBezTo>
                    <a:pt x="122" y="72"/>
                    <a:pt x="125" y="85"/>
                    <a:pt x="123" y="97"/>
                  </a:cubicBezTo>
                  <a:cubicBezTo>
                    <a:pt x="120" y="110"/>
                    <a:pt x="110" y="120"/>
                    <a:pt x="96" y="123"/>
                  </a:cubicBezTo>
                  <a:cubicBezTo>
                    <a:pt x="94" y="124"/>
                    <a:pt x="91" y="124"/>
                    <a:pt x="88" y="124"/>
                  </a:cubicBezTo>
                  <a:close/>
                  <a:moveTo>
                    <a:pt x="88" y="62"/>
                  </a:moveTo>
                  <a:cubicBezTo>
                    <a:pt x="86" y="62"/>
                    <a:pt x="84" y="62"/>
                    <a:pt x="82" y="62"/>
                  </a:cubicBezTo>
                  <a:cubicBezTo>
                    <a:pt x="72" y="64"/>
                    <a:pt x="64" y="72"/>
                    <a:pt x="62" y="82"/>
                  </a:cubicBezTo>
                  <a:cubicBezTo>
                    <a:pt x="60" y="92"/>
                    <a:pt x="63" y="101"/>
                    <a:pt x="69" y="108"/>
                  </a:cubicBezTo>
                  <a:cubicBezTo>
                    <a:pt x="76" y="114"/>
                    <a:pt x="85" y="117"/>
                    <a:pt x="95" y="115"/>
                  </a:cubicBezTo>
                  <a:cubicBezTo>
                    <a:pt x="95" y="115"/>
                    <a:pt x="95" y="115"/>
                    <a:pt x="95" y="115"/>
                  </a:cubicBezTo>
                  <a:cubicBezTo>
                    <a:pt x="105" y="113"/>
                    <a:pt x="113" y="105"/>
                    <a:pt x="115" y="95"/>
                  </a:cubicBezTo>
                  <a:cubicBezTo>
                    <a:pt x="117" y="86"/>
                    <a:pt x="114" y="76"/>
                    <a:pt x="108" y="70"/>
                  </a:cubicBezTo>
                  <a:cubicBezTo>
                    <a:pt x="102" y="64"/>
                    <a:pt x="95" y="62"/>
                    <a:pt x="88" y="62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C0D63F4F-ECCB-1E49-8D8A-F868C009CCA6}"/>
              </a:ext>
            </a:extLst>
          </p:cNvPr>
          <p:cNvGrpSpPr/>
          <p:nvPr/>
        </p:nvGrpSpPr>
        <p:grpSpPr>
          <a:xfrm>
            <a:off x="3937000" y="1120775"/>
            <a:ext cx="1066800" cy="1068387"/>
            <a:chOff x="3937000" y="1120775"/>
            <a:chExt cx="1066800" cy="1068387"/>
          </a:xfrm>
        </p:grpSpPr>
        <p:sp>
          <p:nvSpPr>
            <p:cNvPr id="395" name="Google Shape;395;p22"/>
            <p:cNvSpPr/>
            <p:nvPr/>
          </p:nvSpPr>
          <p:spPr>
            <a:xfrm>
              <a:off x="3937000" y="1120775"/>
              <a:ext cx="1066800" cy="1068387"/>
            </a:xfrm>
            <a:prstGeom prst="ellipse">
              <a:avLst/>
            </a:prstGeom>
            <a:solidFill>
              <a:srgbClr val="D8F4F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22"/>
            <p:cNvSpPr/>
            <p:nvPr/>
          </p:nvSpPr>
          <p:spPr>
            <a:xfrm>
              <a:off x="4105275" y="1435100"/>
              <a:ext cx="728662" cy="457200"/>
            </a:xfrm>
            <a:custGeom>
              <a:avLst/>
              <a:gdLst/>
              <a:ahLst/>
              <a:cxnLst/>
              <a:rect l="l" t="t" r="r" b="b"/>
              <a:pathLst>
                <a:path w="207" h="130" extrusionOk="0">
                  <a:moveTo>
                    <a:pt x="181" y="130"/>
                  </a:moveTo>
                  <a:cubicBezTo>
                    <a:pt x="26" y="130"/>
                    <a:pt x="26" y="130"/>
                    <a:pt x="26" y="130"/>
                  </a:cubicBezTo>
                  <a:cubicBezTo>
                    <a:pt x="12" y="130"/>
                    <a:pt x="0" y="118"/>
                    <a:pt x="0" y="104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1"/>
                    <a:pt x="12" y="0"/>
                    <a:pt x="26" y="0"/>
                  </a:cubicBezTo>
                  <a:cubicBezTo>
                    <a:pt x="181" y="0"/>
                    <a:pt x="181" y="0"/>
                    <a:pt x="181" y="0"/>
                  </a:cubicBezTo>
                  <a:cubicBezTo>
                    <a:pt x="195" y="0"/>
                    <a:pt x="207" y="11"/>
                    <a:pt x="207" y="26"/>
                  </a:cubicBezTo>
                  <a:cubicBezTo>
                    <a:pt x="207" y="104"/>
                    <a:pt x="207" y="104"/>
                    <a:pt x="207" y="104"/>
                  </a:cubicBezTo>
                  <a:cubicBezTo>
                    <a:pt x="207" y="118"/>
                    <a:pt x="195" y="130"/>
                    <a:pt x="181" y="130"/>
                  </a:cubicBezTo>
                  <a:close/>
                  <a:moveTo>
                    <a:pt x="26" y="8"/>
                  </a:moveTo>
                  <a:cubicBezTo>
                    <a:pt x="16" y="8"/>
                    <a:pt x="8" y="16"/>
                    <a:pt x="8" y="26"/>
                  </a:cubicBezTo>
                  <a:cubicBezTo>
                    <a:pt x="8" y="104"/>
                    <a:pt x="8" y="104"/>
                    <a:pt x="8" y="104"/>
                  </a:cubicBezTo>
                  <a:cubicBezTo>
                    <a:pt x="8" y="113"/>
                    <a:pt x="16" y="122"/>
                    <a:pt x="26" y="122"/>
                  </a:cubicBezTo>
                  <a:cubicBezTo>
                    <a:pt x="181" y="122"/>
                    <a:pt x="181" y="122"/>
                    <a:pt x="181" y="122"/>
                  </a:cubicBezTo>
                  <a:cubicBezTo>
                    <a:pt x="191" y="122"/>
                    <a:pt x="199" y="113"/>
                    <a:pt x="199" y="104"/>
                  </a:cubicBezTo>
                  <a:cubicBezTo>
                    <a:pt x="199" y="26"/>
                    <a:pt x="199" y="26"/>
                    <a:pt x="199" y="26"/>
                  </a:cubicBezTo>
                  <a:cubicBezTo>
                    <a:pt x="199" y="16"/>
                    <a:pt x="191" y="8"/>
                    <a:pt x="181" y="8"/>
                  </a:cubicBezTo>
                  <a:lnTo>
                    <a:pt x="26" y="8"/>
                  </a:lnTo>
                  <a:close/>
                  <a:moveTo>
                    <a:pt x="177" y="109"/>
                  </a:moveTo>
                  <a:cubicBezTo>
                    <a:pt x="176" y="109"/>
                    <a:pt x="176" y="109"/>
                    <a:pt x="175" y="108"/>
                  </a:cubicBezTo>
                  <a:cubicBezTo>
                    <a:pt x="129" y="70"/>
                    <a:pt x="129" y="70"/>
                    <a:pt x="129" y="70"/>
                  </a:cubicBezTo>
                  <a:cubicBezTo>
                    <a:pt x="106" y="89"/>
                    <a:pt x="106" y="89"/>
                    <a:pt x="106" y="89"/>
                  </a:cubicBezTo>
                  <a:cubicBezTo>
                    <a:pt x="104" y="90"/>
                    <a:pt x="102" y="90"/>
                    <a:pt x="101" y="89"/>
                  </a:cubicBezTo>
                  <a:cubicBezTo>
                    <a:pt x="77" y="70"/>
                    <a:pt x="77" y="70"/>
                    <a:pt x="77" y="70"/>
                  </a:cubicBezTo>
                  <a:cubicBezTo>
                    <a:pt x="31" y="108"/>
                    <a:pt x="31" y="108"/>
                    <a:pt x="31" y="108"/>
                  </a:cubicBezTo>
                  <a:cubicBezTo>
                    <a:pt x="29" y="110"/>
                    <a:pt x="27" y="109"/>
                    <a:pt x="25" y="108"/>
                  </a:cubicBezTo>
                  <a:cubicBezTo>
                    <a:pt x="24" y="106"/>
                    <a:pt x="24" y="104"/>
                    <a:pt x="26" y="102"/>
                  </a:cubicBezTo>
                  <a:cubicBezTo>
                    <a:pt x="70" y="65"/>
                    <a:pt x="70" y="65"/>
                    <a:pt x="70" y="65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24" y="29"/>
                    <a:pt x="24" y="27"/>
                    <a:pt x="25" y="25"/>
                  </a:cubicBezTo>
                  <a:cubicBezTo>
                    <a:pt x="27" y="23"/>
                    <a:pt x="29" y="23"/>
                    <a:pt x="31" y="24"/>
                  </a:cubicBezTo>
                  <a:cubicBezTo>
                    <a:pt x="103" y="81"/>
                    <a:pt x="103" y="81"/>
                    <a:pt x="103" y="81"/>
                  </a:cubicBezTo>
                  <a:cubicBezTo>
                    <a:pt x="175" y="24"/>
                    <a:pt x="175" y="24"/>
                    <a:pt x="175" y="24"/>
                  </a:cubicBezTo>
                  <a:cubicBezTo>
                    <a:pt x="177" y="23"/>
                    <a:pt x="179" y="23"/>
                    <a:pt x="181" y="25"/>
                  </a:cubicBezTo>
                  <a:cubicBezTo>
                    <a:pt x="182" y="27"/>
                    <a:pt x="182" y="29"/>
                    <a:pt x="180" y="31"/>
                  </a:cubicBezTo>
                  <a:cubicBezTo>
                    <a:pt x="136" y="65"/>
                    <a:pt x="136" y="65"/>
                    <a:pt x="136" y="65"/>
                  </a:cubicBezTo>
                  <a:cubicBezTo>
                    <a:pt x="180" y="102"/>
                    <a:pt x="180" y="102"/>
                    <a:pt x="180" y="102"/>
                  </a:cubicBezTo>
                  <a:cubicBezTo>
                    <a:pt x="182" y="104"/>
                    <a:pt x="182" y="106"/>
                    <a:pt x="180" y="108"/>
                  </a:cubicBezTo>
                  <a:cubicBezTo>
                    <a:pt x="180" y="109"/>
                    <a:pt x="179" y="109"/>
                    <a:pt x="177" y="109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49960229-CCDC-6249-9AED-4BA24D7795EE}"/>
              </a:ext>
            </a:extLst>
          </p:cNvPr>
          <p:cNvGrpSpPr/>
          <p:nvPr/>
        </p:nvGrpSpPr>
        <p:grpSpPr>
          <a:xfrm>
            <a:off x="5556250" y="4730750"/>
            <a:ext cx="1079500" cy="1077912"/>
            <a:chOff x="5556250" y="4730750"/>
            <a:chExt cx="1079500" cy="1077912"/>
          </a:xfrm>
        </p:grpSpPr>
        <p:sp>
          <p:nvSpPr>
            <p:cNvPr id="398" name="Google Shape;398;p22"/>
            <p:cNvSpPr/>
            <p:nvPr/>
          </p:nvSpPr>
          <p:spPr>
            <a:xfrm>
              <a:off x="5556250" y="4730750"/>
              <a:ext cx="1079500" cy="1077912"/>
            </a:xfrm>
            <a:prstGeom prst="ellipse">
              <a:avLst/>
            </a:prstGeom>
            <a:solidFill>
              <a:srgbClr val="F2F2F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22"/>
            <p:cNvSpPr/>
            <p:nvPr/>
          </p:nvSpPr>
          <p:spPr>
            <a:xfrm>
              <a:off x="5661025" y="5008562"/>
              <a:ext cx="869950" cy="436562"/>
            </a:xfrm>
            <a:custGeom>
              <a:avLst/>
              <a:gdLst/>
              <a:ahLst/>
              <a:cxnLst/>
              <a:rect l="l" t="t" r="r" b="b"/>
              <a:pathLst>
                <a:path w="247" h="124" extrusionOk="0">
                  <a:moveTo>
                    <a:pt x="126" y="124"/>
                  </a:moveTo>
                  <a:cubicBezTo>
                    <a:pt x="112" y="124"/>
                    <a:pt x="100" y="123"/>
                    <a:pt x="88" y="120"/>
                  </a:cubicBezTo>
                  <a:cubicBezTo>
                    <a:pt x="84" y="119"/>
                    <a:pt x="81" y="118"/>
                    <a:pt x="77" y="117"/>
                  </a:cubicBezTo>
                  <a:cubicBezTo>
                    <a:pt x="70" y="113"/>
                    <a:pt x="68" y="109"/>
                    <a:pt x="68" y="106"/>
                  </a:cubicBezTo>
                  <a:cubicBezTo>
                    <a:pt x="67" y="101"/>
                    <a:pt x="68" y="97"/>
                    <a:pt x="72" y="93"/>
                  </a:cubicBezTo>
                  <a:cubicBezTo>
                    <a:pt x="78" y="88"/>
                    <a:pt x="84" y="83"/>
                    <a:pt x="94" y="79"/>
                  </a:cubicBezTo>
                  <a:cubicBezTo>
                    <a:pt x="97" y="78"/>
                    <a:pt x="100" y="76"/>
                    <a:pt x="102" y="75"/>
                  </a:cubicBezTo>
                  <a:cubicBezTo>
                    <a:pt x="105" y="75"/>
                    <a:pt x="105" y="75"/>
                    <a:pt x="105" y="75"/>
                  </a:cubicBezTo>
                  <a:cubicBezTo>
                    <a:pt x="107" y="74"/>
                    <a:pt x="108" y="72"/>
                    <a:pt x="109" y="71"/>
                  </a:cubicBezTo>
                  <a:cubicBezTo>
                    <a:pt x="109" y="69"/>
                    <a:pt x="108" y="67"/>
                    <a:pt x="107" y="66"/>
                  </a:cubicBezTo>
                  <a:cubicBezTo>
                    <a:pt x="97" y="56"/>
                    <a:pt x="92" y="44"/>
                    <a:pt x="93" y="28"/>
                  </a:cubicBezTo>
                  <a:cubicBezTo>
                    <a:pt x="93" y="14"/>
                    <a:pt x="102" y="4"/>
                    <a:pt x="117" y="1"/>
                  </a:cubicBezTo>
                  <a:cubicBezTo>
                    <a:pt x="120" y="0"/>
                    <a:pt x="123" y="0"/>
                    <a:pt x="126" y="0"/>
                  </a:cubicBezTo>
                  <a:cubicBezTo>
                    <a:pt x="129" y="0"/>
                    <a:pt x="132" y="0"/>
                    <a:pt x="135" y="1"/>
                  </a:cubicBezTo>
                  <a:cubicBezTo>
                    <a:pt x="150" y="4"/>
                    <a:pt x="159" y="14"/>
                    <a:pt x="159" y="28"/>
                  </a:cubicBezTo>
                  <a:cubicBezTo>
                    <a:pt x="160" y="44"/>
                    <a:pt x="155" y="56"/>
                    <a:pt x="145" y="66"/>
                  </a:cubicBezTo>
                  <a:cubicBezTo>
                    <a:pt x="144" y="67"/>
                    <a:pt x="143" y="69"/>
                    <a:pt x="143" y="70"/>
                  </a:cubicBezTo>
                  <a:cubicBezTo>
                    <a:pt x="144" y="72"/>
                    <a:pt x="145" y="74"/>
                    <a:pt x="148" y="75"/>
                  </a:cubicBezTo>
                  <a:cubicBezTo>
                    <a:pt x="150" y="75"/>
                    <a:pt x="150" y="75"/>
                    <a:pt x="150" y="75"/>
                  </a:cubicBezTo>
                  <a:cubicBezTo>
                    <a:pt x="152" y="76"/>
                    <a:pt x="155" y="78"/>
                    <a:pt x="158" y="79"/>
                  </a:cubicBezTo>
                  <a:cubicBezTo>
                    <a:pt x="168" y="83"/>
                    <a:pt x="175" y="88"/>
                    <a:pt x="180" y="93"/>
                  </a:cubicBezTo>
                  <a:cubicBezTo>
                    <a:pt x="183" y="96"/>
                    <a:pt x="185" y="101"/>
                    <a:pt x="184" y="106"/>
                  </a:cubicBezTo>
                  <a:cubicBezTo>
                    <a:pt x="183" y="110"/>
                    <a:pt x="180" y="114"/>
                    <a:pt x="175" y="117"/>
                  </a:cubicBezTo>
                  <a:cubicBezTo>
                    <a:pt x="175" y="117"/>
                    <a:pt x="175" y="117"/>
                    <a:pt x="175" y="117"/>
                  </a:cubicBezTo>
                  <a:cubicBezTo>
                    <a:pt x="172" y="118"/>
                    <a:pt x="168" y="119"/>
                    <a:pt x="164" y="120"/>
                  </a:cubicBezTo>
                  <a:cubicBezTo>
                    <a:pt x="152" y="123"/>
                    <a:pt x="140" y="124"/>
                    <a:pt x="126" y="124"/>
                  </a:cubicBezTo>
                  <a:close/>
                  <a:moveTo>
                    <a:pt x="126" y="6"/>
                  </a:moveTo>
                  <a:cubicBezTo>
                    <a:pt x="124" y="6"/>
                    <a:pt x="121" y="7"/>
                    <a:pt x="119" y="7"/>
                  </a:cubicBezTo>
                  <a:cubicBezTo>
                    <a:pt x="106" y="10"/>
                    <a:pt x="100" y="17"/>
                    <a:pt x="100" y="29"/>
                  </a:cubicBezTo>
                  <a:cubicBezTo>
                    <a:pt x="99" y="42"/>
                    <a:pt x="103" y="53"/>
                    <a:pt x="112" y="61"/>
                  </a:cubicBezTo>
                  <a:cubicBezTo>
                    <a:pt x="115" y="64"/>
                    <a:pt x="116" y="68"/>
                    <a:pt x="115" y="72"/>
                  </a:cubicBezTo>
                  <a:cubicBezTo>
                    <a:pt x="114" y="76"/>
                    <a:pt x="111" y="79"/>
                    <a:pt x="107" y="81"/>
                  </a:cubicBezTo>
                  <a:cubicBezTo>
                    <a:pt x="105" y="82"/>
                    <a:pt x="105" y="82"/>
                    <a:pt x="105" y="82"/>
                  </a:cubicBezTo>
                  <a:cubicBezTo>
                    <a:pt x="102" y="83"/>
                    <a:pt x="99" y="84"/>
                    <a:pt x="97" y="85"/>
                  </a:cubicBezTo>
                  <a:cubicBezTo>
                    <a:pt x="88" y="89"/>
                    <a:pt x="82" y="93"/>
                    <a:pt x="77" y="98"/>
                  </a:cubicBezTo>
                  <a:cubicBezTo>
                    <a:pt x="75" y="100"/>
                    <a:pt x="74" y="102"/>
                    <a:pt x="74" y="104"/>
                  </a:cubicBezTo>
                  <a:cubicBezTo>
                    <a:pt x="75" y="107"/>
                    <a:pt x="77" y="109"/>
                    <a:pt x="80" y="111"/>
                  </a:cubicBezTo>
                  <a:cubicBezTo>
                    <a:pt x="83" y="112"/>
                    <a:pt x="86" y="113"/>
                    <a:pt x="90" y="114"/>
                  </a:cubicBezTo>
                  <a:cubicBezTo>
                    <a:pt x="101" y="116"/>
                    <a:pt x="112" y="117"/>
                    <a:pt x="126" y="117"/>
                  </a:cubicBezTo>
                  <a:cubicBezTo>
                    <a:pt x="140" y="117"/>
                    <a:pt x="151" y="116"/>
                    <a:pt x="162" y="114"/>
                  </a:cubicBezTo>
                  <a:cubicBezTo>
                    <a:pt x="166" y="113"/>
                    <a:pt x="169" y="112"/>
                    <a:pt x="172" y="111"/>
                  </a:cubicBezTo>
                  <a:cubicBezTo>
                    <a:pt x="175" y="109"/>
                    <a:pt x="177" y="107"/>
                    <a:pt x="177" y="105"/>
                  </a:cubicBezTo>
                  <a:cubicBezTo>
                    <a:pt x="178" y="102"/>
                    <a:pt x="177" y="99"/>
                    <a:pt x="175" y="98"/>
                  </a:cubicBezTo>
                  <a:cubicBezTo>
                    <a:pt x="170" y="93"/>
                    <a:pt x="164" y="89"/>
                    <a:pt x="155" y="85"/>
                  </a:cubicBezTo>
                  <a:cubicBezTo>
                    <a:pt x="153" y="84"/>
                    <a:pt x="150" y="83"/>
                    <a:pt x="147" y="82"/>
                  </a:cubicBezTo>
                  <a:cubicBezTo>
                    <a:pt x="145" y="81"/>
                    <a:pt x="145" y="81"/>
                    <a:pt x="145" y="81"/>
                  </a:cubicBezTo>
                  <a:cubicBezTo>
                    <a:pt x="141" y="79"/>
                    <a:pt x="138" y="76"/>
                    <a:pt x="137" y="72"/>
                  </a:cubicBezTo>
                  <a:cubicBezTo>
                    <a:pt x="136" y="68"/>
                    <a:pt x="137" y="64"/>
                    <a:pt x="140" y="61"/>
                  </a:cubicBezTo>
                  <a:cubicBezTo>
                    <a:pt x="149" y="53"/>
                    <a:pt x="153" y="42"/>
                    <a:pt x="152" y="29"/>
                  </a:cubicBezTo>
                  <a:cubicBezTo>
                    <a:pt x="152" y="17"/>
                    <a:pt x="146" y="10"/>
                    <a:pt x="133" y="7"/>
                  </a:cubicBezTo>
                  <a:cubicBezTo>
                    <a:pt x="131" y="7"/>
                    <a:pt x="128" y="6"/>
                    <a:pt x="126" y="6"/>
                  </a:cubicBezTo>
                  <a:close/>
                  <a:moveTo>
                    <a:pt x="173" y="114"/>
                  </a:moveTo>
                  <a:cubicBezTo>
                    <a:pt x="173" y="114"/>
                    <a:pt x="173" y="114"/>
                    <a:pt x="173" y="114"/>
                  </a:cubicBezTo>
                  <a:close/>
                  <a:moveTo>
                    <a:pt x="205" y="124"/>
                  </a:moveTo>
                  <a:cubicBezTo>
                    <a:pt x="203" y="124"/>
                    <a:pt x="203" y="124"/>
                    <a:pt x="203" y="124"/>
                  </a:cubicBezTo>
                  <a:cubicBezTo>
                    <a:pt x="196" y="124"/>
                    <a:pt x="194" y="124"/>
                    <a:pt x="187" y="123"/>
                  </a:cubicBezTo>
                  <a:cubicBezTo>
                    <a:pt x="185" y="123"/>
                    <a:pt x="183" y="121"/>
                    <a:pt x="184" y="119"/>
                  </a:cubicBezTo>
                  <a:cubicBezTo>
                    <a:pt x="184" y="117"/>
                    <a:pt x="186" y="116"/>
                    <a:pt x="187" y="116"/>
                  </a:cubicBezTo>
                  <a:cubicBezTo>
                    <a:pt x="194" y="117"/>
                    <a:pt x="196" y="117"/>
                    <a:pt x="203" y="117"/>
                  </a:cubicBezTo>
                  <a:cubicBezTo>
                    <a:pt x="205" y="117"/>
                    <a:pt x="205" y="117"/>
                    <a:pt x="205" y="117"/>
                  </a:cubicBezTo>
                  <a:cubicBezTo>
                    <a:pt x="214" y="117"/>
                    <a:pt x="222" y="117"/>
                    <a:pt x="230" y="115"/>
                  </a:cubicBezTo>
                  <a:cubicBezTo>
                    <a:pt x="232" y="114"/>
                    <a:pt x="234" y="114"/>
                    <a:pt x="236" y="113"/>
                  </a:cubicBezTo>
                  <a:cubicBezTo>
                    <a:pt x="238" y="112"/>
                    <a:pt x="239" y="111"/>
                    <a:pt x="239" y="109"/>
                  </a:cubicBezTo>
                  <a:cubicBezTo>
                    <a:pt x="239" y="108"/>
                    <a:pt x="239" y="106"/>
                    <a:pt x="238" y="106"/>
                  </a:cubicBezTo>
                  <a:cubicBezTo>
                    <a:pt x="235" y="102"/>
                    <a:pt x="231" y="100"/>
                    <a:pt x="225" y="97"/>
                  </a:cubicBezTo>
                  <a:cubicBezTo>
                    <a:pt x="223" y="96"/>
                    <a:pt x="221" y="95"/>
                    <a:pt x="219" y="94"/>
                  </a:cubicBezTo>
                  <a:cubicBezTo>
                    <a:pt x="218" y="94"/>
                    <a:pt x="218" y="94"/>
                    <a:pt x="218" y="94"/>
                  </a:cubicBezTo>
                  <a:cubicBezTo>
                    <a:pt x="214" y="93"/>
                    <a:pt x="212" y="90"/>
                    <a:pt x="211" y="87"/>
                  </a:cubicBezTo>
                  <a:cubicBezTo>
                    <a:pt x="211" y="84"/>
                    <a:pt x="212" y="81"/>
                    <a:pt x="214" y="79"/>
                  </a:cubicBezTo>
                  <a:cubicBezTo>
                    <a:pt x="220" y="73"/>
                    <a:pt x="222" y="66"/>
                    <a:pt x="222" y="57"/>
                  </a:cubicBezTo>
                  <a:cubicBezTo>
                    <a:pt x="222" y="49"/>
                    <a:pt x="218" y="45"/>
                    <a:pt x="210" y="43"/>
                  </a:cubicBezTo>
                  <a:cubicBezTo>
                    <a:pt x="208" y="42"/>
                    <a:pt x="206" y="42"/>
                    <a:pt x="205" y="42"/>
                  </a:cubicBezTo>
                  <a:cubicBezTo>
                    <a:pt x="203" y="42"/>
                    <a:pt x="202" y="42"/>
                    <a:pt x="200" y="43"/>
                  </a:cubicBezTo>
                  <a:cubicBezTo>
                    <a:pt x="192" y="45"/>
                    <a:pt x="188" y="49"/>
                    <a:pt x="187" y="57"/>
                  </a:cubicBezTo>
                  <a:cubicBezTo>
                    <a:pt x="187" y="66"/>
                    <a:pt x="190" y="73"/>
                    <a:pt x="196" y="79"/>
                  </a:cubicBezTo>
                  <a:cubicBezTo>
                    <a:pt x="198" y="81"/>
                    <a:pt x="199" y="84"/>
                    <a:pt x="199" y="87"/>
                  </a:cubicBezTo>
                  <a:cubicBezTo>
                    <a:pt x="198" y="90"/>
                    <a:pt x="196" y="92"/>
                    <a:pt x="193" y="93"/>
                  </a:cubicBezTo>
                  <a:cubicBezTo>
                    <a:pt x="193" y="94"/>
                    <a:pt x="193" y="94"/>
                    <a:pt x="193" y="94"/>
                  </a:cubicBezTo>
                  <a:cubicBezTo>
                    <a:pt x="191" y="94"/>
                    <a:pt x="189" y="93"/>
                    <a:pt x="188" y="92"/>
                  </a:cubicBezTo>
                  <a:cubicBezTo>
                    <a:pt x="187" y="90"/>
                    <a:pt x="188" y="88"/>
                    <a:pt x="190" y="87"/>
                  </a:cubicBezTo>
                  <a:cubicBezTo>
                    <a:pt x="191" y="87"/>
                    <a:pt x="191" y="87"/>
                    <a:pt x="191" y="87"/>
                  </a:cubicBezTo>
                  <a:cubicBezTo>
                    <a:pt x="191" y="87"/>
                    <a:pt x="192" y="86"/>
                    <a:pt x="192" y="86"/>
                  </a:cubicBezTo>
                  <a:cubicBezTo>
                    <a:pt x="192" y="85"/>
                    <a:pt x="192" y="84"/>
                    <a:pt x="191" y="83"/>
                  </a:cubicBezTo>
                  <a:cubicBezTo>
                    <a:pt x="184" y="76"/>
                    <a:pt x="180" y="67"/>
                    <a:pt x="181" y="56"/>
                  </a:cubicBezTo>
                  <a:cubicBezTo>
                    <a:pt x="181" y="49"/>
                    <a:pt x="184" y="40"/>
                    <a:pt x="198" y="36"/>
                  </a:cubicBezTo>
                  <a:cubicBezTo>
                    <a:pt x="200" y="36"/>
                    <a:pt x="203" y="35"/>
                    <a:pt x="205" y="35"/>
                  </a:cubicBezTo>
                  <a:cubicBezTo>
                    <a:pt x="207" y="35"/>
                    <a:pt x="209" y="36"/>
                    <a:pt x="211" y="36"/>
                  </a:cubicBezTo>
                  <a:cubicBezTo>
                    <a:pt x="225" y="40"/>
                    <a:pt x="229" y="49"/>
                    <a:pt x="229" y="56"/>
                  </a:cubicBezTo>
                  <a:cubicBezTo>
                    <a:pt x="229" y="67"/>
                    <a:pt x="226" y="76"/>
                    <a:pt x="219" y="83"/>
                  </a:cubicBezTo>
                  <a:cubicBezTo>
                    <a:pt x="218" y="84"/>
                    <a:pt x="218" y="85"/>
                    <a:pt x="218" y="85"/>
                  </a:cubicBezTo>
                  <a:cubicBezTo>
                    <a:pt x="218" y="86"/>
                    <a:pt x="219" y="87"/>
                    <a:pt x="220" y="88"/>
                  </a:cubicBezTo>
                  <a:cubicBezTo>
                    <a:pt x="221" y="88"/>
                    <a:pt x="221" y="88"/>
                    <a:pt x="221" y="88"/>
                  </a:cubicBezTo>
                  <a:cubicBezTo>
                    <a:pt x="224" y="89"/>
                    <a:pt x="226" y="90"/>
                    <a:pt x="228" y="91"/>
                  </a:cubicBezTo>
                  <a:cubicBezTo>
                    <a:pt x="234" y="94"/>
                    <a:pt x="239" y="97"/>
                    <a:pt x="243" y="101"/>
                  </a:cubicBezTo>
                  <a:cubicBezTo>
                    <a:pt x="245" y="103"/>
                    <a:pt x="247" y="107"/>
                    <a:pt x="246" y="110"/>
                  </a:cubicBezTo>
                  <a:cubicBezTo>
                    <a:pt x="245" y="114"/>
                    <a:pt x="243" y="117"/>
                    <a:pt x="239" y="119"/>
                  </a:cubicBezTo>
                  <a:cubicBezTo>
                    <a:pt x="237" y="120"/>
                    <a:pt x="234" y="121"/>
                    <a:pt x="231" y="121"/>
                  </a:cubicBezTo>
                  <a:cubicBezTo>
                    <a:pt x="223" y="123"/>
                    <a:pt x="215" y="124"/>
                    <a:pt x="205" y="124"/>
                  </a:cubicBezTo>
                  <a:close/>
                  <a:moveTo>
                    <a:pt x="47" y="124"/>
                  </a:moveTo>
                  <a:cubicBezTo>
                    <a:pt x="36" y="124"/>
                    <a:pt x="27" y="123"/>
                    <a:pt x="17" y="121"/>
                  </a:cubicBezTo>
                  <a:cubicBezTo>
                    <a:pt x="14" y="120"/>
                    <a:pt x="12" y="119"/>
                    <a:pt x="9" y="118"/>
                  </a:cubicBezTo>
                  <a:cubicBezTo>
                    <a:pt x="5" y="116"/>
                    <a:pt x="2" y="113"/>
                    <a:pt x="1" y="109"/>
                  </a:cubicBezTo>
                  <a:cubicBezTo>
                    <a:pt x="0" y="106"/>
                    <a:pt x="2" y="102"/>
                    <a:pt x="5" y="99"/>
                  </a:cubicBezTo>
                  <a:cubicBezTo>
                    <a:pt x="9" y="95"/>
                    <a:pt x="14" y="91"/>
                    <a:pt x="22" y="88"/>
                  </a:cubicBezTo>
                  <a:cubicBezTo>
                    <a:pt x="24" y="87"/>
                    <a:pt x="26" y="86"/>
                    <a:pt x="28" y="85"/>
                  </a:cubicBezTo>
                  <a:cubicBezTo>
                    <a:pt x="30" y="84"/>
                    <a:pt x="30" y="84"/>
                    <a:pt x="30" y="84"/>
                  </a:cubicBezTo>
                  <a:cubicBezTo>
                    <a:pt x="31" y="84"/>
                    <a:pt x="32" y="83"/>
                    <a:pt x="33" y="82"/>
                  </a:cubicBezTo>
                  <a:cubicBezTo>
                    <a:pt x="33" y="81"/>
                    <a:pt x="32" y="80"/>
                    <a:pt x="32" y="79"/>
                  </a:cubicBezTo>
                  <a:cubicBezTo>
                    <a:pt x="24" y="71"/>
                    <a:pt x="20" y="61"/>
                    <a:pt x="21" y="50"/>
                  </a:cubicBezTo>
                  <a:cubicBezTo>
                    <a:pt x="21" y="42"/>
                    <a:pt x="24" y="31"/>
                    <a:pt x="40" y="27"/>
                  </a:cubicBezTo>
                  <a:cubicBezTo>
                    <a:pt x="42" y="27"/>
                    <a:pt x="44" y="27"/>
                    <a:pt x="47" y="27"/>
                  </a:cubicBezTo>
                  <a:cubicBezTo>
                    <a:pt x="49" y="27"/>
                    <a:pt x="52" y="27"/>
                    <a:pt x="54" y="27"/>
                  </a:cubicBezTo>
                  <a:cubicBezTo>
                    <a:pt x="69" y="31"/>
                    <a:pt x="73" y="42"/>
                    <a:pt x="73" y="50"/>
                  </a:cubicBezTo>
                  <a:cubicBezTo>
                    <a:pt x="74" y="62"/>
                    <a:pt x="70" y="71"/>
                    <a:pt x="62" y="79"/>
                  </a:cubicBezTo>
                  <a:cubicBezTo>
                    <a:pt x="62" y="80"/>
                    <a:pt x="61" y="81"/>
                    <a:pt x="61" y="82"/>
                  </a:cubicBezTo>
                  <a:cubicBezTo>
                    <a:pt x="61" y="83"/>
                    <a:pt x="62" y="84"/>
                    <a:pt x="64" y="84"/>
                  </a:cubicBezTo>
                  <a:cubicBezTo>
                    <a:pt x="65" y="85"/>
                    <a:pt x="65" y="85"/>
                    <a:pt x="65" y="85"/>
                  </a:cubicBezTo>
                  <a:cubicBezTo>
                    <a:pt x="67" y="86"/>
                    <a:pt x="68" y="88"/>
                    <a:pt x="67" y="89"/>
                  </a:cubicBezTo>
                  <a:cubicBezTo>
                    <a:pt x="67" y="91"/>
                    <a:pt x="65" y="92"/>
                    <a:pt x="63" y="91"/>
                  </a:cubicBezTo>
                  <a:cubicBezTo>
                    <a:pt x="61" y="91"/>
                    <a:pt x="61" y="91"/>
                    <a:pt x="61" y="91"/>
                  </a:cubicBezTo>
                  <a:cubicBezTo>
                    <a:pt x="58" y="89"/>
                    <a:pt x="55" y="87"/>
                    <a:pt x="54" y="83"/>
                  </a:cubicBezTo>
                  <a:cubicBezTo>
                    <a:pt x="54" y="80"/>
                    <a:pt x="55" y="77"/>
                    <a:pt x="57" y="74"/>
                  </a:cubicBezTo>
                  <a:cubicBezTo>
                    <a:pt x="64" y="68"/>
                    <a:pt x="67" y="60"/>
                    <a:pt x="66" y="50"/>
                  </a:cubicBezTo>
                  <a:cubicBezTo>
                    <a:pt x="66" y="41"/>
                    <a:pt x="62" y="36"/>
                    <a:pt x="52" y="34"/>
                  </a:cubicBezTo>
                  <a:cubicBezTo>
                    <a:pt x="51" y="34"/>
                    <a:pt x="49" y="33"/>
                    <a:pt x="47" y="33"/>
                  </a:cubicBezTo>
                  <a:cubicBezTo>
                    <a:pt x="45" y="33"/>
                    <a:pt x="43" y="34"/>
                    <a:pt x="41" y="34"/>
                  </a:cubicBezTo>
                  <a:cubicBezTo>
                    <a:pt x="32" y="36"/>
                    <a:pt x="28" y="41"/>
                    <a:pt x="27" y="50"/>
                  </a:cubicBezTo>
                  <a:cubicBezTo>
                    <a:pt x="27" y="60"/>
                    <a:pt x="30" y="68"/>
                    <a:pt x="36" y="74"/>
                  </a:cubicBezTo>
                  <a:cubicBezTo>
                    <a:pt x="39" y="77"/>
                    <a:pt x="40" y="80"/>
                    <a:pt x="39" y="83"/>
                  </a:cubicBezTo>
                  <a:cubicBezTo>
                    <a:pt x="39" y="87"/>
                    <a:pt x="36" y="89"/>
                    <a:pt x="33" y="91"/>
                  </a:cubicBezTo>
                  <a:cubicBezTo>
                    <a:pt x="31" y="91"/>
                    <a:pt x="31" y="91"/>
                    <a:pt x="31" y="91"/>
                  </a:cubicBezTo>
                  <a:cubicBezTo>
                    <a:pt x="29" y="92"/>
                    <a:pt x="27" y="93"/>
                    <a:pt x="25" y="94"/>
                  </a:cubicBezTo>
                  <a:cubicBezTo>
                    <a:pt x="18" y="97"/>
                    <a:pt x="13" y="100"/>
                    <a:pt x="9" y="104"/>
                  </a:cubicBezTo>
                  <a:cubicBezTo>
                    <a:pt x="8" y="105"/>
                    <a:pt x="8" y="107"/>
                    <a:pt x="8" y="108"/>
                  </a:cubicBezTo>
                  <a:cubicBezTo>
                    <a:pt x="8" y="110"/>
                    <a:pt x="9" y="111"/>
                    <a:pt x="12" y="112"/>
                  </a:cubicBezTo>
                  <a:cubicBezTo>
                    <a:pt x="14" y="113"/>
                    <a:pt x="16" y="114"/>
                    <a:pt x="19" y="115"/>
                  </a:cubicBezTo>
                  <a:cubicBezTo>
                    <a:pt x="28" y="117"/>
                    <a:pt x="36" y="117"/>
                    <a:pt x="47" y="117"/>
                  </a:cubicBezTo>
                  <a:cubicBezTo>
                    <a:pt x="53" y="117"/>
                    <a:pt x="59" y="117"/>
                    <a:pt x="63" y="116"/>
                  </a:cubicBezTo>
                  <a:cubicBezTo>
                    <a:pt x="65" y="116"/>
                    <a:pt x="67" y="118"/>
                    <a:pt x="67" y="119"/>
                  </a:cubicBezTo>
                  <a:cubicBezTo>
                    <a:pt x="67" y="121"/>
                    <a:pt x="66" y="123"/>
                    <a:pt x="64" y="123"/>
                  </a:cubicBezTo>
                  <a:cubicBezTo>
                    <a:pt x="59" y="124"/>
                    <a:pt x="54" y="124"/>
                    <a:pt x="47" y="124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EE3D2574-8C7F-554D-A36E-BCBF37B2D380}"/>
              </a:ext>
            </a:extLst>
          </p:cNvPr>
          <p:cNvGrpSpPr/>
          <p:nvPr/>
        </p:nvGrpSpPr>
        <p:grpSpPr>
          <a:xfrm>
            <a:off x="8813800" y="4738687"/>
            <a:ext cx="1066800" cy="1066800"/>
            <a:chOff x="8813800" y="4738687"/>
            <a:chExt cx="1066800" cy="1066800"/>
          </a:xfrm>
        </p:grpSpPr>
        <p:sp>
          <p:nvSpPr>
            <p:cNvPr id="399" name="Google Shape;399;p22"/>
            <p:cNvSpPr/>
            <p:nvPr/>
          </p:nvSpPr>
          <p:spPr>
            <a:xfrm>
              <a:off x="8813800" y="4738687"/>
              <a:ext cx="1066800" cy="1066800"/>
            </a:xfrm>
            <a:prstGeom prst="ellipse">
              <a:avLst/>
            </a:prstGeom>
            <a:solidFill>
              <a:srgbClr val="E5E5E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22"/>
            <p:cNvSpPr/>
            <p:nvPr/>
          </p:nvSpPr>
          <p:spPr>
            <a:xfrm>
              <a:off x="9021762" y="4964112"/>
              <a:ext cx="650875" cy="566737"/>
            </a:xfrm>
            <a:custGeom>
              <a:avLst/>
              <a:gdLst/>
              <a:ahLst/>
              <a:cxnLst/>
              <a:rect l="l" t="t" r="r" b="b"/>
              <a:pathLst>
                <a:path w="185" h="161" extrusionOk="0">
                  <a:moveTo>
                    <a:pt x="164" y="161"/>
                  </a:moveTo>
                  <a:cubicBezTo>
                    <a:pt x="21" y="161"/>
                    <a:pt x="21" y="161"/>
                    <a:pt x="21" y="161"/>
                  </a:cubicBezTo>
                  <a:cubicBezTo>
                    <a:pt x="10" y="161"/>
                    <a:pt x="0" y="152"/>
                    <a:pt x="0" y="140"/>
                  </a:cubicBezTo>
                  <a:cubicBezTo>
                    <a:pt x="0" y="105"/>
                    <a:pt x="0" y="105"/>
                    <a:pt x="0" y="105"/>
                  </a:cubicBezTo>
                  <a:cubicBezTo>
                    <a:pt x="0" y="102"/>
                    <a:pt x="2" y="101"/>
                    <a:pt x="4" y="101"/>
                  </a:cubicBezTo>
                  <a:cubicBezTo>
                    <a:pt x="6" y="101"/>
                    <a:pt x="8" y="102"/>
                    <a:pt x="8" y="105"/>
                  </a:cubicBezTo>
                  <a:cubicBezTo>
                    <a:pt x="8" y="140"/>
                    <a:pt x="8" y="140"/>
                    <a:pt x="8" y="140"/>
                  </a:cubicBezTo>
                  <a:cubicBezTo>
                    <a:pt x="8" y="147"/>
                    <a:pt x="14" y="153"/>
                    <a:pt x="21" y="153"/>
                  </a:cubicBezTo>
                  <a:cubicBezTo>
                    <a:pt x="164" y="153"/>
                    <a:pt x="164" y="153"/>
                    <a:pt x="164" y="153"/>
                  </a:cubicBezTo>
                  <a:cubicBezTo>
                    <a:pt x="171" y="153"/>
                    <a:pt x="177" y="147"/>
                    <a:pt x="177" y="140"/>
                  </a:cubicBezTo>
                  <a:cubicBezTo>
                    <a:pt x="177" y="105"/>
                    <a:pt x="177" y="105"/>
                    <a:pt x="177" y="105"/>
                  </a:cubicBezTo>
                  <a:cubicBezTo>
                    <a:pt x="177" y="103"/>
                    <a:pt x="179" y="101"/>
                    <a:pt x="181" y="101"/>
                  </a:cubicBezTo>
                  <a:cubicBezTo>
                    <a:pt x="183" y="101"/>
                    <a:pt x="185" y="103"/>
                    <a:pt x="185" y="105"/>
                  </a:cubicBezTo>
                  <a:cubicBezTo>
                    <a:pt x="185" y="140"/>
                    <a:pt x="185" y="140"/>
                    <a:pt x="185" y="140"/>
                  </a:cubicBezTo>
                  <a:cubicBezTo>
                    <a:pt x="185" y="152"/>
                    <a:pt x="176" y="161"/>
                    <a:pt x="164" y="161"/>
                  </a:cubicBezTo>
                  <a:close/>
                  <a:moveTo>
                    <a:pt x="100" y="116"/>
                  </a:moveTo>
                  <a:cubicBezTo>
                    <a:pt x="85" y="116"/>
                    <a:pt x="85" y="116"/>
                    <a:pt x="85" y="116"/>
                  </a:cubicBezTo>
                  <a:cubicBezTo>
                    <a:pt x="79" y="116"/>
                    <a:pt x="75" y="110"/>
                    <a:pt x="75" y="104"/>
                  </a:cubicBezTo>
                  <a:cubicBezTo>
                    <a:pt x="75" y="86"/>
                    <a:pt x="75" y="86"/>
                    <a:pt x="75" y="86"/>
                  </a:cubicBezTo>
                  <a:cubicBezTo>
                    <a:pt x="75" y="80"/>
                    <a:pt x="79" y="75"/>
                    <a:pt x="85" y="75"/>
                  </a:cubicBezTo>
                  <a:cubicBezTo>
                    <a:pt x="100" y="75"/>
                    <a:pt x="100" y="75"/>
                    <a:pt x="100" y="75"/>
                  </a:cubicBezTo>
                  <a:cubicBezTo>
                    <a:pt x="106" y="75"/>
                    <a:pt x="111" y="80"/>
                    <a:pt x="111" y="86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1" y="110"/>
                    <a:pt x="106" y="116"/>
                    <a:pt x="100" y="116"/>
                  </a:cubicBezTo>
                  <a:close/>
                  <a:moveTo>
                    <a:pt x="85" y="83"/>
                  </a:moveTo>
                  <a:cubicBezTo>
                    <a:pt x="84" y="83"/>
                    <a:pt x="83" y="84"/>
                    <a:pt x="83" y="86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83" y="106"/>
                    <a:pt x="84" y="108"/>
                    <a:pt x="85" y="108"/>
                  </a:cubicBezTo>
                  <a:cubicBezTo>
                    <a:pt x="100" y="108"/>
                    <a:pt x="100" y="108"/>
                    <a:pt x="100" y="108"/>
                  </a:cubicBezTo>
                  <a:cubicBezTo>
                    <a:pt x="101" y="108"/>
                    <a:pt x="103" y="106"/>
                    <a:pt x="103" y="104"/>
                  </a:cubicBezTo>
                  <a:cubicBezTo>
                    <a:pt x="103" y="86"/>
                    <a:pt x="103" y="86"/>
                    <a:pt x="103" y="86"/>
                  </a:cubicBezTo>
                  <a:cubicBezTo>
                    <a:pt x="103" y="84"/>
                    <a:pt x="101" y="83"/>
                    <a:pt x="100" y="83"/>
                  </a:cubicBezTo>
                  <a:lnTo>
                    <a:pt x="85" y="83"/>
                  </a:lnTo>
                  <a:close/>
                  <a:moveTo>
                    <a:pt x="164" y="99"/>
                  </a:moveTo>
                  <a:cubicBezTo>
                    <a:pt x="122" y="99"/>
                    <a:pt x="122" y="99"/>
                    <a:pt x="122" y="99"/>
                  </a:cubicBezTo>
                  <a:cubicBezTo>
                    <a:pt x="120" y="99"/>
                    <a:pt x="118" y="97"/>
                    <a:pt x="118" y="95"/>
                  </a:cubicBezTo>
                  <a:cubicBezTo>
                    <a:pt x="118" y="93"/>
                    <a:pt x="120" y="91"/>
                    <a:pt x="122" y="91"/>
                  </a:cubicBezTo>
                  <a:cubicBezTo>
                    <a:pt x="164" y="91"/>
                    <a:pt x="164" y="91"/>
                    <a:pt x="164" y="91"/>
                  </a:cubicBezTo>
                  <a:cubicBezTo>
                    <a:pt x="171" y="91"/>
                    <a:pt x="177" y="85"/>
                    <a:pt x="177" y="78"/>
                  </a:cubicBezTo>
                  <a:cubicBezTo>
                    <a:pt x="177" y="50"/>
                    <a:pt x="177" y="50"/>
                    <a:pt x="177" y="50"/>
                  </a:cubicBezTo>
                  <a:cubicBezTo>
                    <a:pt x="177" y="43"/>
                    <a:pt x="171" y="37"/>
                    <a:pt x="164" y="37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14" y="37"/>
                    <a:pt x="8" y="43"/>
                    <a:pt x="8" y="5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8" y="85"/>
                    <a:pt x="14" y="91"/>
                    <a:pt x="21" y="91"/>
                  </a:cubicBezTo>
                  <a:cubicBezTo>
                    <a:pt x="64" y="91"/>
                    <a:pt x="64" y="91"/>
                    <a:pt x="64" y="91"/>
                  </a:cubicBezTo>
                  <a:cubicBezTo>
                    <a:pt x="66" y="91"/>
                    <a:pt x="68" y="93"/>
                    <a:pt x="68" y="95"/>
                  </a:cubicBezTo>
                  <a:cubicBezTo>
                    <a:pt x="68" y="97"/>
                    <a:pt x="66" y="99"/>
                    <a:pt x="64" y="99"/>
                  </a:cubicBezTo>
                  <a:cubicBezTo>
                    <a:pt x="21" y="99"/>
                    <a:pt x="21" y="99"/>
                    <a:pt x="21" y="99"/>
                  </a:cubicBezTo>
                  <a:cubicBezTo>
                    <a:pt x="10" y="99"/>
                    <a:pt x="0" y="90"/>
                    <a:pt x="0" y="78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39"/>
                    <a:pt x="10" y="29"/>
                    <a:pt x="21" y="29"/>
                  </a:cubicBezTo>
                  <a:cubicBezTo>
                    <a:pt x="164" y="29"/>
                    <a:pt x="164" y="29"/>
                    <a:pt x="164" y="29"/>
                  </a:cubicBezTo>
                  <a:cubicBezTo>
                    <a:pt x="176" y="29"/>
                    <a:pt x="185" y="39"/>
                    <a:pt x="185" y="50"/>
                  </a:cubicBezTo>
                  <a:cubicBezTo>
                    <a:pt x="185" y="81"/>
                    <a:pt x="185" y="81"/>
                    <a:pt x="185" y="81"/>
                  </a:cubicBezTo>
                  <a:cubicBezTo>
                    <a:pt x="185" y="82"/>
                    <a:pt x="185" y="82"/>
                    <a:pt x="185" y="83"/>
                  </a:cubicBezTo>
                  <a:cubicBezTo>
                    <a:pt x="182" y="92"/>
                    <a:pt x="174" y="99"/>
                    <a:pt x="164" y="99"/>
                  </a:cubicBezTo>
                  <a:close/>
                  <a:moveTo>
                    <a:pt x="123" y="22"/>
                  </a:moveTo>
                  <a:cubicBezTo>
                    <a:pt x="121" y="22"/>
                    <a:pt x="119" y="20"/>
                    <a:pt x="119" y="18"/>
                  </a:cubicBezTo>
                  <a:cubicBezTo>
                    <a:pt x="119" y="13"/>
                    <a:pt x="114" y="9"/>
                    <a:pt x="108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1" y="9"/>
                    <a:pt x="66" y="13"/>
                    <a:pt x="66" y="18"/>
                  </a:cubicBezTo>
                  <a:cubicBezTo>
                    <a:pt x="66" y="20"/>
                    <a:pt x="64" y="22"/>
                    <a:pt x="62" y="22"/>
                  </a:cubicBezTo>
                  <a:cubicBezTo>
                    <a:pt x="60" y="22"/>
                    <a:pt x="58" y="20"/>
                    <a:pt x="58" y="18"/>
                  </a:cubicBezTo>
                  <a:cubicBezTo>
                    <a:pt x="58" y="8"/>
                    <a:pt x="67" y="0"/>
                    <a:pt x="77" y="0"/>
                  </a:cubicBezTo>
                  <a:cubicBezTo>
                    <a:pt x="108" y="0"/>
                    <a:pt x="108" y="0"/>
                    <a:pt x="108" y="0"/>
                  </a:cubicBezTo>
                  <a:cubicBezTo>
                    <a:pt x="119" y="0"/>
                    <a:pt x="127" y="8"/>
                    <a:pt x="127" y="18"/>
                  </a:cubicBezTo>
                  <a:cubicBezTo>
                    <a:pt x="127" y="20"/>
                    <a:pt x="126" y="22"/>
                    <a:pt x="123" y="22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1DED1E86-6E3D-2D4B-A5DD-A41DD0E42271}"/>
              </a:ext>
            </a:extLst>
          </p:cNvPr>
          <p:cNvGrpSpPr/>
          <p:nvPr/>
        </p:nvGrpSpPr>
        <p:grpSpPr>
          <a:xfrm>
            <a:off x="10439400" y="1120775"/>
            <a:ext cx="1066800" cy="1068387"/>
            <a:chOff x="10439400" y="1120775"/>
            <a:chExt cx="1066800" cy="1068387"/>
          </a:xfrm>
        </p:grpSpPr>
        <p:sp>
          <p:nvSpPr>
            <p:cNvPr id="401" name="Google Shape;401;p22"/>
            <p:cNvSpPr/>
            <p:nvPr/>
          </p:nvSpPr>
          <p:spPr>
            <a:xfrm>
              <a:off x="10439400" y="1120775"/>
              <a:ext cx="1066800" cy="1068387"/>
            </a:xfrm>
            <a:prstGeom prst="ellipse">
              <a:avLst/>
            </a:pr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22"/>
            <p:cNvSpPr/>
            <p:nvPr/>
          </p:nvSpPr>
          <p:spPr>
            <a:xfrm>
              <a:off x="10641012" y="1357312"/>
              <a:ext cx="665162" cy="598487"/>
            </a:xfrm>
            <a:custGeom>
              <a:avLst/>
              <a:gdLst/>
              <a:ahLst/>
              <a:cxnLst/>
              <a:rect l="l" t="t" r="r" b="b"/>
              <a:pathLst>
                <a:path w="189" h="170" extrusionOk="0">
                  <a:moveTo>
                    <a:pt x="41" y="77"/>
                  </a:moveTo>
                  <a:cubicBezTo>
                    <a:pt x="36" y="77"/>
                    <a:pt x="31" y="82"/>
                    <a:pt x="31" y="87"/>
                  </a:cubicBezTo>
                  <a:cubicBezTo>
                    <a:pt x="31" y="131"/>
                    <a:pt x="31" y="131"/>
                    <a:pt x="31" y="131"/>
                  </a:cubicBezTo>
                  <a:cubicBezTo>
                    <a:pt x="31" y="136"/>
                    <a:pt x="36" y="141"/>
                    <a:pt x="41" y="141"/>
                  </a:cubicBezTo>
                  <a:cubicBezTo>
                    <a:pt x="52" y="141"/>
                    <a:pt x="52" y="141"/>
                    <a:pt x="52" y="141"/>
                  </a:cubicBezTo>
                  <a:cubicBezTo>
                    <a:pt x="58" y="141"/>
                    <a:pt x="62" y="136"/>
                    <a:pt x="62" y="131"/>
                  </a:cubicBezTo>
                  <a:cubicBezTo>
                    <a:pt x="62" y="87"/>
                    <a:pt x="62" y="87"/>
                    <a:pt x="62" y="87"/>
                  </a:cubicBezTo>
                  <a:cubicBezTo>
                    <a:pt x="62" y="82"/>
                    <a:pt x="58" y="77"/>
                    <a:pt x="52" y="77"/>
                  </a:cubicBezTo>
                  <a:lnTo>
                    <a:pt x="41" y="77"/>
                  </a:lnTo>
                  <a:close/>
                  <a:moveTo>
                    <a:pt x="54" y="87"/>
                  </a:moveTo>
                  <a:cubicBezTo>
                    <a:pt x="54" y="131"/>
                    <a:pt x="54" y="131"/>
                    <a:pt x="54" y="131"/>
                  </a:cubicBezTo>
                  <a:cubicBezTo>
                    <a:pt x="54" y="132"/>
                    <a:pt x="53" y="133"/>
                    <a:pt x="52" y="133"/>
                  </a:cubicBezTo>
                  <a:cubicBezTo>
                    <a:pt x="41" y="133"/>
                    <a:pt x="41" y="133"/>
                    <a:pt x="41" y="133"/>
                  </a:cubicBezTo>
                  <a:cubicBezTo>
                    <a:pt x="40" y="133"/>
                    <a:pt x="39" y="132"/>
                    <a:pt x="39" y="131"/>
                  </a:cubicBezTo>
                  <a:cubicBezTo>
                    <a:pt x="39" y="87"/>
                    <a:pt x="39" y="87"/>
                    <a:pt x="39" y="87"/>
                  </a:cubicBezTo>
                  <a:cubicBezTo>
                    <a:pt x="39" y="86"/>
                    <a:pt x="40" y="85"/>
                    <a:pt x="41" y="85"/>
                  </a:cubicBezTo>
                  <a:cubicBezTo>
                    <a:pt x="52" y="85"/>
                    <a:pt x="52" y="85"/>
                    <a:pt x="52" y="85"/>
                  </a:cubicBezTo>
                  <a:cubicBezTo>
                    <a:pt x="53" y="85"/>
                    <a:pt x="54" y="86"/>
                    <a:pt x="54" y="87"/>
                  </a:cubicBezTo>
                  <a:close/>
                  <a:moveTo>
                    <a:pt x="80" y="62"/>
                  </a:moveTo>
                  <a:cubicBezTo>
                    <a:pt x="74" y="62"/>
                    <a:pt x="69" y="66"/>
                    <a:pt x="69" y="72"/>
                  </a:cubicBezTo>
                  <a:cubicBezTo>
                    <a:pt x="69" y="131"/>
                    <a:pt x="69" y="131"/>
                    <a:pt x="69" y="131"/>
                  </a:cubicBezTo>
                  <a:cubicBezTo>
                    <a:pt x="69" y="136"/>
                    <a:pt x="74" y="141"/>
                    <a:pt x="80" y="141"/>
                  </a:cubicBezTo>
                  <a:cubicBezTo>
                    <a:pt x="90" y="141"/>
                    <a:pt x="90" y="141"/>
                    <a:pt x="90" y="141"/>
                  </a:cubicBezTo>
                  <a:cubicBezTo>
                    <a:pt x="96" y="141"/>
                    <a:pt x="101" y="136"/>
                    <a:pt x="101" y="131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6"/>
                    <a:pt x="96" y="62"/>
                    <a:pt x="90" y="62"/>
                  </a:cubicBezTo>
                  <a:lnTo>
                    <a:pt x="80" y="62"/>
                  </a:lnTo>
                  <a:close/>
                  <a:moveTo>
                    <a:pt x="92" y="72"/>
                  </a:moveTo>
                  <a:cubicBezTo>
                    <a:pt x="92" y="131"/>
                    <a:pt x="92" y="131"/>
                    <a:pt x="92" y="131"/>
                  </a:cubicBezTo>
                  <a:cubicBezTo>
                    <a:pt x="92" y="132"/>
                    <a:pt x="91" y="133"/>
                    <a:pt x="90" y="133"/>
                  </a:cubicBezTo>
                  <a:cubicBezTo>
                    <a:pt x="80" y="133"/>
                    <a:pt x="80" y="133"/>
                    <a:pt x="80" y="133"/>
                  </a:cubicBezTo>
                  <a:cubicBezTo>
                    <a:pt x="78" y="133"/>
                    <a:pt x="77" y="132"/>
                    <a:pt x="77" y="131"/>
                  </a:cubicBezTo>
                  <a:cubicBezTo>
                    <a:pt x="77" y="72"/>
                    <a:pt x="77" y="72"/>
                    <a:pt x="77" y="72"/>
                  </a:cubicBezTo>
                  <a:cubicBezTo>
                    <a:pt x="77" y="71"/>
                    <a:pt x="78" y="70"/>
                    <a:pt x="80" y="70"/>
                  </a:cubicBezTo>
                  <a:cubicBezTo>
                    <a:pt x="90" y="70"/>
                    <a:pt x="90" y="70"/>
                    <a:pt x="90" y="70"/>
                  </a:cubicBezTo>
                  <a:cubicBezTo>
                    <a:pt x="91" y="70"/>
                    <a:pt x="92" y="71"/>
                    <a:pt x="92" y="72"/>
                  </a:cubicBezTo>
                  <a:close/>
                  <a:moveTo>
                    <a:pt x="118" y="49"/>
                  </a:moveTo>
                  <a:cubicBezTo>
                    <a:pt x="112" y="49"/>
                    <a:pt x="108" y="53"/>
                    <a:pt x="108" y="59"/>
                  </a:cubicBezTo>
                  <a:cubicBezTo>
                    <a:pt x="108" y="131"/>
                    <a:pt x="108" y="131"/>
                    <a:pt x="108" y="131"/>
                  </a:cubicBezTo>
                  <a:cubicBezTo>
                    <a:pt x="108" y="136"/>
                    <a:pt x="112" y="141"/>
                    <a:pt x="118" y="141"/>
                  </a:cubicBezTo>
                  <a:cubicBezTo>
                    <a:pt x="129" y="141"/>
                    <a:pt x="129" y="141"/>
                    <a:pt x="129" y="141"/>
                  </a:cubicBezTo>
                  <a:cubicBezTo>
                    <a:pt x="134" y="141"/>
                    <a:pt x="139" y="136"/>
                    <a:pt x="139" y="131"/>
                  </a:cubicBezTo>
                  <a:cubicBezTo>
                    <a:pt x="139" y="59"/>
                    <a:pt x="139" y="59"/>
                    <a:pt x="139" y="59"/>
                  </a:cubicBezTo>
                  <a:cubicBezTo>
                    <a:pt x="139" y="53"/>
                    <a:pt x="134" y="49"/>
                    <a:pt x="129" y="49"/>
                  </a:cubicBezTo>
                  <a:lnTo>
                    <a:pt x="118" y="49"/>
                  </a:lnTo>
                  <a:close/>
                  <a:moveTo>
                    <a:pt x="131" y="59"/>
                  </a:moveTo>
                  <a:cubicBezTo>
                    <a:pt x="131" y="131"/>
                    <a:pt x="131" y="131"/>
                    <a:pt x="131" y="131"/>
                  </a:cubicBezTo>
                  <a:cubicBezTo>
                    <a:pt x="131" y="132"/>
                    <a:pt x="130" y="133"/>
                    <a:pt x="129" y="133"/>
                  </a:cubicBezTo>
                  <a:cubicBezTo>
                    <a:pt x="118" y="133"/>
                    <a:pt x="118" y="133"/>
                    <a:pt x="118" y="133"/>
                  </a:cubicBezTo>
                  <a:cubicBezTo>
                    <a:pt x="117" y="133"/>
                    <a:pt x="116" y="132"/>
                    <a:pt x="116" y="131"/>
                  </a:cubicBezTo>
                  <a:cubicBezTo>
                    <a:pt x="116" y="59"/>
                    <a:pt x="116" y="59"/>
                    <a:pt x="116" y="59"/>
                  </a:cubicBezTo>
                  <a:cubicBezTo>
                    <a:pt x="116" y="58"/>
                    <a:pt x="117" y="57"/>
                    <a:pt x="118" y="57"/>
                  </a:cubicBezTo>
                  <a:cubicBezTo>
                    <a:pt x="129" y="57"/>
                    <a:pt x="129" y="57"/>
                    <a:pt x="129" y="57"/>
                  </a:cubicBezTo>
                  <a:cubicBezTo>
                    <a:pt x="130" y="57"/>
                    <a:pt x="131" y="58"/>
                    <a:pt x="131" y="59"/>
                  </a:cubicBezTo>
                  <a:close/>
                  <a:moveTo>
                    <a:pt x="146" y="45"/>
                  </a:moveTo>
                  <a:cubicBezTo>
                    <a:pt x="146" y="131"/>
                    <a:pt x="146" y="131"/>
                    <a:pt x="146" y="131"/>
                  </a:cubicBezTo>
                  <a:cubicBezTo>
                    <a:pt x="146" y="136"/>
                    <a:pt x="151" y="141"/>
                    <a:pt x="156" y="141"/>
                  </a:cubicBezTo>
                  <a:cubicBezTo>
                    <a:pt x="167" y="141"/>
                    <a:pt x="167" y="141"/>
                    <a:pt x="167" y="141"/>
                  </a:cubicBezTo>
                  <a:cubicBezTo>
                    <a:pt x="173" y="141"/>
                    <a:pt x="177" y="136"/>
                    <a:pt x="177" y="131"/>
                  </a:cubicBezTo>
                  <a:cubicBezTo>
                    <a:pt x="177" y="45"/>
                    <a:pt x="177" y="45"/>
                    <a:pt x="177" y="45"/>
                  </a:cubicBezTo>
                  <a:cubicBezTo>
                    <a:pt x="177" y="40"/>
                    <a:pt x="173" y="35"/>
                    <a:pt x="167" y="35"/>
                  </a:cubicBezTo>
                  <a:cubicBezTo>
                    <a:pt x="156" y="35"/>
                    <a:pt x="156" y="35"/>
                    <a:pt x="156" y="35"/>
                  </a:cubicBezTo>
                  <a:cubicBezTo>
                    <a:pt x="151" y="35"/>
                    <a:pt x="146" y="40"/>
                    <a:pt x="146" y="45"/>
                  </a:cubicBezTo>
                  <a:close/>
                  <a:moveTo>
                    <a:pt x="169" y="45"/>
                  </a:moveTo>
                  <a:cubicBezTo>
                    <a:pt x="169" y="131"/>
                    <a:pt x="169" y="131"/>
                    <a:pt x="169" y="131"/>
                  </a:cubicBezTo>
                  <a:cubicBezTo>
                    <a:pt x="169" y="132"/>
                    <a:pt x="168" y="133"/>
                    <a:pt x="167" y="133"/>
                  </a:cubicBezTo>
                  <a:cubicBezTo>
                    <a:pt x="156" y="133"/>
                    <a:pt x="156" y="133"/>
                    <a:pt x="156" y="133"/>
                  </a:cubicBezTo>
                  <a:cubicBezTo>
                    <a:pt x="155" y="133"/>
                    <a:pt x="154" y="132"/>
                    <a:pt x="154" y="131"/>
                  </a:cubicBezTo>
                  <a:cubicBezTo>
                    <a:pt x="154" y="45"/>
                    <a:pt x="154" y="45"/>
                    <a:pt x="154" y="45"/>
                  </a:cubicBezTo>
                  <a:cubicBezTo>
                    <a:pt x="154" y="44"/>
                    <a:pt x="155" y="43"/>
                    <a:pt x="156" y="43"/>
                  </a:cubicBezTo>
                  <a:cubicBezTo>
                    <a:pt x="167" y="43"/>
                    <a:pt x="167" y="43"/>
                    <a:pt x="167" y="43"/>
                  </a:cubicBezTo>
                  <a:cubicBezTo>
                    <a:pt x="168" y="43"/>
                    <a:pt x="169" y="44"/>
                    <a:pt x="169" y="45"/>
                  </a:cubicBezTo>
                  <a:close/>
                  <a:moveTo>
                    <a:pt x="98" y="34"/>
                  </a:moveTo>
                  <a:cubicBezTo>
                    <a:pt x="123" y="24"/>
                    <a:pt x="148" y="10"/>
                    <a:pt x="148" y="9"/>
                  </a:cubicBezTo>
                  <a:cubicBezTo>
                    <a:pt x="144" y="0"/>
                    <a:pt x="144" y="0"/>
                    <a:pt x="144" y="0"/>
                  </a:cubicBezTo>
                  <a:cubicBezTo>
                    <a:pt x="152" y="4"/>
                    <a:pt x="152" y="4"/>
                    <a:pt x="152" y="4"/>
                  </a:cubicBezTo>
                  <a:cubicBezTo>
                    <a:pt x="161" y="7"/>
                    <a:pt x="161" y="7"/>
                    <a:pt x="161" y="7"/>
                  </a:cubicBezTo>
                  <a:cubicBezTo>
                    <a:pt x="159" y="17"/>
                    <a:pt x="159" y="17"/>
                    <a:pt x="159" y="17"/>
                  </a:cubicBezTo>
                  <a:cubicBezTo>
                    <a:pt x="156" y="26"/>
                    <a:pt x="156" y="26"/>
                    <a:pt x="156" y="26"/>
                  </a:cubicBezTo>
                  <a:cubicBezTo>
                    <a:pt x="152" y="17"/>
                    <a:pt x="152" y="17"/>
                    <a:pt x="152" y="17"/>
                  </a:cubicBezTo>
                  <a:cubicBezTo>
                    <a:pt x="148" y="19"/>
                    <a:pt x="125" y="32"/>
                    <a:pt x="101" y="41"/>
                  </a:cubicBezTo>
                  <a:cubicBezTo>
                    <a:pt x="73" y="52"/>
                    <a:pt x="37" y="59"/>
                    <a:pt x="37" y="60"/>
                  </a:cubicBezTo>
                  <a:cubicBezTo>
                    <a:pt x="37" y="60"/>
                    <a:pt x="36" y="60"/>
                    <a:pt x="36" y="60"/>
                  </a:cubicBezTo>
                  <a:cubicBezTo>
                    <a:pt x="34" y="60"/>
                    <a:pt x="33" y="58"/>
                    <a:pt x="32" y="56"/>
                  </a:cubicBezTo>
                  <a:cubicBezTo>
                    <a:pt x="32" y="54"/>
                    <a:pt x="33" y="52"/>
                    <a:pt x="35" y="52"/>
                  </a:cubicBezTo>
                  <a:cubicBezTo>
                    <a:pt x="36" y="52"/>
                    <a:pt x="70" y="44"/>
                    <a:pt x="98" y="34"/>
                  </a:cubicBezTo>
                  <a:close/>
                  <a:moveTo>
                    <a:pt x="189" y="156"/>
                  </a:moveTo>
                  <a:cubicBezTo>
                    <a:pt x="183" y="163"/>
                    <a:pt x="183" y="163"/>
                    <a:pt x="183" y="163"/>
                  </a:cubicBezTo>
                  <a:cubicBezTo>
                    <a:pt x="177" y="170"/>
                    <a:pt x="177" y="170"/>
                    <a:pt x="177" y="170"/>
                  </a:cubicBezTo>
                  <a:cubicBezTo>
                    <a:pt x="177" y="160"/>
                    <a:pt x="177" y="160"/>
                    <a:pt x="177" y="160"/>
                  </a:cubicBezTo>
                  <a:cubicBezTo>
                    <a:pt x="16" y="160"/>
                    <a:pt x="16" y="160"/>
                    <a:pt x="16" y="160"/>
                  </a:cubicBezTo>
                  <a:cubicBezTo>
                    <a:pt x="14" y="160"/>
                    <a:pt x="12" y="158"/>
                    <a:pt x="12" y="15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20" y="27"/>
                    <a:pt x="20" y="27"/>
                    <a:pt x="20" y="27"/>
                  </a:cubicBezTo>
                  <a:cubicBezTo>
                    <a:pt x="20" y="152"/>
                    <a:pt x="20" y="152"/>
                    <a:pt x="20" y="152"/>
                  </a:cubicBezTo>
                  <a:cubicBezTo>
                    <a:pt x="177" y="152"/>
                    <a:pt x="177" y="152"/>
                    <a:pt x="177" y="152"/>
                  </a:cubicBezTo>
                  <a:cubicBezTo>
                    <a:pt x="177" y="142"/>
                    <a:pt x="177" y="142"/>
                    <a:pt x="177" y="142"/>
                  </a:cubicBezTo>
                  <a:cubicBezTo>
                    <a:pt x="183" y="149"/>
                    <a:pt x="183" y="149"/>
                    <a:pt x="183" y="149"/>
                  </a:cubicBezTo>
                  <a:lnTo>
                    <a:pt x="189" y="156"/>
                  </a:ln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1CFE7B05-0093-A84B-B923-BEFF07C74D63}"/>
              </a:ext>
            </a:extLst>
          </p:cNvPr>
          <p:cNvGrpSpPr/>
          <p:nvPr/>
        </p:nvGrpSpPr>
        <p:grpSpPr>
          <a:xfrm>
            <a:off x="685800" y="1120775"/>
            <a:ext cx="1066800" cy="1068387"/>
            <a:chOff x="685800" y="1120775"/>
            <a:chExt cx="1066800" cy="1068387"/>
          </a:xfrm>
        </p:grpSpPr>
        <p:sp>
          <p:nvSpPr>
            <p:cNvPr id="397" name="Google Shape;397;p22"/>
            <p:cNvSpPr/>
            <p:nvPr/>
          </p:nvSpPr>
          <p:spPr>
            <a:xfrm>
              <a:off x="685800" y="1120775"/>
              <a:ext cx="1066800" cy="1068387"/>
            </a:xfrm>
            <a:prstGeom prst="ellipse">
              <a:avLst/>
            </a:prstGeom>
            <a:solidFill>
              <a:srgbClr val="EDE9E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22"/>
            <p:cNvSpPr/>
            <p:nvPr/>
          </p:nvSpPr>
          <p:spPr>
            <a:xfrm>
              <a:off x="900112" y="1276350"/>
              <a:ext cx="650875" cy="760412"/>
            </a:xfrm>
            <a:custGeom>
              <a:avLst/>
              <a:gdLst/>
              <a:ahLst/>
              <a:cxnLst/>
              <a:rect l="l" t="t" r="r" b="b"/>
              <a:pathLst>
                <a:path w="185" h="216" extrusionOk="0">
                  <a:moveTo>
                    <a:pt x="106" y="216"/>
                  </a:moveTo>
                  <a:cubicBezTo>
                    <a:pt x="76" y="216"/>
                    <a:pt x="76" y="216"/>
                    <a:pt x="76" y="216"/>
                  </a:cubicBezTo>
                  <a:cubicBezTo>
                    <a:pt x="74" y="216"/>
                    <a:pt x="72" y="214"/>
                    <a:pt x="72" y="212"/>
                  </a:cubicBezTo>
                  <a:cubicBezTo>
                    <a:pt x="72" y="210"/>
                    <a:pt x="74" y="208"/>
                    <a:pt x="76" y="208"/>
                  </a:cubicBezTo>
                  <a:cubicBezTo>
                    <a:pt x="106" y="208"/>
                    <a:pt x="106" y="208"/>
                    <a:pt x="106" y="208"/>
                  </a:cubicBezTo>
                  <a:cubicBezTo>
                    <a:pt x="108" y="208"/>
                    <a:pt x="110" y="210"/>
                    <a:pt x="110" y="212"/>
                  </a:cubicBezTo>
                  <a:cubicBezTo>
                    <a:pt x="110" y="214"/>
                    <a:pt x="108" y="216"/>
                    <a:pt x="106" y="216"/>
                  </a:cubicBezTo>
                  <a:close/>
                  <a:moveTo>
                    <a:pt x="115" y="202"/>
                  </a:moveTo>
                  <a:cubicBezTo>
                    <a:pt x="68" y="202"/>
                    <a:pt x="68" y="202"/>
                    <a:pt x="68" y="202"/>
                  </a:cubicBezTo>
                  <a:cubicBezTo>
                    <a:pt x="66" y="202"/>
                    <a:pt x="64" y="200"/>
                    <a:pt x="64" y="198"/>
                  </a:cubicBezTo>
                  <a:cubicBezTo>
                    <a:pt x="64" y="196"/>
                    <a:pt x="66" y="194"/>
                    <a:pt x="68" y="194"/>
                  </a:cubicBezTo>
                  <a:cubicBezTo>
                    <a:pt x="115" y="194"/>
                    <a:pt x="115" y="194"/>
                    <a:pt x="115" y="194"/>
                  </a:cubicBezTo>
                  <a:cubicBezTo>
                    <a:pt x="117" y="194"/>
                    <a:pt x="119" y="196"/>
                    <a:pt x="119" y="198"/>
                  </a:cubicBezTo>
                  <a:cubicBezTo>
                    <a:pt x="119" y="200"/>
                    <a:pt x="117" y="202"/>
                    <a:pt x="115" y="202"/>
                  </a:cubicBezTo>
                  <a:close/>
                  <a:moveTo>
                    <a:pt x="91" y="187"/>
                  </a:moveTo>
                  <a:cubicBezTo>
                    <a:pt x="82" y="187"/>
                    <a:pt x="74" y="187"/>
                    <a:pt x="73" y="187"/>
                  </a:cubicBezTo>
                  <a:cubicBezTo>
                    <a:pt x="73" y="187"/>
                    <a:pt x="73" y="187"/>
                    <a:pt x="73" y="187"/>
                  </a:cubicBezTo>
                  <a:cubicBezTo>
                    <a:pt x="65" y="187"/>
                    <a:pt x="61" y="184"/>
                    <a:pt x="59" y="176"/>
                  </a:cubicBezTo>
                  <a:cubicBezTo>
                    <a:pt x="59" y="173"/>
                    <a:pt x="58" y="170"/>
                    <a:pt x="58" y="167"/>
                  </a:cubicBezTo>
                  <a:cubicBezTo>
                    <a:pt x="58" y="163"/>
                    <a:pt x="58" y="159"/>
                    <a:pt x="56" y="156"/>
                  </a:cubicBezTo>
                  <a:cubicBezTo>
                    <a:pt x="50" y="145"/>
                    <a:pt x="46" y="137"/>
                    <a:pt x="40" y="125"/>
                  </a:cubicBezTo>
                  <a:cubicBezTo>
                    <a:pt x="34" y="113"/>
                    <a:pt x="28" y="96"/>
                    <a:pt x="32" y="80"/>
                  </a:cubicBezTo>
                  <a:cubicBezTo>
                    <a:pt x="37" y="59"/>
                    <a:pt x="59" y="39"/>
                    <a:pt x="91" y="38"/>
                  </a:cubicBezTo>
                  <a:cubicBezTo>
                    <a:pt x="123" y="39"/>
                    <a:pt x="145" y="59"/>
                    <a:pt x="150" y="80"/>
                  </a:cubicBezTo>
                  <a:cubicBezTo>
                    <a:pt x="154" y="96"/>
                    <a:pt x="148" y="113"/>
                    <a:pt x="142" y="125"/>
                  </a:cubicBezTo>
                  <a:cubicBezTo>
                    <a:pt x="136" y="137"/>
                    <a:pt x="131" y="145"/>
                    <a:pt x="125" y="156"/>
                  </a:cubicBezTo>
                  <a:cubicBezTo>
                    <a:pt x="123" y="159"/>
                    <a:pt x="123" y="163"/>
                    <a:pt x="123" y="167"/>
                  </a:cubicBezTo>
                  <a:cubicBezTo>
                    <a:pt x="123" y="170"/>
                    <a:pt x="123" y="173"/>
                    <a:pt x="122" y="176"/>
                  </a:cubicBezTo>
                  <a:cubicBezTo>
                    <a:pt x="121" y="184"/>
                    <a:pt x="117" y="187"/>
                    <a:pt x="108" y="187"/>
                  </a:cubicBezTo>
                  <a:cubicBezTo>
                    <a:pt x="108" y="187"/>
                    <a:pt x="100" y="187"/>
                    <a:pt x="91" y="187"/>
                  </a:cubicBezTo>
                  <a:close/>
                  <a:moveTo>
                    <a:pt x="73" y="179"/>
                  </a:moveTo>
                  <a:cubicBezTo>
                    <a:pt x="74" y="179"/>
                    <a:pt x="107" y="179"/>
                    <a:pt x="108" y="179"/>
                  </a:cubicBezTo>
                  <a:cubicBezTo>
                    <a:pt x="113" y="179"/>
                    <a:pt x="114" y="178"/>
                    <a:pt x="114" y="175"/>
                  </a:cubicBezTo>
                  <a:cubicBezTo>
                    <a:pt x="115" y="172"/>
                    <a:pt x="115" y="170"/>
                    <a:pt x="115" y="167"/>
                  </a:cubicBezTo>
                  <a:cubicBezTo>
                    <a:pt x="115" y="162"/>
                    <a:pt x="115" y="157"/>
                    <a:pt x="118" y="152"/>
                  </a:cubicBezTo>
                  <a:cubicBezTo>
                    <a:pt x="124" y="141"/>
                    <a:pt x="128" y="133"/>
                    <a:pt x="134" y="121"/>
                  </a:cubicBezTo>
                  <a:cubicBezTo>
                    <a:pt x="139" y="113"/>
                    <a:pt x="146" y="97"/>
                    <a:pt x="142" y="82"/>
                  </a:cubicBezTo>
                  <a:cubicBezTo>
                    <a:pt x="138" y="65"/>
                    <a:pt x="118" y="47"/>
                    <a:pt x="91" y="47"/>
                  </a:cubicBezTo>
                  <a:cubicBezTo>
                    <a:pt x="63" y="47"/>
                    <a:pt x="44" y="65"/>
                    <a:pt x="40" y="82"/>
                  </a:cubicBezTo>
                  <a:cubicBezTo>
                    <a:pt x="36" y="97"/>
                    <a:pt x="43" y="113"/>
                    <a:pt x="47" y="121"/>
                  </a:cubicBezTo>
                  <a:cubicBezTo>
                    <a:pt x="53" y="133"/>
                    <a:pt x="57" y="141"/>
                    <a:pt x="63" y="152"/>
                  </a:cubicBezTo>
                  <a:cubicBezTo>
                    <a:pt x="66" y="157"/>
                    <a:pt x="66" y="162"/>
                    <a:pt x="66" y="167"/>
                  </a:cubicBezTo>
                  <a:cubicBezTo>
                    <a:pt x="67" y="170"/>
                    <a:pt x="67" y="172"/>
                    <a:pt x="67" y="175"/>
                  </a:cubicBezTo>
                  <a:cubicBezTo>
                    <a:pt x="68" y="178"/>
                    <a:pt x="68" y="179"/>
                    <a:pt x="73" y="179"/>
                  </a:cubicBezTo>
                  <a:cubicBezTo>
                    <a:pt x="73" y="179"/>
                    <a:pt x="73" y="179"/>
                    <a:pt x="73" y="179"/>
                  </a:cubicBezTo>
                  <a:close/>
                  <a:moveTo>
                    <a:pt x="20" y="99"/>
                  </a:moveTo>
                  <a:cubicBezTo>
                    <a:pt x="4" y="99"/>
                    <a:pt x="4" y="99"/>
                    <a:pt x="4" y="99"/>
                  </a:cubicBezTo>
                  <a:cubicBezTo>
                    <a:pt x="2" y="99"/>
                    <a:pt x="0" y="97"/>
                    <a:pt x="0" y="95"/>
                  </a:cubicBezTo>
                  <a:cubicBezTo>
                    <a:pt x="0" y="93"/>
                    <a:pt x="2" y="91"/>
                    <a:pt x="4" y="91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2" y="91"/>
                    <a:pt x="24" y="93"/>
                    <a:pt x="24" y="95"/>
                  </a:cubicBezTo>
                  <a:cubicBezTo>
                    <a:pt x="24" y="97"/>
                    <a:pt x="22" y="99"/>
                    <a:pt x="20" y="99"/>
                  </a:cubicBezTo>
                  <a:close/>
                  <a:moveTo>
                    <a:pt x="181" y="96"/>
                  </a:moveTo>
                  <a:cubicBezTo>
                    <a:pt x="161" y="96"/>
                    <a:pt x="161" y="96"/>
                    <a:pt x="161" y="96"/>
                  </a:cubicBezTo>
                  <a:cubicBezTo>
                    <a:pt x="159" y="96"/>
                    <a:pt x="157" y="94"/>
                    <a:pt x="157" y="92"/>
                  </a:cubicBezTo>
                  <a:cubicBezTo>
                    <a:pt x="157" y="90"/>
                    <a:pt x="159" y="88"/>
                    <a:pt x="161" y="88"/>
                  </a:cubicBezTo>
                  <a:cubicBezTo>
                    <a:pt x="181" y="88"/>
                    <a:pt x="181" y="88"/>
                    <a:pt x="181" y="88"/>
                  </a:cubicBezTo>
                  <a:cubicBezTo>
                    <a:pt x="183" y="88"/>
                    <a:pt x="185" y="90"/>
                    <a:pt x="185" y="92"/>
                  </a:cubicBezTo>
                  <a:cubicBezTo>
                    <a:pt x="185" y="94"/>
                    <a:pt x="183" y="96"/>
                    <a:pt x="181" y="96"/>
                  </a:cubicBezTo>
                  <a:close/>
                  <a:moveTo>
                    <a:pt x="55" y="93"/>
                  </a:moveTo>
                  <a:cubicBezTo>
                    <a:pt x="54" y="93"/>
                    <a:pt x="54" y="93"/>
                    <a:pt x="54" y="93"/>
                  </a:cubicBezTo>
                  <a:cubicBezTo>
                    <a:pt x="51" y="92"/>
                    <a:pt x="50" y="90"/>
                    <a:pt x="51" y="88"/>
                  </a:cubicBezTo>
                  <a:cubicBezTo>
                    <a:pt x="54" y="73"/>
                    <a:pt x="70" y="58"/>
                    <a:pt x="93" y="58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5" y="58"/>
                    <a:pt x="97" y="60"/>
                    <a:pt x="97" y="62"/>
                  </a:cubicBezTo>
                  <a:cubicBezTo>
                    <a:pt x="97" y="64"/>
                    <a:pt x="95" y="66"/>
                    <a:pt x="93" y="66"/>
                  </a:cubicBezTo>
                  <a:cubicBezTo>
                    <a:pt x="74" y="66"/>
                    <a:pt x="61" y="78"/>
                    <a:pt x="58" y="90"/>
                  </a:cubicBezTo>
                  <a:cubicBezTo>
                    <a:pt x="58" y="92"/>
                    <a:pt x="56" y="93"/>
                    <a:pt x="55" y="93"/>
                  </a:cubicBezTo>
                  <a:close/>
                  <a:moveTo>
                    <a:pt x="142" y="49"/>
                  </a:moveTo>
                  <a:cubicBezTo>
                    <a:pt x="141" y="49"/>
                    <a:pt x="140" y="48"/>
                    <a:pt x="139" y="48"/>
                  </a:cubicBezTo>
                  <a:cubicBezTo>
                    <a:pt x="138" y="46"/>
                    <a:pt x="138" y="44"/>
                    <a:pt x="139" y="42"/>
                  </a:cubicBezTo>
                  <a:cubicBezTo>
                    <a:pt x="153" y="28"/>
                    <a:pt x="153" y="28"/>
                    <a:pt x="153" y="28"/>
                  </a:cubicBezTo>
                  <a:cubicBezTo>
                    <a:pt x="155" y="27"/>
                    <a:pt x="157" y="27"/>
                    <a:pt x="159" y="28"/>
                  </a:cubicBezTo>
                  <a:cubicBezTo>
                    <a:pt x="160" y="30"/>
                    <a:pt x="160" y="32"/>
                    <a:pt x="159" y="34"/>
                  </a:cubicBezTo>
                  <a:cubicBezTo>
                    <a:pt x="145" y="48"/>
                    <a:pt x="145" y="48"/>
                    <a:pt x="145" y="48"/>
                  </a:cubicBezTo>
                  <a:cubicBezTo>
                    <a:pt x="144" y="48"/>
                    <a:pt x="143" y="49"/>
                    <a:pt x="142" y="49"/>
                  </a:cubicBezTo>
                  <a:close/>
                  <a:moveTo>
                    <a:pt x="40" y="49"/>
                  </a:moveTo>
                  <a:cubicBezTo>
                    <a:pt x="39" y="49"/>
                    <a:pt x="38" y="48"/>
                    <a:pt x="37" y="48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2" y="32"/>
                    <a:pt x="22" y="30"/>
                    <a:pt x="24" y="28"/>
                  </a:cubicBezTo>
                  <a:cubicBezTo>
                    <a:pt x="25" y="27"/>
                    <a:pt x="28" y="27"/>
                    <a:pt x="30" y="28"/>
                  </a:cubicBezTo>
                  <a:cubicBezTo>
                    <a:pt x="43" y="42"/>
                    <a:pt x="43" y="42"/>
                    <a:pt x="43" y="42"/>
                  </a:cubicBezTo>
                  <a:cubicBezTo>
                    <a:pt x="45" y="44"/>
                    <a:pt x="45" y="46"/>
                    <a:pt x="43" y="48"/>
                  </a:cubicBezTo>
                  <a:cubicBezTo>
                    <a:pt x="42" y="48"/>
                    <a:pt x="41" y="49"/>
                    <a:pt x="40" y="49"/>
                  </a:cubicBezTo>
                  <a:close/>
                  <a:moveTo>
                    <a:pt x="91" y="31"/>
                  </a:moveTo>
                  <a:cubicBezTo>
                    <a:pt x="88" y="31"/>
                    <a:pt x="87" y="29"/>
                    <a:pt x="87" y="27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2"/>
                    <a:pt x="88" y="0"/>
                    <a:pt x="91" y="0"/>
                  </a:cubicBezTo>
                  <a:cubicBezTo>
                    <a:pt x="93" y="0"/>
                    <a:pt x="95" y="2"/>
                    <a:pt x="95" y="4"/>
                  </a:cubicBezTo>
                  <a:cubicBezTo>
                    <a:pt x="95" y="27"/>
                    <a:pt x="95" y="27"/>
                    <a:pt x="95" y="27"/>
                  </a:cubicBezTo>
                  <a:cubicBezTo>
                    <a:pt x="95" y="29"/>
                    <a:pt x="93" y="31"/>
                    <a:pt x="91" y="31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9C965E07-4824-F949-99C2-259C1291ED20}"/>
              </a:ext>
            </a:extLst>
          </p:cNvPr>
          <p:cNvGrpSpPr/>
          <p:nvPr/>
        </p:nvGrpSpPr>
        <p:grpSpPr>
          <a:xfrm>
            <a:off x="7188200" y="1120775"/>
            <a:ext cx="1066800" cy="1068387"/>
            <a:chOff x="7188200" y="1120775"/>
            <a:chExt cx="1066800" cy="1068387"/>
          </a:xfrm>
        </p:grpSpPr>
        <p:sp>
          <p:nvSpPr>
            <p:cNvPr id="396" name="Google Shape;396;p22"/>
            <p:cNvSpPr/>
            <p:nvPr/>
          </p:nvSpPr>
          <p:spPr>
            <a:xfrm>
              <a:off x="7188200" y="1120775"/>
              <a:ext cx="1066800" cy="1068387"/>
            </a:xfrm>
            <a:prstGeom prst="ellipse">
              <a:avLst/>
            </a:prstGeom>
            <a:solidFill>
              <a:srgbClr val="FBDFD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22"/>
            <p:cNvSpPr/>
            <p:nvPr/>
          </p:nvSpPr>
          <p:spPr>
            <a:xfrm>
              <a:off x="7385050" y="1322387"/>
              <a:ext cx="673100" cy="654050"/>
            </a:xfrm>
            <a:custGeom>
              <a:avLst/>
              <a:gdLst/>
              <a:ahLst/>
              <a:cxnLst/>
              <a:rect l="l" t="t" r="r" b="b"/>
              <a:pathLst>
                <a:path w="191" h="186" extrusionOk="0">
                  <a:moveTo>
                    <a:pt x="114" y="9"/>
                  </a:moveTo>
                  <a:cubicBezTo>
                    <a:pt x="114" y="9"/>
                    <a:pt x="114" y="9"/>
                    <a:pt x="114" y="9"/>
                  </a:cubicBezTo>
                  <a:cubicBezTo>
                    <a:pt x="149" y="14"/>
                    <a:pt x="177" y="41"/>
                    <a:pt x="182" y="76"/>
                  </a:cubicBezTo>
                  <a:cubicBezTo>
                    <a:pt x="182" y="76"/>
                    <a:pt x="182" y="77"/>
                    <a:pt x="181" y="77"/>
                  </a:cubicBezTo>
                  <a:cubicBezTo>
                    <a:pt x="181" y="77"/>
                    <a:pt x="181" y="78"/>
                    <a:pt x="180" y="78"/>
                  </a:cubicBezTo>
                  <a:cubicBezTo>
                    <a:pt x="113" y="78"/>
                    <a:pt x="113" y="78"/>
                    <a:pt x="113" y="78"/>
                  </a:cubicBezTo>
                  <a:cubicBezTo>
                    <a:pt x="113" y="11"/>
                    <a:pt x="113" y="11"/>
                    <a:pt x="113" y="11"/>
                  </a:cubicBezTo>
                  <a:cubicBezTo>
                    <a:pt x="113" y="10"/>
                    <a:pt x="114" y="9"/>
                    <a:pt x="114" y="9"/>
                  </a:cubicBezTo>
                  <a:moveTo>
                    <a:pt x="81" y="21"/>
                  </a:moveTo>
                  <a:cubicBezTo>
                    <a:pt x="83" y="21"/>
                    <a:pt x="83" y="22"/>
                    <a:pt x="83" y="23"/>
                  </a:cubicBezTo>
                  <a:cubicBezTo>
                    <a:pt x="83" y="91"/>
                    <a:pt x="83" y="91"/>
                    <a:pt x="83" y="91"/>
                  </a:cubicBezTo>
                  <a:cubicBezTo>
                    <a:pt x="83" y="100"/>
                    <a:pt x="90" y="107"/>
                    <a:pt x="100" y="107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68" y="107"/>
                    <a:pt x="169" y="108"/>
                    <a:pt x="169" y="108"/>
                  </a:cubicBezTo>
                  <a:cubicBezTo>
                    <a:pt x="169" y="108"/>
                    <a:pt x="169" y="109"/>
                    <a:pt x="169" y="109"/>
                  </a:cubicBezTo>
                  <a:cubicBezTo>
                    <a:pt x="164" y="148"/>
                    <a:pt x="131" y="177"/>
                    <a:pt x="92" y="177"/>
                  </a:cubicBezTo>
                  <a:cubicBezTo>
                    <a:pt x="89" y="177"/>
                    <a:pt x="86" y="177"/>
                    <a:pt x="83" y="176"/>
                  </a:cubicBezTo>
                  <a:cubicBezTo>
                    <a:pt x="47" y="172"/>
                    <a:pt x="18" y="143"/>
                    <a:pt x="14" y="108"/>
                  </a:cubicBezTo>
                  <a:cubicBezTo>
                    <a:pt x="9" y="65"/>
                    <a:pt x="39" y="27"/>
                    <a:pt x="81" y="21"/>
                  </a:cubicBezTo>
                  <a:cubicBezTo>
                    <a:pt x="81" y="21"/>
                    <a:pt x="81" y="21"/>
                    <a:pt x="81" y="21"/>
                  </a:cubicBezTo>
                  <a:moveTo>
                    <a:pt x="114" y="0"/>
                  </a:moveTo>
                  <a:cubicBezTo>
                    <a:pt x="109" y="0"/>
                    <a:pt x="104" y="5"/>
                    <a:pt x="104" y="11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85"/>
                    <a:pt x="106" y="86"/>
                    <a:pt x="108" y="86"/>
                  </a:cubicBezTo>
                  <a:cubicBezTo>
                    <a:pt x="180" y="86"/>
                    <a:pt x="180" y="86"/>
                    <a:pt x="180" y="86"/>
                  </a:cubicBezTo>
                  <a:cubicBezTo>
                    <a:pt x="186" y="86"/>
                    <a:pt x="191" y="81"/>
                    <a:pt x="190" y="75"/>
                  </a:cubicBezTo>
                  <a:cubicBezTo>
                    <a:pt x="185" y="36"/>
                    <a:pt x="154" y="5"/>
                    <a:pt x="115" y="0"/>
                  </a:cubicBezTo>
                  <a:cubicBezTo>
                    <a:pt x="115" y="0"/>
                    <a:pt x="115" y="0"/>
                    <a:pt x="114" y="0"/>
                  </a:cubicBezTo>
                  <a:close/>
                  <a:moveTo>
                    <a:pt x="81" y="12"/>
                  </a:moveTo>
                  <a:cubicBezTo>
                    <a:pt x="81" y="12"/>
                    <a:pt x="80" y="12"/>
                    <a:pt x="80" y="12"/>
                  </a:cubicBezTo>
                  <a:cubicBezTo>
                    <a:pt x="34" y="19"/>
                    <a:pt x="0" y="60"/>
                    <a:pt x="5" y="109"/>
                  </a:cubicBezTo>
                  <a:cubicBezTo>
                    <a:pt x="10" y="148"/>
                    <a:pt x="42" y="181"/>
                    <a:pt x="82" y="185"/>
                  </a:cubicBezTo>
                  <a:cubicBezTo>
                    <a:pt x="85" y="185"/>
                    <a:pt x="89" y="186"/>
                    <a:pt x="92" y="186"/>
                  </a:cubicBezTo>
                  <a:cubicBezTo>
                    <a:pt x="136" y="186"/>
                    <a:pt x="172" y="153"/>
                    <a:pt x="178" y="111"/>
                  </a:cubicBezTo>
                  <a:cubicBezTo>
                    <a:pt x="179" y="104"/>
                    <a:pt x="174" y="99"/>
                    <a:pt x="168" y="99"/>
                  </a:cubicBezTo>
                  <a:cubicBezTo>
                    <a:pt x="100" y="99"/>
                    <a:pt x="100" y="99"/>
                    <a:pt x="100" y="99"/>
                  </a:cubicBezTo>
                  <a:cubicBezTo>
                    <a:pt x="95" y="99"/>
                    <a:pt x="92" y="95"/>
                    <a:pt x="92" y="91"/>
                  </a:cubicBezTo>
                  <a:cubicBezTo>
                    <a:pt x="92" y="23"/>
                    <a:pt x="92" y="23"/>
                    <a:pt x="92" y="23"/>
                  </a:cubicBezTo>
                  <a:cubicBezTo>
                    <a:pt x="92" y="17"/>
                    <a:pt x="87" y="12"/>
                    <a:pt x="81" y="12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753A3528-21E4-DC44-8F69-11F207D8C7BF}"/>
              </a:ext>
            </a:extLst>
          </p:cNvPr>
          <p:cNvGrpSpPr/>
          <p:nvPr/>
        </p:nvGrpSpPr>
        <p:grpSpPr>
          <a:xfrm>
            <a:off x="5372100" y="1012825"/>
            <a:ext cx="1506537" cy="1309687"/>
            <a:chOff x="5372100" y="1012825"/>
            <a:chExt cx="1506537" cy="1309687"/>
          </a:xfrm>
        </p:grpSpPr>
        <p:sp>
          <p:nvSpPr>
            <p:cNvPr id="406" name="Google Shape;406;p22"/>
            <p:cNvSpPr txBox="1"/>
            <p:nvPr/>
          </p:nvSpPr>
          <p:spPr>
            <a:xfrm>
              <a:off x="5502274" y="1012825"/>
              <a:ext cx="1287463" cy="3095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2D2D"/>
                </a:buClr>
                <a:buSzPts val="2700"/>
                <a:buFont typeface="Montserrat"/>
                <a:buNone/>
              </a:pPr>
              <a:r>
                <a:rPr lang="en-US" sz="2700" b="1" u="none" dirty="0">
                  <a:solidFill>
                    <a:schemeClr val="tx1"/>
                  </a:solidFill>
                  <a:latin typeface="Montserrat" panose="02000505000000020004" pitchFamily="2" charset="77"/>
                  <a:ea typeface="Montserrat"/>
                  <a:cs typeface="Montserrat"/>
                  <a:sym typeface="Montserrat"/>
                </a:rPr>
                <a:t> </a:t>
              </a:r>
              <a:endParaRPr b="1" dirty="0">
                <a:solidFill>
                  <a:schemeClr val="tx1"/>
                </a:solidFill>
                <a:latin typeface="Montserrat" panose="02000505000000020004" pitchFamily="2" charset="77"/>
              </a:endParaRPr>
            </a:p>
          </p:txBody>
        </p:sp>
        <p:sp>
          <p:nvSpPr>
            <p:cNvPr id="416" name="Google Shape;416;p22"/>
            <p:cNvSpPr txBox="1"/>
            <p:nvPr/>
          </p:nvSpPr>
          <p:spPr>
            <a:xfrm>
              <a:off x="5372100" y="1538287"/>
              <a:ext cx="1506537" cy="784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lvl="0" algn="ctr">
                <a:buClr>
                  <a:schemeClr val="dk1"/>
                </a:buClr>
                <a:buSzPts val="1500"/>
              </a:pPr>
              <a:r>
                <a:rPr lang="en-US" sz="1500" b="0" i="0" u="none" dirty="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endParaRPr dirty="0"/>
            </a:p>
          </p:txBody>
        </p: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D2DCC04D-29C4-1445-9223-242CCF1CC5E1}"/>
              </a:ext>
            </a:extLst>
          </p:cNvPr>
          <p:cNvGrpSpPr/>
          <p:nvPr/>
        </p:nvGrpSpPr>
        <p:grpSpPr>
          <a:xfrm>
            <a:off x="8626475" y="1012825"/>
            <a:ext cx="1506537" cy="1284287"/>
            <a:chOff x="8626475" y="1012825"/>
            <a:chExt cx="1506537" cy="1284287"/>
          </a:xfrm>
        </p:grpSpPr>
        <p:sp>
          <p:nvSpPr>
            <p:cNvPr id="407" name="Google Shape;407;p22"/>
            <p:cNvSpPr txBox="1"/>
            <p:nvPr/>
          </p:nvSpPr>
          <p:spPr>
            <a:xfrm>
              <a:off x="8653464" y="1012825"/>
              <a:ext cx="1360486" cy="3444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2D2D"/>
                </a:buClr>
                <a:buSzPts val="2700"/>
                <a:buFont typeface="Montserrat"/>
                <a:buNone/>
              </a:pPr>
              <a:r>
                <a:rPr lang="en-US" sz="2700" b="1" u="none" dirty="0">
                  <a:solidFill>
                    <a:schemeClr val="tx1"/>
                  </a:solidFill>
                  <a:latin typeface="Montserrat" panose="02000505000000020004" pitchFamily="2" charset="77"/>
                  <a:ea typeface="Montserrat"/>
                  <a:cs typeface="Montserrat"/>
                  <a:sym typeface="Montserrat"/>
                </a:rPr>
                <a:t> </a:t>
              </a:r>
              <a:endParaRPr b="1" dirty="0">
                <a:solidFill>
                  <a:schemeClr val="tx1"/>
                </a:solidFill>
                <a:latin typeface="Montserrat" panose="02000505000000020004" pitchFamily="2" charset="77"/>
              </a:endParaRPr>
            </a:p>
          </p:txBody>
        </p:sp>
        <p:sp>
          <p:nvSpPr>
            <p:cNvPr id="417" name="Google Shape;417;p22"/>
            <p:cNvSpPr txBox="1"/>
            <p:nvPr/>
          </p:nvSpPr>
          <p:spPr>
            <a:xfrm>
              <a:off x="8626475" y="1512887"/>
              <a:ext cx="1506537" cy="784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lvl="0" algn="ctr">
                <a:buClr>
                  <a:schemeClr val="dk1"/>
                </a:buClr>
                <a:buSzPts val="1500"/>
              </a:pPr>
              <a:r>
                <a:rPr lang="en-US" sz="1500" b="0" i="0" u="none" dirty="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endParaRPr dirty="0"/>
            </a:p>
          </p:txBody>
        </p:sp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C04E9190-DCBD-9B40-9F4E-509792CD6569}"/>
              </a:ext>
            </a:extLst>
          </p:cNvPr>
          <p:cNvGrpSpPr/>
          <p:nvPr/>
        </p:nvGrpSpPr>
        <p:grpSpPr>
          <a:xfrm>
            <a:off x="492125" y="4629150"/>
            <a:ext cx="1506537" cy="1273175"/>
            <a:chOff x="492125" y="4629150"/>
            <a:chExt cx="1506537" cy="1273175"/>
          </a:xfrm>
        </p:grpSpPr>
        <p:sp>
          <p:nvSpPr>
            <p:cNvPr id="402" name="Google Shape;402;p22"/>
            <p:cNvSpPr txBox="1"/>
            <p:nvPr/>
          </p:nvSpPr>
          <p:spPr>
            <a:xfrm>
              <a:off x="641349" y="4629150"/>
              <a:ext cx="1323975" cy="430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2D2D"/>
                </a:buClr>
                <a:buSzPts val="2700"/>
                <a:buFont typeface="Montserrat"/>
                <a:buNone/>
              </a:pPr>
              <a:r>
                <a:rPr lang="en-US" sz="2700" b="1" u="none" dirty="0">
                  <a:solidFill>
                    <a:schemeClr val="tx1"/>
                  </a:solidFill>
                  <a:latin typeface="Montserrat" panose="02000505000000020004" pitchFamily="2" charset="77"/>
                  <a:ea typeface="Montserrat"/>
                  <a:cs typeface="Montserrat"/>
                  <a:sym typeface="Montserrat"/>
                </a:rPr>
                <a:t> </a:t>
              </a:r>
              <a:endParaRPr b="1" dirty="0">
                <a:solidFill>
                  <a:schemeClr val="tx1"/>
                </a:solidFill>
                <a:latin typeface="Montserrat" panose="02000505000000020004" pitchFamily="2" charset="77"/>
              </a:endParaRPr>
            </a:p>
          </p:txBody>
        </p:sp>
        <p:sp>
          <p:nvSpPr>
            <p:cNvPr id="418" name="Google Shape;418;p22"/>
            <p:cNvSpPr txBox="1"/>
            <p:nvPr/>
          </p:nvSpPr>
          <p:spPr>
            <a:xfrm>
              <a:off x="492125" y="5118100"/>
              <a:ext cx="1506537" cy="784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lvl="0" algn="ctr">
                <a:buClr>
                  <a:schemeClr val="dk1"/>
                </a:buClr>
                <a:buSzPts val="1500"/>
              </a:pPr>
              <a:r>
                <a:rPr lang="en-US" sz="1500" b="0" i="0" u="none" dirty="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endParaRPr dirty="0"/>
            </a:p>
          </p:txBody>
        </p:sp>
      </p:grp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4CC22A34-0C14-E140-9C52-64E90BF1868E}"/>
              </a:ext>
            </a:extLst>
          </p:cNvPr>
          <p:cNvGrpSpPr/>
          <p:nvPr/>
        </p:nvGrpSpPr>
        <p:grpSpPr>
          <a:xfrm>
            <a:off x="3690938" y="4629151"/>
            <a:ext cx="1562099" cy="1298573"/>
            <a:chOff x="3690938" y="4629151"/>
            <a:chExt cx="1562099" cy="1298573"/>
          </a:xfrm>
        </p:grpSpPr>
        <p:sp>
          <p:nvSpPr>
            <p:cNvPr id="403" name="Google Shape;403;p22"/>
            <p:cNvSpPr txBox="1"/>
            <p:nvPr/>
          </p:nvSpPr>
          <p:spPr>
            <a:xfrm>
              <a:off x="3830637" y="4629151"/>
              <a:ext cx="1419225" cy="3794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2D2D"/>
                </a:buClr>
                <a:buSzPts val="2700"/>
                <a:buFont typeface="Montserrat"/>
                <a:buNone/>
              </a:pPr>
              <a:r>
                <a:rPr lang="en-US" sz="2700" b="1" u="none" dirty="0">
                  <a:solidFill>
                    <a:schemeClr val="tx1"/>
                  </a:solidFill>
                  <a:latin typeface="Montserrat" panose="02000505000000020004" pitchFamily="2" charset="77"/>
                  <a:ea typeface="Montserrat"/>
                  <a:cs typeface="Montserrat"/>
                  <a:sym typeface="Montserrat"/>
                </a:rPr>
                <a:t> </a:t>
              </a:r>
              <a:endParaRPr b="1" dirty="0">
                <a:solidFill>
                  <a:schemeClr val="tx1"/>
                </a:solidFill>
                <a:latin typeface="Montserrat" panose="02000505000000020004" pitchFamily="2" charset="77"/>
              </a:endParaRPr>
            </a:p>
          </p:txBody>
        </p:sp>
        <p:sp>
          <p:nvSpPr>
            <p:cNvPr id="419" name="Google Shape;419;p22"/>
            <p:cNvSpPr txBox="1"/>
            <p:nvPr/>
          </p:nvSpPr>
          <p:spPr>
            <a:xfrm>
              <a:off x="3690938" y="5141912"/>
              <a:ext cx="1562099" cy="7858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lvl="0" algn="ctr">
                <a:buClr>
                  <a:schemeClr val="dk1"/>
                </a:buClr>
                <a:buSzPts val="1500"/>
              </a:pPr>
              <a:r>
                <a:rPr lang="en-IN" dirty="0"/>
                <a:t> </a:t>
              </a:r>
              <a:endParaRPr dirty="0"/>
            </a:p>
          </p:txBody>
        </p:sp>
      </p:grp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3ABD38B9-CBFF-9D49-8264-F2AFDBF4D771}"/>
              </a:ext>
            </a:extLst>
          </p:cNvPr>
          <p:cNvGrpSpPr/>
          <p:nvPr/>
        </p:nvGrpSpPr>
        <p:grpSpPr>
          <a:xfrm>
            <a:off x="6981825" y="4629150"/>
            <a:ext cx="1562099" cy="1273175"/>
            <a:chOff x="6981825" y="4629150"/>
            <a:chExt cx="1562099" cy="1273175"/>
          </a:xfrm>
        </p:grpSpPr>
        <p:sp>
          <p:nvSpPr>
            <p:cNvPr id="404" name="Google Shape;404;p22"/>
            <p:cNvSpPr txBox="1"/>
            <p:nvPr/>
          </p:nvSpPr>
          <p:spPr>
            <a:xfrm>
              <a:off x="7115174" y="4629150"/>
              <a:ext cx="1323975" cy="3794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2D2D"/>
                </a:buClr>
                <a:buSzPts val="2700"/>
                <a:buFont typeface="Montserrat"/>
                <a:buNone/>
              </a:pPr>
              <a:r>
                <a:rPr lang="en-US" sz="2700" b="1" u="none" dirty="0">
                  <a:solidFill>
                    <a:schemeClr val="tx1"/>
                  </a:solidFill>
                  <a:latin typeface="Montserrat" panose="02000505000000020004" pitchFamily="2" charset="77"/>
                  <a:ea typeface="Montserrat"/>
                  <a:cs typeface="Montserrat"/>
                  <a:sym typeface="Montserrat"/>
                </a:rPr>
                <a:t> </a:t>
              </a:r>
              <a:endParaRPr b="1" dirty="0">
                <a:solidFill>
                  <a:schemeClr val="tx1"/>
                </a:solidFill>
                <a:latin typeface="Montserrat" panose="02000505000000020004" pitchFamily="2" charset="77"/>
              </a:endParaRPr>
            </a:p>
          </p:txBody>
        </p:sp>
        <p:sp>
          <p:nvSpPr>
            <p:cNvPr id="420" name="Google Shape;420;p22"/>
            <p:cNvSpPr txBox="1"/>
            <p:nvPr/>
          </p:nvSpPr>
          <p:spPr>
            <a:xfrm>
              <a:off x="6981825" y="5118100"/>
              <a:ext cx="1562099" cy="784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Open Sans"/>
                <a:buNone/>
              </a:pPr>
              <a:r>
                <a:rPr lang="en-IN" dirty="0"/>
                <a:t> </a:t>
              </a:r>
              <a:endParaRPr dirty="0"/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82B6555D-05A0-4A42-9EE1-DCA3105BB1F0}"/>
              </a:ext>
            </a:extLst>
          </p:cNvPr>
          <p:cNvGrpSpPr/>
          <p:nvPr/>
        </p:nvGrpSpPr>
        <p:grpSpPr>
          <a:xfrm>
            <a:off x="10226675" y="4629150"/>
            <a:ext cx="1508125" cy="1273175"/>
            <a:chOff x="10226675" y="4629150"/>
            <a:chExt cx="1508125" cy="1273175"/>
          </a:xfrm>
        </p:grpSpPr>
        <p:sp>
          <p:nvSpPr>
            <p:cNvPr id="408" name="Google Shape;408;p22"/>
            <p:cNvSpPr txBox="1"/>
            <p:nvPr/>
          </p:nvSpPr>
          <p:spPr>
            <a:xfrm>
              <a:off x="10304461" y="4629150"/>
              <a:ext cx="1376364" cy="430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2D2D"/>
                </a:buClr>
                <a:buSzPts val="2700"/>
                <a:buFont typeface="Montserrat"/>
                <a:buNone/>
              </a:pPr>
              <a:r>
                <a:rPr lang="en-US" sz="2700" b="1" u="none" dirty="0">
                  <a:solidFill>
                    <a:schemeClr val="tx1"/>
                  </a:solidFill>
                  <a:latin typeface="Montserrat" panose="02000505000000020004" pitchFamily="2" charset="77"/>
                  <a:ea typeface="Montserrat"/>
                  <a:cs typeface="Montserrat"/>
                  <a:sym typeface="Montserrat"/>
                </a:rPr>
                <a:t> </a:t>
              </a:r>
              <a:endParaRPr b="1" dirty="0">
                <a:solidFill>
                  <a:schemeClr val="tx1"/>
                </a:solidFill>
                <a:latin typeface="Montserrat" panose="02000505000000020004" pitchFamily="2" charset="77"/>
              </a:endParaRPr>
            </a:p>
          </p:txBody>
        </p:sp>
        <p:sp>
          <p:nvSpPr>
            <p:cNvPr id="421" name="Google Shape;421;p22"/>
            <p:cNvSpPr txBox="1"/>
            <p:nvPr/>
          </p:nvSpPr>
          <p:spPr>
            <a:xfrm>
              <a:off x="10226675" y="5118100"/>
              <a:ext cx="1508125" cy="784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lvl="0" algn="ctr">
                <a:buClr>
                  <a:schemeClr val="dk1"/>
                </a:buClr>
                <a:buSzPts val="1500"/>
              </a:pPr>
              <a:r>
                <a:rPr lang="en-US" sz="1500" b="0" i="0" u="none" dirty="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endParaRPr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6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1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id="17" presetID="22" presetClass="entr" presetSubtype="4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6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1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00"/>
                            </p:stCondLst>
                            <p:childTnLst>
                              <p:par>
                                <p:cTn id="29" presetID="22" presetClass="entr" presetSubtype="1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6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1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800"/>
                            </p:stCondLst>
                            <p:childTnLst>
                              <p:par>
                                <p:cTn id="41" presetID="22" presetClass="entr" presetSubtype="4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6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1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400"/>
                            </p:stCondLst>
                            <p:childTnLst>
                              <p:par>
                                <p:cTn id="53" presetID="22" presetClass="entr" presetSubtype="1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6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1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000"/>
                            </p:stCondLst>
                            <p:childTnLst>
                              <p:par>
                                <p:cTn id="65" presetID="22" presetClass="entr" presetSubtype="4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6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" presetClass="entr" presetSubtype="4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1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600"/>
                            </p:stCondLst>
                            <p:childTnLst>
                              <p:par>
                                <p:cTn id="77" presetID="22" presetClass="entr" presetSubtype="1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6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1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8" grpId="0" animBg="1"/>
      <p:bldP spid="389" grpId="0" animBg="1"/>
      <p:bldP spid="390" grpId="0" animBg="1"/>
      <p:bldP spid="391" grpId="0" animBg="1"/>
      <p:bldP spid="392" grpId="0" animBg="1"/>
      <p:bldP spid="393" grpId="0" animBg="1"/>
      <p:bldP spid="39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63</Words>
  <Application>Microsoft Office PowerPoint</Application>
  <PresentationFormat>Widescreen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Montserrat</vt:lpstr>
      <vt:lpstr>Open Sans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Gajendrula Vasavi</dc:creator>
  <cp:lastModifiedBy>Gajendrula Vasavi</cp:lastModifiedBy>
  <cp:revision>1</cp:revision>
  <dcterms:created xsi:type="dcterms:W3CDTF">2026-06-20T10:08:35Z</dcterms:created>
  <dcterms:modified xsi:type="dcterms:W3CDTF">2026-06-20T10:31:44Z</dcterms:modified>
</cp:coreProperties>
</file>