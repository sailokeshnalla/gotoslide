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40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99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994E-D955-4FC0-EB55-09C0A887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233-1840-42BA-19D1-08AB41F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A8BDF091-A05B-4F04-96A4-08F0CE86435F}"/>
              </a:ext>
            </a:extLst>
          </p:cNvPr>
          <p:cNvSpPr/>
          <p:nvPr/>
        </p:nvSpPr>
        <p:spPr>
          <a:xfrm>
            <a:off x="1421047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0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671E5FD4-8AEA-6C86-466A-95CF252011D5}"/>
              </a:ext>
            </a:extLst>
          </p:cNvPr>
          <p:cNvSpPr/>
          <p:nvPr/>
        </p:nvSpPr>
        <p:spPr>
          <a:xfrm>
            <a:off x="838200" y="1243496"/>
            <a:ext cx="3032184" cy="2598764"/>
          </a:xfrm>
          <a:custGeom>
            <a:avLst/>
            <a:gdLst>
              <a:gd name="connsiteX0" fmla="*/ 1732655 w 3032184"/>
              <a:gd name="connsiteY0" fmla="*/ 2598615 h 2598764"/>
              <a:gd name="connsiteX1" fmla="*/ 490527 w 3032184"/>
              <a:gd name="connsiteY1" fmla="*/ 1681465 h 2598764"/>
              <a:gd name="connsiteX2" fmla="*/ 237545 w 3032184"/>
              <a:gd name="connsiteY2" fmla="*/ 1681465 h 2598764"/>
              <a:gd name="connsiteX3" fmla="*/ 237545 w 3032184"/>
              <a:gd name="connsiteY3" fmla="*/ 573724 h 2598764"/>
              <a:gd name="connsiteX4" fmla="*/ 29824 w 3032184"/>
              <a:gd name="connsiteY4" fmla="*/ 592004 h 2598764"/>
              <a:gd name="connsiteX5" fmla="*/ 0 w 3032184"/>
              <a:gd name="connsiteY5" fmla="*/ 592004 h 2598764"/>
              <a:gd name="connsiteX6" fmla="*/ 0 w 3032184"/>
              <a:gd name="connsiteY6" fmla="*/ 229849 h 2598764"/>
              <a:gd name="connsiteX7" fmla="*/ 25928 w 3032184"/>
              <a:gd name="connsiteY7" fmla="*/ 226253 h 2598764"/>
              <a:gd name="connsiteX8" fmla="*/ 390113 w 3032184"/>
              <a:gd name="connsiteY8" fmla="*/ 40905 h 2598764"/>
              <a:gd name="connsiteX9" fmla="*/ 398956 w 3032184"/>
              <a:gd name="connsiteY9" fmla="*/ 31466 h 2598764"/>
              <a:gd name="connsiteX10" fmla="*/ 774232 w 3032184"/>
              <a:gd name="connsiteY10" fmla="*/ 31466 h 2598764"/>
              <a:gd name="connsiteX11" fmla="*/ 774232 w 3032184"/>
              <a:gd name="connsiteY11" fmla="*/ 421939 h 2598764"/>
              <a:gd name="connsiteX12" fmla="*/ 1732506 w 3032184"/>
              <a:gd name="connsiteY12" fmla="*/ 0 h 2598764"/>
              <a:gd name="connsiteX13" fmla="*/ 3032185 w 3032184"/>
              <a:gd name="connsiteY13" fmla="*/ 1299382 h 2598764"/>
              <a:gd name="connsiteX14" fmla="*/ 1732506 w 3032184"/>
              <a:gd name="connsiteY14" fmla="*/ 2598765 h 2598764"/>
              <a:gd name="connsiteX15" fmla="*/ 297493 w 3032184"/>
              <a:gd name="connsiteY15" fmla="*/ 1621531 h 2598764"/>
              <a:gd name="connsiteX16" fmla="*/ 535488 w 3032184"/>
              <a:gd name="connsiteY16" fmla="*/ 1621531 h 2598764"/>
              <a:gd name="connsiteX17" fmla="*/ 541783 w 3032184"/>
              <a:gd name="connsiteY17" fmla="*/ 1643257 h 2598764"/>
              <a:gd name="connsiteX18" fmla="*/ 1732655 w 3032184"/>
              <a:gd name="connsiteY18" fmla="*/ 2538680 h 2598764"/>
              <a:gd name="connsiteX19" fmla="*/ 2972386 w 3032184"/>
              <a:gd name="connsiteY19" fmla="*/ 1299232 h 2598764"/>
              <a:gd name="connsiteX20" fmla="*/ 1732655 w 3032184"/>
              <a:gd name="connsiteY20" fmla="*/ 59785 h 2598764"/>
              <a:gd name="connsiteX21" fmla="*/ 767638 w 3032184"/>
              <a:gd name="connsiteY21" fmla="*/ 521431 h 2598764"/>
              <a:gd name="connsiteX22" fmla="*/ 714284 w 3032184"/>
              <a:gd name="connsiteY22" fmla="*/ 587509 h 2598764"/>
              <a:gd name="connsiteX23" fmla="*/ 714284 w 3032184"/>
              <a:gd name="connsiteY23" fmla="*/ 91250 h 2598764"/>
              <a:gd name="connsiteX24" fmla="*/ 424584 w 3032184"/>
              <a:gd name="connsiteY24" fmla="*/ 91250 h 2598764"/>
              <a:gd name="connsiteX25" fmla="*/ 59798 w 3032184"/>
              <a:gd name="connsiteY25" fmla="*/ 281393 h 2598764"/>
              <a:gd name="connsiteX26" fmla="*/ 59798 w 3032184"/>
              <a:gd name="connsiteY26" fmla="*/ 531320 h 2598764"/>
              <a:gd name="connsiteX27" fmla="*/ 260325 w 3032184"/>
              <a:gd name="connsiteY27" fmla="*/ 507646 h 2598764"/>
              <a:gd name="connsiteX28" fmla="*/ 297343 w 3032184"/>
              <a:gd name="connsiteY28" fmla="*/ 498656 h 2598764"/>
              <a:gd name="connsiteX29" fmla="*/ 297343 w 3032184"/>
              <a:gd name="connsiteY29" fmla="*/ 16213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032184" h="2598764">
                <a:moveTo>
                  <a:pt x="1732655" y="2598615"/>
                </a:moveTo>
                <a:cubicBezTo>
                  <a:pt x="1164496" y="2598615"/>
                  <a:pt x="657033" y="2222675"/>
                  <a:pt x="490527" y="1681465"/>
                </a:cubicBezTo>
                <a:lnTo>
                  <a:pt x="237545" y="1681465"/>
                </a:lnTo>
                <a:lnTo>
                  <a:pt x="237545" y="573724"/>
                </a:lnTo>
                <a:cubicBezTo>
                  <a:pt x="169504" y="585861"/>
                  <a:pt x="84377" y="592454"/>
                  <a:pt x="29824" y="592004"/>
                </a:cubicBezTo>
                <a:lnTo>
                  <a:pt x="0" y="592004"/>
                </a:lnTo>
                <a:lnTo>
                  <a:pt x="0" y="229849"/>
                </a:lnTo>
                <a:lnTo>
                  <a:pt x="25928" y="226253"/>
                </a:lnTo>
                <a:cubicBezTo>
                  <a:pt x="164258" y="207374"/>
                  <a:pt x="296894" y="139798"/>
                  <a:pt x="390113" y="40905"/>
                </a:cubicBezTo>
                <a:lnTo>
                  <a:pt x="398956" y="31466"/>
                </a:lnTo>
                <a:lnTo>
                  <a:pt x="774232" y="31466"/>
                </a:lnTo>
                <a:lnTo>
                  <a:pt x="774232" y="421939"/>
                </a:lnTo>
                <a:cubicBezTo>
                  <a:pt x="1020470" y="152833"/>
                  <a:pt x="1365322" y="0"/>
                  <a:pt x="1732506" y="0"/>
                </a:cubicBezTo>
                <a:cubicBezTo>
                  <a:pt x="2449187" y="0"/>
                  <a:pt x="3032185" y="582864"/>
                  <a:pt x="3032185" y="1299382"/>
                </a:cubicBezTo>
                <a:cubicBezTo>
                  <a:pt x="3032185" y="2015901"/>
                  <a:pt x="2449187" y="2598765"/>
                  <a:pt x="1732506" y="2598765"/>
                </a:cubicBezTo>
                <a:close/>
                <a:moveTo>
                  <a:pt x="297493" y="1621531"/>
                </a:moveTo>
                <a:lnTo>
                  <a:pt x="535488" y="1621531"/>
                </a:lnTo>
                <a:lnTo>
                  <a:pt x="541783" y="1643257"/>
                </a:lnTo>
                <a:cubicBezTo>
                  <a:pt x="693901" y="2170532"/>
                  <a:pt x="1183529" y="2538680"/>
                  <a:pt x="1732655" y="2538680"/>
                </a:cubicBezTo>
                <a:cubicBezTo>
                  <a:pt x="2416216" y="2538680"/>
                  <a:pt x="2972386" y="1982637"/>
                  <a:pt x="2972386" y="1299232"/>
                </a:cubicBezTo>
                <a:cubicBezTo>
                  <a:pt x="2972386" y="615828"/>
                  <a:pt x="2416216" y="59785"/>
                  <a:pt x="1732655" y="59785"/>
                </a:cubicBezTo>
                <a:cubicBezTo>
                  <a:pt x="1356330" y="59785"/>
                  <a:pt x="1004583" y="228051"/>
                  <a:pt x="767638" y="521431"/>
                </a:cubicBezTo>
                <a:lnTo>
                  <a:pt x="714284" y="587509"/>
                </a:lnTo>
                <a:lnTo>
                  <a:pt x="714284" y="91250"/>
                </a:lnTo>
                <a:lnTo>
                  <a:pt x="424584" y="91250"/>
                </a:lnTo>
                <a:cubicBezTo>
                  <a:pt x="328666" y="188794"/>
                  <a:pt x="197529" y="256970"/>
                  <a:pt x="59798" y="281393"/>
                </a:cubicBezTo>
                <a:lnTo>
                  <a:pt x="59798" y="531320"/>
                </a:lnTo>
                <a:cubicBezTo>
                  <a:pt x="116749" y="529372"/>
                  <a:pt x="200977" y="521881"/>
                  <a:pt x="260325" y="507646"/>
                </a:cubicBezTo>
                <a:lnTo>
                  <a:pt x="297343" y="498656"/>
                </a:lnTo>
                <a:lnTo>
                  <a:pt x="297343" y="1621381"/>
                </a:ln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C9F73260-76E4-45B2-D1A7-75E877BA1AAA}"/>
              </a:ext>
            </a:extLst>
          </p:cNvPr>
          <p:cNvSpPr/>
          <p:nvPr/>
        </p:nvSpPr>
        <p:spPr>
          <a:xfrm>
            <a:off x="4983411" y="3413279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3F6AB600-F53D-F58F-1373-BB4282C35C83}"/>
              </a:ext>
            </a:extLst>
          </p:cNvPr>
          <p:cNvSpPr/>
          <p:nvPr/>
        </p:nvSpPr>
        <p:spPr>
          <a:xfrm>
            <a:off x="4404224" y="3188973"/>
            <a:ext cx="3001760" cy="2598764"/>
          </a:xfrm>
          <a:custGeom>
            <a:avLst/>
            <a:gdLst>
              <a:gd name="connsiteX0" fmla="*/ 1702082 w 3001760"/>
              <a:gd name="connsiteY0" fmla="*/ 2598315 h 2598764"/>
              <a:gd name="connsiteX1" fmla="*/ 459953 w 3001760"/>
              <a:gd name="connsiteY1" fmla="*/ 1681166 h 2598764"/>
              <a:gd name="connsiteX2" fmla="*/ 17535 w 3001760"/>
              <a:gd name="connsiteY2" fmla="*/ 1681166 h 2598764"/>
              <a:gd name="connsiteX3" fmla="*/ 17535 w 3001760"/>
              <a:gd name="connsiteY3" fmla="*/ 1611042 h 2598764"/>
              <a:gd name="connsiteX4" fmla="*/ 480335 w 3001760"/>
              <a:gd name="connsiteY4" fmla="*/ 832192 h 2598764"/>
              <a:gd name="connsiteX5" fmla="*/ 499818 w 3001760"/>
              <a:gd name="connsiteY5" fmla="*/ 818257 h 2598764"/>
              <a:gd name="connsiteX6" fmla="*/ 757446 w 3001760"/>
              <a:gd name="connsiteY6" fmla="*/ 522630 h 2598764"/>
              <a:gd name="connsiteX7" fmla="*/ 745307 w 3001760"/>
              <a:gd name="connsiteY7" fmla="*/ 444865 h 2598764"/>
              <a:gd name="connsiteX8" fmla="*/ 638899 w 3001760"/>
              <a:gd name="connsiteY8" fmla="*/ 382233 h 2598764"/>
              <a:gd name="connsiteX9" fmla="*/ 494723 w 3001760"/>
              <a:gd name="connsiteY9" fmla="*/ 567880 h 2598764"/>
              <a:gd name="connsiteX10" fmla="*/ 492026 w 3001760"/>
              <a:gd name="connsiteY10" fmla="*/ 594851 h 2598764"/>
              <a:gd name="connsiteX11" fmla="*/ 0 w 3001760"/>
              <a:gd name="connsiteY11" fmla="*/ 594851 h 2598764"/>
              <a:gd name="connsiteX12" fmla="*/ 2098 w 3001760"/>
              <a:gd name="connsiteY12" fmla="*/ 562936 h 2598764"/>
              <a:gd name="connsiteX13" fmla="*/ 657633 w 3001760"/>
              <a:gd name="connsiteY13" fmla="*/ 749 h 2598764"/>
              <a:gd name="connsiteX14" fmla="*/ 1119834 w 3001760"/>
              <a:gd name="connsiteY14" fmla="*/ 137700 h 2598764"/>
              <a:gd name="connsiteX15" fmla="*/ 1702082 w 3001760"/>
              <a:gd name="connsiteY15" fmla="*/ 0 h 2598764"/>
              <a:gd name="connsiteX16" fmla="*/ 3001760 w 3001760"/>
              <a:gd name="connsiteY16" fmla="*/ 1299382 h 2598764"/>
              <a:gd name="connsiteX17" fmla="*/ 1702082 w 3001760"/>
              <a:gd name="connsiteY17" fmla="*/ 2598764 h 2598764"/>
              <a:gd name="connsiteX18" fmla="*/ 77483 w 3001760"/>
              <a:gd name="connsiteY18" fmla="*/ 1621231 h 2598764"/>
              <a:gd name="connsiteX19" fmla="*/ 504764 w 3001760"/>
              <a:gd name="connsiteY19" fmla="*/ 1621231 h 2598764"/>
              <a:gd name="connsiteX20" fmla="*/ 511059 w 3001760"/>
              <a:gd name="connsiteY20" fmla="*/ 1642957 h 2598764"/>
              <a:gd name="connsiteX21" fmla="*/ 1701932 w 3001760"/>
              <a:gd name="connsiteY21" fmla="*/ 2538381 h 2598764"/>
              <a:gd name="connsiteX22" fmla="*/ 2941662 w 3001760"/>
              <a:gd name="connsiteY22" fmla="*/ 1298933 h 2598764"/>
              <a:gd name="connsiteX23" fmla="*/ 1701932 w 3001760"/>
              <a:gd name="connsiteY23" fmla="*/ 59485 h 2598764"/>
              <a:gd name="connsiteX24" fmla="*/ 1129126 w 3001760"/>
              <a:gd name="connsiteY24" fmla="*/ 199732 h 2598764"/>
              <a:gd name="connsiteX25" fmla="*/ 1110542 w 3001760"/>
              <a:gd name="connsiteY25" fmla="*/ 209472 h 2598764"/>
              <a:gd name="connsiteX26" fmla="*/ 1095105 w 3001760"/>
              <a:gd name="connsiteY26" fmla="*/ 195387 h 2598764"/>
              <a:gd name="connsiteX27" fmla="*/ 657483 w 3001760"/>
              <a:gd name="connsiteY27" fmla="*/ 60384 h 2598764"/>
              <a:gd name="connsiteX28" fmla="*/ 64594 w 3001760"/>
              <a:gd name="connsiteY28" fmla="*/ 534617 h 2598764"/>
              <a:gd name="connsiteX29" fmla="*/ 438222 w 3001760"/>
              <a:gd name="connsiteY29" fmla="*/ 534617 h 2598764"/>
              <a:gd name="connsiteX30" fmla="*/ 638899 w 3001760"/>
              <a:gd name="connsiteY30" fmla="*/ 321999 h 2598764"/>
              <a:gd name="connsiteX31" fmla="*/ 801209 w 3001760"/>
              <a:gd name="connsiteY31" fmla="*/ 422839 h 2598764"/>
              <a:gd name="connsiteX32" fmla="*/ 817395 w 3001760"/>
              <a:gd name="connsiteY32" fmla="*/ 522480 h 2598764"/>
              <a:gd name="connsiteX33" fmla="*/ 534739 w 3001760"/>
              <a:gd name="connsiteY33" fmla="*/ 866804 h 2598764"/>
              <a:gd name="connsiteX34" fmla="*/ 515256 w 3001760"/>
              <a:gd name="connsiteY34" fmla="*/ 880739 h 2598764"/>
              <a:gd name="connsiteX35" fmla="*/ 77483 w 3001760"/>
              <a:gd name="connsiteY35" fmla="*/ 1610893 h 2598764"/>
              <a:gd name="connsiteX36" fmla="*/ 77483 w 3001760"/>
              <a:gd name="connsiteY36" fmla="*/ 16210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001760" h="2598764">
                <a:moveTo>
                  <a:pt x="1702082" y="2598315"/>
                </a:moveTo>
                <a:cubicBezTo>
                  <a:pt x="1133921" y="2598315"/>
                  <a:pt x="626459" y="2222375"/>
                  <a:pt x="459953" y="1681166"/>
                </a:cubicBezTo>
                <a:lnTo>
                  <a:pt x="17535" y="1681166"/>
                </a:lnTo>
                <a:lnTo>
                  <a:pt x="17535" y="1611042"/>
                </a:lnTo>
                <a:cubicBezTo>
                  <a:pt x="17535" y="1293239"/>
                  <a:pt x="151669" y="1067585"/>
                  <a:pt x="480335" y="832192"/>
                </a:cubicBezTo>
                <a:lnTo>
                  <a:pt x="499818" y="818257"/>
                </a:lnTo>
                <a:cubicBezTo>
                  <a:pt x="708738" y="668421"/>
                  <a:pt x="757446" y="623170"/>
                  <a:pt x="757446" y="522630"/>
                </a:cubicBezTo>
                <a:cubicBezTo>
                  <a:pt x="757446" y="491614"/>
                  <a:pt x="753400" y="465542"/>
                  <a:pt x="745307" y="444865"/>
                </a:cubicBezTo>
                <a:cubicBezTo>
                  <a:pt x="728671" y="402161"/>
                  <a:pt x="694800" y="382233"/>
                  <a:pt x="638899" y="382233"/>
                </a:cubicBezTo>
                <a:cubicBezTo>
                  <a:pt x="547627" y="382233"/>
                  <a:pt x="508511" y="432578"/>
                  <a:pt x="494723" y="567880"/>
                </a:cubicBezTo>
                <a:lnTo>
                  <a:pt x="492026" y="594851"/>
                </a:lnTo>
                <a:lnTo>
                  <a:pt x="0" y="594851"/>
                </a:lnTo>
                <a:lnTo>
                  <a:pt x="2098" y="562936"/>
                </a:lnTo>
                <a:cubicBezTo>
                  <a:pt x="13339" y="393920"/>
                  <a:pt x="99813" y="749"/>
                  <a:pt x="657633" y="749"/>
                </a:cubicBezTo>
                <a:cubicBezTo>
                  <a:pt x="855012" y="749"/>
                  <a:pt x="1010428" y="46749"/>
                  <a:pt x="1119834" y="137700"/>
                </a:cubicBezTo>
                <a:cubicBezTo>
                  <a:pt x="1301777" y="46299"/>
                  <a:pt x="1497508" y="0"/>
                  <a:pt x="1702082" y="0"/>
                </a:cubicBezTo>
                <a:cubicBezTo>
                  <a:pt x="2418764" y="0"/>
                  <a:pt x="3001760" y="582864"/>
                  <a:pt x="3001760" y="1299382"/>
                </a:cubicBezTo>
                <a:cubicBezTo>
                  <a:pt x="3001760" y="2015901"/>
                  <a:pt x="2418764" y="2598764"/>
                  <a:pt x="1702082" y="2598764"/>
                </a:cubicBezTo>
                <a:close/>
                <a:moveTo>
                  <a:pt x="77483" y="1621231"/>
                </a:moveTo>
                <a:lnTo>
                  <a:pt x="504764" y="1621231"/>
                </a:lnTo>
                <a:lnTo>
                  <a:pt x="511059" y="1642957"/>
                </a:lnTo>
                <a:cubicBezTo>
                  <a:pt x="663178" y="2170232"/>
                  <a:pt x="1152805" y="2538381"/>
                  <a:pt x="1701932" y="2538381"/>
                </a:cubicBezTo>
                <a:cubicBezTo>
                  <a:pt x="2385492" y="2538381"/>
                  <a:pt x="2941662" y="1982337"/>
                  <a:pt x="2941662" y="1298933"/>
                </a:cubicBezTo>
                <a:cubicBezTo>
                  <a:pt x="2941662" y="615528"/>
                  <a:pt x="2385492" y="59485"/>
                  <a:pt x="1701932" y="59485"/>
                </a:cubicBezTo>
                <a:cubicBezTo>
                  <a:pt x="1500206" y="59485"/>
                  <a:pt x="1307472" y="106684"/>
                  <a:pt x="1129126" y="199732"/>
                </a:cubicBezTo>
                <a:lnTo>
                  <a:pt x="1110542" y="209472"/>
                </a:lnTo>
                <a:lnTo>
                  <a:pt x="1095105" y="195387"/>
                </a:lnTo>
                <a:cubicBezTo>
                  <a:pt x="996340" y="105785"/>
                  <a:pt x="849167" y="60384"/>
                  <a:pt x="657483" y="60384"/>
                </a:cubicBezTo>
                <a:cubicBezTo>
                  <a:pt x="492475" y="60384"/>
                  <a:pt x="110905" y="107433"/>
                  <a:pt x="64594" y="534617"/>
                </a:cubicBezTo>
                <a:lnTo>
                  <a:pt x="438222" y="534617"/>
                </a:lnTo>
                <a:cubicBezTo>
                  <a:pt x="452460" y="430331"/>
                  <a:pt x="492475" y="321999"/>
                  <a:pt x="638899" y="321999"/>
                </a:cubicBezTo>
                <a:cubicBezTo>
                  <a:pt x="740511" y="321999"/>
                  <a:pt x="783225" y="376839"/>
                  <a:pt x="801209" y="422839"/>
                </a:cubicBezTo>
                <a:cubicBezTo>
                  <a:pt x="811999" y="450559"/>
                  <a:pt x="817395" y="483972"/>
                  <a:pt x="817395" y="522480"/>
                </a:cubicBezTo>
                <a:cubicBezTo>
                  <a:pt x="817395" y="657033"/>
                  <a:pt x="744708" y="716069"/>
                  <a:pt x="534739" y="866804"/>
                </a:cubicBezTo>
                <a:lnTo>
                  <a:pt x="515256" y="880739"/>
                </a:lnTo>
                <a:cubicBezTo>
                  <a:pt x="200227" y="1106243"/>
                  <a:pt x="77483" y="1311070"/>
                  <a:pt x="77483" y="1610893"/>
                </a:cubicBezTo>
                <a:lnTo>
                  <a:pt x="77483" y="1621081"/>
                </a:ln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4762051A-0A54-7FED-B5EF-1FD84D001636}"/>
              </a:ext>
            </a:extLst>
          </p:cNvPr>
          <p:cNvSpPr/>
          <p:nvPr/>
        </p:nvSpPr>
        <p:spPr>
          <a:xfrm>
            <a:off x="8491798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4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4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4F201FBD-64B5-AF6B-7E1F-336CAED114C8}"/>
              </a:ext>
            </a:extLst>
          </p:cNvPr>
          <p:cNvSpPr/>
          <p:nvPr/>
        </p:nvSpPr>
        <p:spPr>
          <a:xfrm>
            <a:off x="7687442" y="1243346"/>
            <a:ext cx="3253842" cy="2598764"/>
          </a:xfrm>
          <a:custGeom>
            <a:avLst/>
            <a:gdLst>
              <a:gd name="connsiteX0" fmla="*/ 1954165 w 3253842"/>
              <a:gd name="connsiteY0" fmla="*/ 2598765 h 2598764"/>
              <a:gd name="connsiteX1" fmla="*/ 721478 w 3253842"/>
              <a:gd name="connsiteY1" fmla="*/ 1712032 h 2598764"/>
              <a:gd name="connsiteX2" fmla="*/ 670221 w 3253842"/>
              <a:gd name="connsiteY2" fmla="*/ 1713231 h 2598764"/>
              <a:gd name="connsiteX3" fmla="*/ 2248 w 3253842"/>
              <a:gd name="connsiteY3" fmla="*/ 1202438 h 2598764"/>
              <a:gd name="connsiteX4" fmla="*/ 0 w 3253842"/>
              <a:gd name="connsiteY4" fmla="*/ 1170373 h 2598764"/>
              <a:gd name="connsiteX5" fmla="*/ 495623 w 3253842"/>
              <a:gd name="connsiteY5" fmla="*/ 1170373 h 2598764"/>
              <a:gd name="connsiteX6" fmla="*/ 499668 w 3253842"/>
              <a:gd name="connsiteY6" fmla="*/ 1195696 h 2598764"/>
              <a:gd name="connsiteX7" fmla="*/ 663028 w 3253842"/>
              <a:gd name="connsiteY7" fmla="*/ 1340737 h 2598764"/>
              <a:gd name="connsiteX8" fmla="*/ 683560 w 3253842"/>
              <a:gd name="connsiteY8" fmla="*/ 1339688 h 2598764"/>
              <a:gd name="connsiteX9" fmla="*/ 809302 w 3253842"/>
              <a:gd name="connsiteY9" fmla="*/ 1169324 h 2598764"/>
              <a:gd name="connsiteX10" fmla="*/ 715633 w 3253842"/>
              <a:gd name="connsiteY10" fmla="*/ 1008999 h 2598764"/>
              <a:gd name="connsiteX11" fmla="*/ 616717 w 3253842"/>
              <a:gd name="connsiteY11" fmla="*/ 995963 h 2598764"/>
              <a:gd name="connsiteX12" fmla="*/ 445715 w 3253842"/>
              <a:gd name="connsiteY12" fmla="*/ 995963 h 2598764"/>
              <a:gd name="connsiteX13" fmla="*/ 445715 w 3253842"/>
              <a:gd name="connsiteY13" fmla="*/ 623620 h 2598764"/>
              <a:gd name="connsiteX14" fmla="*/ 609224 w 3253842"/>
              <a:gd name="connsiteY14" fmla="*/ 623620 h 2598764"/>
              <a:gd name="connsiteX15" fmla="*/ 769886 w 3253842"/>
              <a:gd name="connsiteY15" fmla="*/ 496708 h 2598764"/>
              <a:gd name="connsiteX16" fmla="*/ 650588 w 3253842"/>
              <a:gd name="connsiteY16" fmla="*/ 375640 h 2598764"/>
              <a:gd name="connsiteX17" fmla="*/ 514806 w 3253842"/>
              <a:gd name="connsiteY17" fmla="*/ 497757 h 2598764"/>
              <a:gd name="connsiteX18" fmla="*/ 510909 w 3253842"/>
              <a:gd name="connsiteY18" fmla="*/ 523229 h 2598764"/>
              <a:gd name="connsiteX19" fmla="*/ 27726 w 3253842"/>
              <a:gd name="connsiteY19" fmla="*/ 523229 h 2598764"/>
              <a:gd name="connsiteX20" fmla="*/ 31472 w 3253842"/>
              <a:gd name="connsiteY20" fmla="*/ 489966 h 2598764"/>
              <a:gd name="connsiteX21" fmla="*/ 182542 w 3253842"/>
              <a:gd name="connsiteY21" fmla="*/ 164820 h 2598764"/>
              <a:gd name="connsiteX22" fmla="*/ 673669 w 3253842"/>
              <a:gd name="connsiteY22" fmla="*/ 899 h 2598764"/>
              <a:gd name="connsiteX23" fmla="*/ 1215152 w 3253842"/>
              <a:gd name="connsiteY23" fmla="*/ 230748 h 2598764"/>
              <a:gd name="connsiteX24" fmla="*/ 1954165 w 3253842"/>
              <a:gd name="connsiteY24" fmla="*/ 0 h 2598764"/>
              <a:gd name="connsiteX25" fmla="*/ 3253843 w 3253842"/>
              <a:gd name="connsiteY25" fmla="*/ 1299382 h 2598764"/>
              <a:gd name="connsiteX26" fmla="*/ 1954165 w 3253842"/>
              <a:gd name="connsiteY26" fmla="*/ 2598765 h 2598764"/>
              <a:gd name="connsiteX27" fmla="*/ 764640 w 3253842"/>
              <a:gd name="connsiteY27" fmla="*/ 1649550 h 2598764"/>
              <a:gd name="connsiteX28" fmla="*/ 771684 w 3253842"/>
              <a:gd name="connsiteY28" fmla="*/ 1671876 h 2598764"/>
              <a:gd name="connsiteX29" fmla="*/ 1954314 w 3253842"/>
              <a:gd name="connsiteY29" fmla="*/ 2538830 h 2598764"/>
              <a:gd name="connsiteX30" fmla="*/ 3194045 w 3253842"/>
              <a:gd name="connsiteY30" fmla="*/ 1299382 h 2598764"/>
              <a:gd name="connsiteX31" fmla="*/ 1954314 w 3253842"/>
              <a:gd name="connsiteY31" fmla="*/ 59935 h 2598764"/>
              <a:gd name="connsiteX32" fmla="*/ 1224144 w 3253842"/>
              <a:gd name="connsiteY32" fmla="*/ 297875 h 2598764"/>
              <a:gd name="connsiteX33" fmla="*/ 1196867 w 3253842"/>
              <a:gd name="connsiteY33" fmla="*/ 317803 h 2598764"/>
              <a:gd name="connsiteX34" fmla="*/ 1180382 w 3253842"/>
              <a:gd name="connsiteY34" fmla="*/ 288286 h 2598764"/>
              <a:gd name="connsiteX35" fmla="*/ 673818 w 3253842"/>
              <a:gd name="connsiteY35" fmla="*/ 60684 h 2598764"/>
              <a:gd name="connsiteX36" fmla="*/ 95917 w 3253842"/>
              <a:gd name="connsiteY36" fmla="*/ 463145 h 2598764"/>
              <a:gd name="connsiteX37" fmla="*/ 460402 w 3253842"/>
              <a:gd name="connsiteY37" fmla="*/ 463145 h 2598764"/>
              <a:gd name="connsiteX38" fmla="*/ 650888 w 3253842"/>
              <a:gd name="connsiteY38" fmla="*/ 315556 h 2598764"/>
              <a:gd name="connsiteX39" fmla="*/ 830134 w 3253842"/>
              <a:gd name="connsiteY39" fmla="*/ 496558 h 2598764"/>
              <a:gd name="connsiteX40" fmla="*/ 609524 w 3253842"/>
              <a:gd name="connsiteY40" fmla="*/ 683405 h 2598764"/>
              <a:gd name="connsiteX41" fmla="*/ 505964 w 3253842"/>
              <a:gd name="connsiteY41" fmla="*/ 683405 h 2598764"/>
              <a:gd name="connsiteX42" fmla="*/ 505964 w 3253842"/>
              <a:gd name="connsiteY42" fmla="*/ 935879 h 2598764"/>
              <a:gd name="connsiteX43" fmla="*/ 617018 w 3253842"/>
              <a:gd name="connsiteY43" fmla="*/ 935879 h 2598764"/>
              <a:gd name="connsiteX44" fmla="*/ 734517 w 3253842"/>
              <a:gd name="connsiteY44" fmla="*/ 951911 h 2598764"/>
              <a:gd name="connsiteX45" fmla="*/ 869549 w 3253842"/>
              <a:gd name="connsiteY45" fmla="*/ 1169174 h 2598764"/>
              <a:gd name="connsiteX46" fmla="*/ 689704 w 3253842"/>
              <a:gd name="connsiteY46" fmla="*/ 1399174 h 2598764"/>
              <a:gd name="connsiteX47" fmla="*/ 663328 w 3253842"/>
              <a:gd name="connsiteY47" fmla="*/ 1400522 h 2598764"/>
              <a:gd name="connsiteX48" fmla="*/ 445715 w 3253842"/>
              <a:gd name="connsiteY48" fmla="*/ 1230158 h 2598764"/>
              <a:gd name="connsiteX49" fmla="*/ 65493 w 3253842"/>
              <a:gd name="connsiteY49" fmla="*/ 1230158 h 2598764"/>
              <a:gd name="connsiteX50" fmla="*/ 670521 w 3253842"/>
              <a:gd name="connsiteY50" fmla="*/ 1652997 h 2598764"/>
              <a:gd name="connsiteX51" fmla="*/ 741410 w 3253842"/>
              <a:gd name="connsiteY51" fmla="*/ 1650749 h 2598764"/>
              <a:gd name="connsiteX52" fmla="*/ 764790 w 3253842"/>
              <a:gd name="connsiteY52" fmla="*/ 164940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253842" h="2598764">
                <a:moveTo>
                  <a:pt x="1954165" y="2598765"/>
                </a:moveTo>
                <a:cubicBezTo>
                  <a:pt x="1391549" y="2598765"/>
                  <a:pt x="899074" y="2243352"/>
                  <a:pt x="721478" y="1712032"/>
                </a:cubicBezTo>
                <a:cubicBezTo>
                  <a:pt x="703942" y="1712781"/>
                  <a:pt x="687007" y="1713231"/>
                  <a:pt x="670221" y="1713231"/>
                </a:cubicBezTo>
                <a:cubicBezTo>
                  <a:pt x="82579" y="1713231"/>
                  <a:pt x="10341" y="1322307"/>
                  <a:pt x="2248" y="1202438"/>
                </a:cubicBezTo>
                <a:lnTo>
                  <a:pt x="0" y="1170373"/>
                </a:lnTo>
                <a:lnTo>
                  <a:pt x="495623" y="1170373"/>
                </a:lnTo>
                <a:lnTo>
                  <a:pt x="499668" y="1195696"/>
                </a:lnTo>
                <a:cubicBezTo>
                  <a:pt x="515106" y="1293239"/>
                  <a:pt x="568460" y="1340737"/>
                  <a:pt x="663028" y="1340737"/>
                </a:cubicBezTo>
                <a:cubicBezTo>
                  <a:pt x="669622" y="1340737"/>
                  <a:pt x="676367" y="1340437"/>
                  <a:pt x="683560" y="1339688"/>
                </a:cubicBezTo>
                <a:cubicBezTo>
                  <a:pt x="787570" y="1329350"/>
                  <a:pt x="809302" y="1241396"/>
                  <a:pt x="809302" y="1169324"/>
                </a:cubicBezTo>
                <a:cubicBezTo>
                  <a:pt x="809302" y="1078223"/>
                  <a:pt x="781276" y="1030276"/>
                  <a:pt x="715633" y="1008999"/>
                </a:cubicBezTo>
                <a:cubicBezTo>
                  <a:pt x="688955" y="1000309"/>
                  <a:pt x="655684" y="995963"/>
                  <a:pt x="616717" y="995963"/>
                </a:cubicBezTo>
                <a:lnTo>
                  <a:pt x="445715" y="995963"/>
                </a:lnTo>
                <a:lnTo>
                  <a:pt x="445715" y="623620"/>
                </a:lnTo>
                <a:lnTo>
                  <a:pt x="609224" y="623620"/>
                </a:lnTo>
                <a:cubicBezTo>
                  <a:pt x="745757" y="623620"/>
                  <a:pt x="769886" y="582714"/>
                  <a:pt x="769886" y="496708"/>
                </a:cubicBezTo>
                <a:cubicBezTo>
                  <a:pt x="769886" y="415197"/>
                  <a:pt x="730919" y="375640"/>
                  <a:pt x="650588" y="375640"/>
                </a:cubicBezTo>
                <a:cubicBezTo>
                  <a:pt x="552873" y="375640"/>
                  <a:pt x="526196" y="422389"/>
                  <a:pt x="514806" y="497757"/>
                </a:cubicBezTo>
                <a:lnTo>
                  <a:pt x="510909" y="523229"/>
                </a:lnTo>
                <a:lnTo>
                  <a:pt x="27726" y="523229"/>
                </a:lnTo>
                <a:lnTo>
                  <a:pt x="31472" y="489966"/>
                </a:lnTo>
                <a:cubicBezTo>
                  <a:pt x="41664" y="398865"/>
                  <a:pt x="76135" y="268507"/>
                  <a:pt x="182542" y="164820"/>
                </a:cubicBezTo>
                <a:cubicBezTo>
                  <a:pt x="294196" y="56039"/>
                  <a:pt x="459503" y="899"/>
                  <a:pt x="673669" y="899"/>
                </a:cubicBezTo>
                <a:cubicBezTo>
                  <a:pt x="925152" y="899"/>
                  <a:pt x="1115788" y="82260"/>
                  <a:pt x="1215152" y="230748"/>
                </a:cubicBezTo>
                <a:cubicBezTo>
                  <a:pt x="1433064" y="79713"/>
                  <a:pt x="1687844" y="0"/>
                  <a:pt x="1954165" y="0"/>
                </a:cubicBezTo>
                <a:cubicBezTo>
                  <a:pt x="2670696" y="0"/>
                  <a:pt x="3253843" y="582864"/>
                  <a:pt x="3253843" y="1299382"/>
                </a:cubicBezTo>
                <a:cubicBezTo>
                  <a:pt x="3253843" y="2015901"/>
                  <a:pt x="2670846" y="2598765"/>
                  <a:pt x="1954165" y="2598765"/>
                </a:cubicBezTo>
                <a:close/>
                <a:moveTo>
                  <a:pt x="764640" y="1649550"/>
                </a:moveTo>
                <a:lnTo>
                  <a:pt x="771684" y="1671876"/>
                </a:lnTo>
                <a:cubicBezTo>
                  <a:pt x="934894" y="2190460"/>
                  <a:pt x="1410133" y="2538830"/>
                  <a:pt x="1954314" y="2538830"/>
                </a:cubicBezTo>
                <a:cubicBezTo>
                  <a:pt x="2637875" y="2538830"/>
                  <a:pt x="3194045" y="1982787"/>
                  <a:pt x="3194045" y="1299382"/>
                </a:cubicBezTo>
                <a:cubicBezTo>
                  <a:pt x="3194045" y="615978"/>
                  <a:pt x="2637875" y="59935"/>
                  <a:pt x="1954314" y="59935"/>
                </a:cubicBezTo>
                <a:cubicBezTo>
                  <a:pt x="1689942" y="59935"/>
                  <a:pt x="1437410" y="142195"/>
                  <a:pt x="1224144" y="297875"/>
                </a:cubicBezTo>
                <a:lnTo>
                  <a:pt x="1196867" y="317803"/>
                </a:lnTo>
                <a:lnTo>
                  <a:pt x="1180382" y="288286"/>
                </a:lnTo>
                <a:cubicBezTo>
                  <a:pt x="1098102" y="141596"/>
                  <a:pt x="918108" y="60684"/>
                  <a:pt x="673818" y="60684"/>
                </a:cubicBezTo>
                <a:cubicBezTo>
                  <a:pt x="239643" y="60684"/>
                  <a:pt x="123942" y="299074"/>
                  <a:pt x="95917" y="463145"/>
                </a:cubicBezTo>
                <a:lnTo>
                  <a:pt x="460402" y="463145"/>
                </a:lnTo>
                <a:cubicBezTo>
                  <a:pt x="475690" y="393621"/>
                  <a:pt x="516305" y="315556"/>
                  <a:pt x="650888" y="315556"/>
                </a:cubicBezTo>
                <a:cubicBezTo>
                  <a:pt x="764790" y="315556"/>
                  <a:pt x="830134" y="381484"/>
                  <a:pt x="830134" y="496558"/>
                </a:cubicBezTo>
                <a:cubicBezTo>
                  <a:pt x="830134" y="629163"/>
                  <a:pt x="766289" y="683405"/>
                  <a:pt x="609524" y="683405"/>
                </a:cubicBezTo>
                <a:lnTo>
                  <a:pt x="505964" y="683405"/>
                </a:lnTo>
                <a:lnTo>
                  <a:pt x="505964" y="935879"/>
                </a:lnTo>
                <a:lnTo>
                  <a:pt x="617018" y="935879"/>
                </a:lnTo>
                <a:cubicBezTo>
                  <a:pt x="663028" y="935879"/>
                  <a:pt x="701395" y="941123"/>
                  <a:pt x="734517" y="951911"/>
                </a:cubicBezTo>
                <a:cubicBezTo>
                  <a:pt x="825338" y="981429"/>
                  <a:pt x="869549" y="1052452"/>
                  <a:pt x="869549" y="1169174"/>
                </a:cubicBezTo>
                <a:cubicBezTo>
                  <a:pt x="869549" y="1302079"/>
                  <a:pt x="802257" y="1388086"/>
                  <a:pt x="689704" y="1399174"/>
                </a:cubicBezTo>
                <a:cubicBezTo>
                  <a:pt x="680563" y="1400072"/>
                  <a:pt x="671871" y="1400522"/>
                  <a:pt x="663328" y="1400522"/>
                </a:cubicBezTo>
                <a:cubicBezTo>
                  <a:pt x="548227" y="1400522"/>
                  <a:pt x="471793" y="1340288"/>
                  <a:pt x="445715" y="1230158"/>
                </a:cubicBezTo>
                <a:lnTo>
                  <a:pt x="65493" y="1230158"/>
                </a:lnTo>
                <a:cubicBezTo>
                  <a:pt x="84976" y="1378945"/>
                  <a:pt x="186888" y="1652997"/>
                  <a:pt x="670521" y="1652997"/>
                </a:cubicBezTo>
                <a:cubicBezTo>
                  <a:pt x="693152" y="1652997"/>
                  <a:pt x="716382" y="1652248"/>
                  <a:pt x="741410" y="1650749"/>
                </a:cubicBezTo>
                <a:lnTo>
                  <a:pt x="764790" y="1649401"/>
                </a:ln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7794CB68-0745-93CE-1C8A-79C29C7481C8}"/>
              </a:ext>
            </a:extLst>
          </p:cNvPr>
          <p:cNvGrpSpPr/>
          <p:nvPr/>
        </p:nvGrpSpPr>
        <p:grpSpPr>
          <a:xfrm>
            <a:off x="1940942" y="2036151"/>
            <a:ext cx="1499617" cy="643822"/>
            <a:chOff x="332934" y="2720099"/>
            <a:chExt cx="2968095" cy="643822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795CDBAA-3D83-1083-B9DF-4BCC140CC3E9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F3B50272-9BBD-3ACF-84E4-45D0A60D9400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7016B317-CD53-0598-8AB3-D973645E7CEC}"/>
              </a:ext>
            </a:extLst>
          </p:cNvPr>
          <p:cNvGrpSpPr/>
          <p:nvPr/>
        </p:nvGrpSpPr>
        <p:grpSpPr>
          <a:xfrm>
            <a:off x="5503308" y="3991450"/>
            <a:ext cx="1499617" cy="643822"/>
            <a:chOff x="332934" y="2720099"/>
            <a:chExt cx="2968095" cy="643822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CF614CA9-808A-495C-EF41-7C18856F49BB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14412FF3-A9DD-0BBF-E3F8-6E1BB1A4F24C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5BF30061-FE11-5448-878A-B8377FE758E6}"/>
              </a:ext>
            </a:extLst>
          </p:cNvPr>
          <p:cNvGrpSpPr/>
          <p:nvPr/>
        </p:nvGrpSpPr>
        <p:grpSpPr>
          <a:xfrm>
            <a:off x="9009920" y="2030793"/>
            <a:ext cx="1499617" cy="643822"/>
            <a:chOff x="332934" y="2720099"/>
            <a:chExt cx="2968095" cy="643822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33694B01-2427-A6FD-DA55-48BD9420D822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 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E155DB48-180D-4E38-77A7-A7CCB4759158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2632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9548</TotalTime>
  <Words>28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Five-Point Radial Star Diagram</dc:title>
  <dc:creator>PresentationGO.com</dc:creator>
  <dc:description>© Copyright PresentationGO.com - Do not distribute or sale without written permission.</dc:description>
  <cp:lastModifiedBy>Gajendrula Vasavi</cp:lastModifiedBy>
  <cp:revision>57</cp:revision>
  <dcterms:created xsi:type="dcterms:W3CDTF">2014-11-26T05:14:11Z</dcterms:created>
  <dcterms:modified xsi:type="dcterms:W3CDTF">2026-06-16T09:06:22Z</dcterms:modified>
  <cp:category>Charts &amp; Diagrams</cp:category>
</cp:coreProperties>
</file>