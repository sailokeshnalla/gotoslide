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7"/>
  </p:notesMasterIdLst>
  <p:sldIdLst>
    <p:sldId id="336" r:id="rId4"/>
    <p:sldId id="342" r:id="rId5"/>
    <p:sldId id="30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8F"/>
    <a:srgbClr val="536570"/>
    <a:srgbClr val="4E4E50"/>
    <a:srgbClr val="D9B99B"/>
    <a:srgbClr val="98FF98"/>
    <a:srgbClr val="E6E6FA"/>
    <a:srgbClr val="941651"/>
    <a:srgbClr val="A26700"/>
    <a:srgbClr val="D0BA94"/>
    <a:srgbClr val="FF9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58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659DE-6C4B-1775-F1EB-40AED617F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4EBC7-9889-5851-66C4-6AE842665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BF97A-568F-9511-0DDA-286D9999D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4E0EC-483C-AB79-398A-668CC7A37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60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D2766-C49B-4C1A-9FEE-6F146754B0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93266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presentationgo.com/faq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4">
            <a:extLst>
              <a:ext uri="{FF2B5EF4-FFF2-40B4-BE49-F238E27FC236}">
                <a16:creationId xmlns:a16="http://schemas.microsoft.com/office/drawing/2014/main" id="{812DCB26-01AE-891F-16E2-FF8DEFCCAC2E}"/>
              </a:ext>
            </a:extLst>
          </p:cNvPr>
          <p:cNvSpPr/>
          <p:nvPr/>
        </p:nvSpPr>
        <p:spPr>
          <a:xfrm>
            <a:off x="2332611" y="3611910"/>
            <a:ext cx="2542446" cy="1295758"/>
          </a:xfrm>
          <a:custGeom>
            <a:avLst/>
            <a:gdLst>
              <a:gd name="connsiteX0" fmla="*/ 455419 w 573876"/>
              <a:gd name="connsiteY0" fmla="*/ 108414 h 292476"/>
              <a:gd name="connsiteX1" fmla="*/ 531090 w 573876"/>
              <a:gd name="connsiteY1" fmla="*/ 175903 h 292476"/>
              <a:gd name="connsiteX2" fmla="*/ 557677 w 573876"/>
              <a:gd name="connsiteY2" fmla="*/ 191583 h 292476"/>
              <a:gd name="connsiteX3" fmla="*/ 530408 w 573876"/>
              <a:gd name="connsiteY3" fmla="*/ 289749 h 292476"/>
              <a:gd name="connsiteX4" fmla="*/ 512002 w 573876"/>
              <a:gd name="connsiteY4" fmla="*/ 292476 h 292476"/>
              <a:gd name="connsiteX5" fmla="*/ 91381 w 573876"/>
              <a:gd name="connsiteY5" fmla="*/ 292476 h 292476"/>
              <a:gd name="connsiteX6" fmla="*/ 35480 w 573876"/>
              <a:gd name="connsiteY6" fmla="*/ 278160 h 292476"/>
              <a:gd name="connsiteX7" fmla="*/ 32072 w 573876"/>
              <a:gd name="connsiteY7" fmla="*/ 154089 h 292476"/>
              <a:gd name="connsiteX8" fmla="*/ 86609 w 573876"/>
              <a:gd name="connsiteY8" fmla="*/ 136364 h 292476"/>
              <a:gd name="connsiteX9" fmla="*/ 90700 w 573876"/>
              <a:gd name="connsiteY9" fmla="*/ 136364 h 292476"/>
              <a:gd name="connsiteX10" fmla="*/ 95472 w 573876"/>
              <a:gd name="connsiteY10" fmla="*/ 111823 h 292476"/>
              <a:gd name="connsiteX11" fmla="*/ 182050 w 573876"/>
              <a:gd name="connsiteY11" fmla="*/ 54559 h 292476"/>
              <a:gd name="connsiteX12" fmla="*/ 201820 w 573876"/>
              <a:gd name="connsiteY12" fmla="*/ 58649 h 292476"/>
              <a:gd name="connsiteX13" fmla="*/ 220908 w 573876"/>
              <a:gd name="connsiteY13" fmla="*/ 66148 h 292476"/>
              <a:gd name="connsiteX14" fmla="*/ 354525 w 573876"/>
              <a:gd name="connsiteY14" fmla="*/ 2067 h 292476"/>
              <a:gd name="connsiteX15" fmla="*/ 456101 w 573876"/>
              <a:gd name="connsiteY15" fmla="*/ 109096 h 292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73876" h="292476">
                <a:moveTo>
                  <a:pt x="455419" y="108414"/>
                </a:moveTo>
                <a:cubicBezTo>
                  <a:pt x="500412" y="92053"/>
                  <a:pt x="543361" y="127502"/>
                  <a:pt x="531090" y="175903"/>
                </a:cubicBezTo>
                <a:cubicBezTo>
                  <a:pt x="541316" y="178630"/>
                  <a:pt x="550178" y="183402"/>
                  <a:pt x="557677" y="191583"/>
                </a:cubicBezTo>
                <a:cubicBezTo>
                  <a:pt x="588354" y="224305"/>
                  <a:pt x="573356" y="277478"/>
                  <a:pt x="530408" y="289749"/>
                </a:cubicBezTo>
                <a:cubicBezTo>
                  <a:pt x="524273" y="291113"/>
                  <a:pt x="518137" y="292476"/>
                  <a:pt x="512002" y="292476"/>
                </a:cubicBezTo>
                <a:cubicBezTo>
                  <a:pt x="371568" y="292476"/>
                  <a:pt x="231134" y="292476"/>
                  <a:pt x="91381" y="292476"/>
                </a:cubicBezTo>
                <a:cubicBezTo>
                  <a:pt x="71611" y="292476"/>
                  <a:pt x="52523" y="289068"/>
                  <a:pt x="35480" y="278160"/>
                </a:cubicBezTo>
                <a:cubicBezTo>
                  <a:pt x="-10195" y="249528"/>
                  <a:pt x="-12240" y="186129"/>
                  <a:pt x="32072" y="154089"/>
                </a:cubicBezTo>
                <a:cubicBezTo>
                  <a:pt x="48433" y="142500"/>
                  <a:pt x="66839" y="136364"/>
                  <a:pt x="86609" y="136364"/>
                </a:cubicBezTo>
                <a:cubicBezTo>
                  <a:pt x="87973" y="136364"/>
                  <a:pt x="90018" y="136364"/>
                  <a:pt x="90700" y="136364"/>
                </a:cubicBezTo>
                <a:cubicBezTo>
                  <a:pt x="92063" y="128184"/>
                  <a:pt x="92745" y="120003"/>
                  <a:pt x="95472" y="111823"/>
                </a:cubicBezTo>
                <a:cubicBezTo>
                  <a:pt x="106379" y="72283"/>
                  <a:pt x="143192" y="50469"/>
                  <a:pt x="182050" y="54559"/>
                </a:cubicBezTo>
                <a:cubicBezTo>
                  <a:pt x="188867" y="54559"/>
                  <a:pt x="195684" y="56604"/>
                  <a:pt x="201820" y="58649"/>
                </a:cubicBezTo>
                <a:cubicBezTo>
                  <a:pt x="208637" y="60695"/>
                  <a:pt x="214772" y="63421"/>
                  <a:pt x="220908" y="66148"/>
                </a:cubicBezTo>
                <a:cubicBezTo>
                  <a:pt x="251585" y="16384"/>
                  <a:pt x="296578" y="-7476"/>
                  <a:pt x="354525" y="2067"/>
                </a:cubicBezTo>
                <a:cubicBezTo>
                  <a:pt x="413834" y="12293"/>
                  <a:pt x="445193" y="51832"/>
                  <a:pt x="456101" y="109096"/>
                </a:cubicBezTo>
                <a:close/>
              </a:path>
            </a:pathLst>
          </a:custGeom>
          <a:solidFill>
            <a:schemeClr val="bg1"/>
          </a:solidFill>
          <a:ln w="6814" cap="flat">
            <a:noFill/>
            <a:prstDash val="solid"/>
            <a:miter/>
          </a:ln>
          <a:effectLst>
            <a:outerShdw blurRad="254000" dist="254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6186C8E-B9D4-E4DE-50D7-F24939A4FB41}"/>
              </a:ext>
            </a:extLst>
          </p:cNvPr>
          <p:cNvSpPr/>
          <p:nvPr/>
        </p:nvSpPr>
        <p:spPr>
          <a:xfrm>
            <a:off x="5051362" y="2262980"/>
            <a:ext cx="2089276" cy="1211421"/>
          </a:xfrm>
          <a:custGeom>
            <a:avLst/>
            <a:gdLst>
              <a:gd name="connsiteX0" fmla="*/ 96495 w 2089276"/>
              <a:gd name="connsiteY0" fmla="*/ 0 h 1211421"/>
              <a:gd name="connsiteX1" fmla="*/ 1992999 w 2089276"/>
              <a:gd name="connsiteY1" fmla="*/ 0 h 1211421"/>
              <a:gd name="connsiteX2" fmla="*/ 2037901 w 2089276"/>
              <a:gd name="connsiteY2" fmla="*/ 177166 h 1211421"/>
              <a:gd name="connsiteX3" fmla="*/ 2070304 w 2089276"/>
              <a:gd name="connsiteY3" fmla="*/ 374538 h 1211421"/>
              <a:gd name="connsiteX4" fmla="*/ 2089276 w 2089276"/>
              <a:gd name="connsiteY4" fmla="*/ 639714 h 1211421"/>
              <a:gd name="connsiteX5" fmla="*/ 2089276 w 2089276"/>
              <a:gd name="connsiteY5" fmla="*/ 639718 h 1211421"/>
              <a:gd name="connsiteX6" fmla="*/ 2089276 w 2089276"/>
              <a:gd name="connsiteY6" fmla="*/ 639720 h 1211421"/>
              <a:gd name="connsiteX7" fmla="*/ 2082861 w 2089276"/>
              <a:gd name="connsiteY7" fmla="*/ 862542 h 1211421"/>
              <a:gd name="connsiteX8" fmla="*/ 2066403 w 2089276"/>
              <a:gd name="connsiteY8" fmla="*/ 1056575 h 1211421"/>
              <a:gd name="connsiteX9" fmla="*/ 2044746 w 2089276"/>
              <a:gd name="connsiteY9" fmla="*/ 1211421 h 1211421"/>
              <a:gd name="connsiteX10" fmla="*/ 44532 w 2089276"/>
              <a:gd name="connsiteY10" fmla="*/ 1211421 h 1211421"/>
              <a:gd name="connsiteX11" fmla="*/ 22874 w 2089276"/>
              <a:gd name="connsiteY11" fmla="*/ 1056575 h 1211421"/>
              <a:gd name="connsiteX12" fmla="*/ 6416 w 2089276"/>
              <a:gd name="connsiteY12" fmla="*/ 862542 h 1211421"/>
              <a:gd name="connsiteX13" fmla="*/ 0 w 2089276"/>
              <a:gd name="connsiteY13" fmla="*/ 639720 h 1211421"/>
              <a:gd name="connsiteX14" fmla="*/ 0 w 2089276"/>
              <a:gd name="connsiteY14" fmla="*/ 639718 h 1211421"/>
              <a:gd name="connsiteX15" fmla="*/ 0 w 2089276"/>
              <a:gd name="connsiteY15" fmla="*/ 639717 h 1211421"/>
              <a:gd name="connsiteX16" fmla="*/ 0 w 2089276"/>
              <a:gd name="connsiteY16" fmla="*/ 639714 h 1211421"/>
              <a:gd name="connsiteX17" fmla="*/ 1 w 2089276"/>
              <a:gd name="connsiteY17" fmla="*/ 639714 h 1211421"/>
              <a:gd name="connsiteX18" fmla="*/ 19015 w 2089276"/>
              <a:gd name="connsiteY18" fmla="*/ 374536 h 1211421"/>
              <a:gd name="connsiteX19" fmla="*/ 51492 w 2089276"/>
              <a:gd name="connsiteY19" fmla="*/ 177164 h 121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089276" h="1211421">
                <a:moveTo>
                  <a:pt x="96495" y="0"/>
                </a:moveTo>
                <a:lnTo>
                  <a:pt x="1992999" y="0"/>
                </a:lnTo>
                <a:lnTo>
                  <a:pt x="2037901" y="177166"/>
                </a:lnTo>
                <a:cubicBezTo>
                  <a:pt x="2051487" y="242697"/>
                  <a:pt x="2062207" y="308506"/>
                  <a:pt x="2070304" y="374538"/>
                </a:cubicBezTo>
                <a:lnTo>
                  <a:pt x="2089276" y="639714"/>
                </a:lnTo>
                <a:lnTo>
                  <a:pt x="2089276" y="639718"/>
                </a:lnTo>
                <a:lnTo>
                  <a:pt x="2089276" y="639720"/>
                </a:lnTo>
                <a:lnTo>
                  <a:pt x="2082861" y="862542"/>
                </a:lnTo>
                <a:cubicBezTo>
                  <a:pt x="2079089" y="927366"/>
                  <a:pt x="2073626" y="992044"/>
                  <a:pt x="2066403" y="1056575"/>
                </a:cubicBezTo>
                <a:lnTo>
                  <a:pt x="2044746" y="1211421"/>
                </a:lnTo>
                <a:lnTo>
                  <a:pt x="44532" y="1211421"/>
                </a:lnTo>
                <a:lnTo>
                  <a:pt x="22874" y="1056575"/>
                </a:lnTo>
                <a:cubicBezTo>
                  <a:pt x="15652" y="992044"/>
                  <a:pt x="10189" y="927366"/>
                  <a:pt x="6416" y="862542"/>
                </a:cubicBezTo>
                <a:lnTo>
                  <a:pt x="0" y="639720"/>
                </a:lnTo>
                <a:lnTo>
                  <a:pt x="0" y="639718"/>
                </a:lnTo>
                <a:lnTo>
                  <a:pt x="0" y="639717"/>
                </a:lnTo>
                <a:lnTo>
                  <a:pt x="0" y="639714"/>
                </a:lnTo>
                <a:lnTo>
                  <a:pt x="1" y="639714"/>
                </a:lnTo>
                <a:lnTo>
                  <a:pt x="19015" y="374536"/>
                </a:lnTo>
                <a:cubicBezTo>
                  <a:pt x="27131" y="308504"/>
                  <a:pt x="37876" y="242695"/>
                  <a:pt x="51492" y="1771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C463A6-E53B-C2A0-03B1-B21C823B0C93}"/>
              </a:ext>
            </a:extLst>
          </p:cNvPr>
          <p:cNvSpPr/>
          <p:nvPr/>
        </p:nvSpPr>
        <p:spPr>
          <a:xfrm>
            <a:off x="5095894" y="3474402"/>
            <a:ext cx="2000214" cy="1211421"/>
          </a:xfrm>
          <a:custGeom>
            <a:avLst/>
            <a:gdLst>
              <a:gd name="connsiteX0" fmla="*/ 0 w 2000214"/>
              <a:gd name="connsiteY0" fmla="*/ 0 h 1211421"/>
              <a:gd name="connsiteX1" fmla="*/ 2000214 w 2000214"/>
              <a:gd name="connsiteY1" fmla="*/ 0 h 1211421"/>
              <a:gd name="connsiteX2" fmla="*/ 1994856 w 2000214"/>
              <a:gd name="connsiteY2" fmla="*/ 38307 h 1211421"/>
              <a:gd name="connsiteX3" fmla="*/ 1587737 w 2000214"/>
              <a:gd name="connsiteY3" fmla="*/ 1178782 h 1211421"/>
              <a:gd name="connsiteX4" fmla="*/ 1587737 w 2000214"/>
              <a:gd name="connsiteY4" fmla="*/ 1174700 h 1211421"/>
              <a:gd name="connsiteX5" fmla="*/ 1506125 w 2000214"/>
              <a:gd name="connsiteY5" fmla="*/ 1211421 h 1211421"/>
              <a:gd name="connsiteX6" fmla="*/ 494087 w 2000214"/>
              <a:gd name="connsiteY6" fmla="*/ 1211421 h 1211421"/>
              <a:gd name="connsiteX7" fmla="*/ 412475 w 2000214"/>
              <a:gd name="connsiteY7" fmla="*/ 1174700 h 1211421"/>
              <a:gd name="connsiteX8" fmla="*/ 412475 w 2000214"/>
              <a:gd name="connsiteY8" fmla="*/ 1178782 h 1211421"/>
              <a:gd name="connsiteX9" fmla="*/ 5358 w 2000214"/>
              <a:gd name="connsiteY9" fmla="*/ 38307 h 121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00214" h="1211421">
                <a:moveTo>
                  <a:pt x="0" y="0"/>
                </a:moveTo>
                <a:lnTo>
                  <a:pt x="2000214" y="0"/>
                </a:lnTo>
                <a:lnTo>
                  <a:pt x="1994856" y="38307"/>
                </a:lnTo>
                <a:cubicBezTo>
                  <a:pt x="1929990" y="423737"/>
                  <a:pt x="1799280" y="803894"/>
                  <a:pt x="1587737" y="1178782"/>
                </a:cubicBezTo>
                <a:lnTo>
                  <a:pt x="1587737" y="1174700"/>
                </a:lnTo>
                <a:cubicBezTo>
                  <a:pt x="1571415" y="1203263"/>
                  <a:pt x="1551010" y="1211421"/>
                  <a:pt x="1506125" y="1211421"/>
                </a:cubicBezTo>
                <a:lnTo>
                  <a:pt x="494087" y="1211421"/>
                </a:lnTo>
                <a:cubicBezTo>
                  <a:pt x="449202" y="1211421"/>
                  <a:pt x="428797" y="1203263"/>
                  <a:pt x="412475" y="1174700"/>
                </a:cubicBezTo>
                <a:lnTo>
                  <a:pt x="412475" y="1178782"/>
                </a:lnTo>
                <a:cubicBezTo>
                  <a:pt x="200933" y="803894"/>
                  <a:pt x="70223" y="423737"/>
                  <a:pt x="5358" y="3830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E5D95-B1A7-A10B-5EB5-A26C5A0A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C62CE78-5C40-2671-C3B9-BAAF0C072D9C}"/>
              </a:ext>
            </a:extLst>
          </p:cNvPr>
          <p:cNvGrpSpPr/>
          <p:nvPr/>
        </p:nvGrpSpPr>
        <p:grpSpPr>
          <a:xfrm>
            <a:off x="4592226" y="3588386"/>
            <a:ext cx="3007549" cy="2560340"/>
            <a:chOff x="4592226" y="3588386"/>
            <a:chExt cx="3007549" cy="256034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CB369F0-7737-EAB1-7225-03C750D3D4A5}"/>
                </a:ext>
              </a:extLst>
            </p:cNvPr>
            <p:cNvSpPr/>
            <p:nvPr/>
          </p:nvSpPr>
          <p:spPr>
            <a:xfrm>
              <a:off x="4592226" y="3588386"/>
              <a:ext cx="777240" cy="1946800"/>
            </a:xfrm>
            <a:custGeom>
              <a:avLst/>
              <a:gdLst>
                <a:gd name="connsiteX0" fmla="*/ 343296 w 795191"/>
                <a:gd name="connsiteY0" fmla="*/ 1938642 h 1946800"/>
                <a:gd name="connsiteX1" fmla="*/ 343547 w 795191"/>
                <a:gd name="connsiteY1" fmla="*/ 1938642 h 1946800"/>
                <a:gd name="connsiteX2" fmla="*/ 347358 w 795191"/>
                <a:gd name="connsiteY2" fmla="*/ 1946800 h 1946800"/>
                <a:gd name="connsiteX3" fmla="*/ 429086 w 795191"/>
                <a:gd name="connsiteY3" fmla="*/ 0 h 1946800"/>
                <a:gd name="connsiteX4" fmla="*/ 472583 w 795191"/>
                <a:gd name="connsiteY4" fmla="*/ 198735 h 1946800"/>
                <a:gd name="connsiteX5" fmla="*/ 709781 w 795191"/>
                <a:gd name="connsiteY5" fmla="*/ 850005 h 1946800"/>
                <a:gd name="connsiteX6" fmla="*/ 795191 w 795191"/>
                <a:gd name="connsiteY6" fmla="*/ 1013532 h 1946800"/>
                <a:gd name="connsiteX7" fmla="*/ 789161 w 795191"/>
                <a:gd name="connsiteY7" fmla="*/ 1024695 h 1946800"/>
                <a:gd name="connsiteX8" fmla="*/ 749954 w 795191"/>
                <a:gd name="connsiteY8" fmla="*/ 1065438 h 1946800"/>
                <a:gd name="connsiteX9" fmla="*/ 367694 w 795191"/>
                <a:gd name="connsiteY9" fmla="*/ 1775423 h 1946800"/>
                <a:gd name="connsiteX10" fmla="*/ 351427 w 795191"/>
                <a:gd name="connsiteY10" fmla="*/ 1938642 h 1946800"/>
                <a:gd name="connsiteX11" fmla="*/ 343547 w 795191"/>
                <a:gd name="connsiteY11" fmla="*/ 1938642 h 1946800"/>
                <a:gd name="connsiteX12" fmla="*/ 286364 w 795191"/>
                <a:gd name="connsiteY12" fmla="*/ 1816226 h 1946800"/>
                <a:gd name="connsiteX13" fmla="*/ 34230 w 795191"/>
                <a:gd name="connsiteY13" fmla="*/ 1159285 h 1946800"/>
                <a:gd name="connsiteX14" fmla="*/ 135896 w 795191"/>
                <a:gd name="connsiteY14" fmla="*/ 424813 h 1946800"/>
                <a:gd name="connsiteX15" fmla="*/ 428695 w 795191"/>
                <a:gd name="connsiteY15" fmla="*/ 458 h 1946800"/>
                <a:gd name="connsiteX0" fmla="*/ 343296 w 795191"/>
                <a:gd name="connsiteY0" fmla="*/ 1938642 h 1946800"/>
                <a:gd name="connsiteX1" fmla="*/ 343547 w 795191"/>
                <a:gd name="connsiteY1" fmla="*/ 1938642 h 1946800"/>
                <a:gd name="connsiteX2" fmla="*/ 347358 w 795191"/>
                <a:gd name="connsiteY2" fmla="*/ 1946800 h 1946800"/>
                <a:gd name="connsiteX3" fmla="*/ 343296 w 795191"/>
                <a:gd name="connsiteY3" fmla="*/ 1938642 h 1946800"/>
                <a:gd name="connsiteX4" fmla="*/ 429086 w 795191"/>
                <a:gd name="connsiteY4" fmla="*/ 0 h 1946800"/>
                <a:gd name="connsiteX5" fmla="*/ 472583 w 795191"/>
                <a:gd name="connsiteY5" fmla="*/ 198735 h 1946800"/>
                <a:gd name="connsiteX6" fmla="*/ 709781 w 795191"/>
                <a:gd name="connsiteY6" fmla="*/ 850005 h 1946800"/>
                <a:gd name="connsiteX7" fmla="*/ 795191 w 795191"/>
                <a:gd name="connsiteY7" fmla="*/ 1013532 h 1946800"/>
                <a:gd name="connsiteX8" fmla="*/ 749954 w 795191"/>
                <a:gd name="connsiteY8" fmla="*/ 1065438 h 1946800"/>
                <a:gd name="connsiteX9" fmla="*/ 367694 w 795191"/>
                <a:gd name="connsiteY9" fmla="*/ 1775423 h 1946800"/>
                <a:gd name="connsiteX10" fmla="*/ 351427 w 795191"/>
                <a:gd name="connsiteY10" fmla="*/ 1938642 h 1946800"/>
                <a:gd name="connsiteX11" fmla="*/ 343547 w 795191"/>
                <a:gd name="connsiteY11" fmla="*/ 1938642 h 1946800"/>
                <a:gd name="connsiteX12" fmla="*/ 286364 w 795191"/>
                <a:gd name="connsiteY12" fmla="*/ 1816226 h 1946800"/>
                <a:gd name="connsiteX13" fmla="*/ 34230 w 795191"/>
                <a:gd name="connsiteY13" fmla="*/ 1159285 h 1946800"/>
                <a:gd name="connsiteX14" fmla="*/ 135896 w 795191"/>
                <a:gd name="connsiteY14" fmla="*/ 424813 h 1946800"/>
                <a:gd name="connsiteX15" fmla="*/ 428695 w 795191"/>
                <a:gd name="connsiteY15" fmla="*/ 458 h 1946800"/>
                <a:gd name="connsiteX16" fmla="*/ 429086 w 795191"/>
                <a:gd name="connsiteY16" fmla="*/ 0 h 1946800"/>
                <a:gd name="connsiteX0" fmla="*/ 343296 w 749954"/>
                <a:gd name="connsiteY0" fmla="*/ 1938642 h 1946800"/>
                <a:gd name="connsiteX1" fmla="*/ 343547 w 749954"/>
                <a:gd name="connsiteY1" fmla="*/ 1938642 h 1946800"/>
                <a:gd name="connsiteX2" fmla="*/ 347358 w 749954"/>
                <a:gd name="connsiteY2" fmla="*/ 1946800 h 1946800"/>
                <a:gd name="connsiteX3" fmla="*/ 343296 w 749954"/>
                <a:gd name="connsiteY3" fmla="*/ 1938642 h 1946800"/>
                <a:gd name="connsiteX4" fmla="*/ 429086 w 749954"/>
                <a:gd name="connsiteY4" fmla="*/ 0 h 1946800"/>
                <a:gd name="connsiteX5" fmla="*/ 472583 w 749954"/>
                <a:gd name="connsiteY5" fmla="*/ 198735 h 1946800"/>
                <a:gd name="connsiteX6" fmla="*/ 709781 w 749954"/>
                <a:gd name="connsiteY6" fmla="*/ 850005 h 1946800"/>
                <a:gd name="connsiteX7" fmla="*/ 749954 w 749954"/>
                <a:gd name="connsiteY7" fmla="*/ 1065438 h 1946800"/>
                <a:gd name="connsiteX8" fmla="*/ 367694 w 749954"/>
                <a:gd name="connsiteY8" fmla="*/ 1775423 h 1946800"/>
                <a:gd name="connsiteX9" fmla="*/ 351427 w 749954"/>
                <a:gd name="connsiteY9" fmla="*/ 1938642 h 1946800"/>
                <a:gd name="connsiteX10" fmla="*/ 343547 w 749954"/>
                <a:gd name="connsiteY10" fmla="*/ 1938642 h 1946800"/>
                <a:gd name="connsiteX11" fmla="*/ 286364 w 749954"/>
                <a:gd name="connsiteY11" fmla="*/ 1816226 h 1946800"/>
                <a:gd name="connsiteX12" fmla="*/ 34230 w 749954"/>
                <a:gd name="connsiteY12" fmla="*/ 1159285 h 1946800"/>
                <a:gd name="connsiteX13" fmla="*/ 135896 w 749954"/>
                <a:gd name="connsiteY13" fmla="*/ 424813 h 1946800"/>
                <a:gd name="connsiteX14" fmla="*/ 428695 w 749954"/>
                <a:gd name="connsiteY14" fmla="*/ 458 h 1946800"/>
                <a:gd name="connsiteX15" fmla="*/ 429086 w 749954"/>
                <a:gd name="connsiteY15" fmla="*/ 0 h 1946800"/>
                <a:gd name="connsiteX0" fmla="*/ 343296 w 764878"/>
                <a:gd name="connsiteY0" fmla="*/ 1938642 h 1946800"/>
                <a:gd name="connsiteX1" fmla="*/ 343547 w 764878"/>
                <a:gd name="connsiteY1" fmla="*/ 1938642 h 1946800"/>
                <a:gd name="connsiteX2" fmla="*/ 347358 w 764878"/>
                <a:gd name="connsiteY2" fmla="*/ 1946800 h 1946800"/>
                <a:gd name="connsiteX3" fmla="*/ 343296 w 764878"/>
                <a:gd name="connsiteY3" fmla="*/ 1938642 h 1946800"/>
                <a:gd name="connsiteX4" fmla="*/ 429086 w 764878"/>
                <a:gd name="connsiteY4" fmla="*/ 0 h 1946800"/>
                <a:gd name="connsiteX5" fmla="*/ 472583 w 764878"/>
                <a:gd name="connsiteY5" fmla="*/ 198735 h 1946800"/>
                <a:gd name="connsiteX6" fmla="*/ 709781 w 764878"/>
                <a:gd name="connsiteY6" fmla="*/ 850005 h 1946800"/>
                <a:gd name="connsiteX7" fmla="*/ 749954 w 764878"/>
                <a:gd name="connsiteY7" fmla="*/ 1065438 h 1946800"/>
                <a:gd name="connsiteX8" fmla="*/ 367694 w 764878"/>
                <a:gd name="connsiteY8" fmla="*/ 1775423 h 1946800"/>
                <a:gd name="connsiteX9" fmla="*/ 351427 w 764878"/>
                <a:gd name="connsiteY9" fmla="*/ 1938642 h 1946800"/>
                <a:gd name="connsiteX10" fmla="*/ 343547 w 764878"/>
                <a:gd name="connsiteY10" fmla="*/ 1938642 h 1946800"/>
                <a:gd name="connsiteX11" fmla="*/ 286364 w 764878"/>
                <a:gd name="connsiteY11" fmla="*/ 1816226 h 1946800"/>
                <a:gd name="connsiteX12" fmla="*/ 34230 w 764878"/>
                <a:gd name="connsiteY12" fmla="*/ 1159285 h 1946800"/>
                <a:gd name="connsiteX13" fmla="*/ 135896 w 764878"/>
                <a:gd name="connsiteY13" fmla="*/ 424813 h 1946800"/>
                <a:gd name="connsiteX14" fmla="*/ 428695 w 764878"/>
                <a:gd name="connsiteY14" fmla="*/ 458 h 1946800"/>
                <a:gd name="connsiteX15" fmla="*/ 429086 w 764878"/>
                <a:gd name="connsiteY15" fmla="*/ 0 h 1946800"/>
                <a:gd name="connsiteX0" fmla="*/ 343296 w 767649"/>
                <a:gd name="connsiteY0" fmla="*/ 1938642 h 1946800"/>
                <a:gd name="connsiteX1" fmla="*/ 343547 w 767649"/>
                <a:gd name="connsiteY1" fmla="*/ 1938642 h 1946800"/>
                <a:gd name="connsiteX2" fmla="*/ 347358 w 767649"/>
                <a:gd name="connsiteY2" fmla="*/ 1946800 h 1946800"/>
                <a:gd name="connsiteX3" fmla="*/ 343296 w 767649"/>
                <a:gd name="connsiteY3" fmla="*/ 1938642 h 1946800"/>
                <a:gd name="connsiteX4" fmla="*/ 429086 w 767649"/>
                <a:gd name="connsiteY4" fmla="*/ 0 h 1946800"/>
                <a:gd name="connsiteX5" fmla="*/ 472583 w 767649"/>
                <a:gd name="connsiteY5" fmla="*/ 198735 h 1946800"/>
                <a:gd name="connsiteX6" fmla="*/ 709781 w 767649"/>
                <a:gd name="connsiteY6" fmla="*/ 850005 h 1946800"/>
                <a:gd name="connsiteX7" fmla="*/ 749954 w 767649"/>
                <a:gd name="connsiteY7" fmla="*/ 1065438 h 1946800"/>
                <a:gd name="connsiteX8" fmla="*/ 367694 w 767649"/>
                <a:gd name="connsiteY8" fmla="*/ 1775423 h 1946800"/>
                <a:gd name="connsiteX9" fmla="*/ 351427 w 767649"/>
                <a:gd name="connsiteY9" fmla="*/ 1938642 h 1946800"/>
                <a:gd name="connsiteX10" fmla="*/ 343547 w 767649"/>
                <a:gd name="connsiteY10" fmla="*/ 1938642 h 1946800"/>
                <a:gd name="connsiteX11" fmla="*/ 286364 w 767649"/>
                <a:gd name="connsiteY11" fmla="*/ 1816226 h 1946800"/>
                <a:gd name="connsiteX12" fmla="*/ 34230 w 767649"/>
                <a:gd name="connsiteY12" fmla="*/ 1159285 h 1946800"/>
                <a:gd name="connsiteX13" fmla="*/ 135896 w 767649"/>
                <a:gd name="connsiteY13" fmla="*/ 424813 h 1946800"/>
                <a:gd name="connsiteX14" fmla="*/ 428695 w 767649"/>
                <a:gd name="connsiteY14" fmla="*/ 458 h 1946800"/>
                <a:gd name="connsiteX15" fmla="*/ 429086 w 767649"/>
                <a:gd name="connsiteY15" fmla="*/ 0 h 1946800"/>
                <a:gd name="connsiteX0" fmla="*/ 343296 w 772127"/>
                <a:gd name="connsiteY0" fmla="*/ 1938642 h 1946800"/>
                <a:gd name="connsiteX1" fmla="*/ 343547 w 772127"/>
                <a:gd name="connsiteY1" fmla="*/ 1938642 h 1946800"/>
                <a:gd name="connsiteX2" fmla="*/ 347358 w 772127"/>
                <a:gd name="connsiteY2" fmla="*/ 1946800 h 1946800"/>
                <a:gd name="connsiteX3" fmla="*/ 343296 w 772127"/>
                <a:gd name="connsiteY3" fmla="*/ 1938642 h 1946800"/>
                <a:gd name="connsiteX4" fmla="*/ 429086 w 772127"/>
                <a:gd name="connsiteY4" fmla="*/ 0 h 1946800"/>
                <a:gd name="connsiteX5" fmla="*/ 472583 w 772127"/>
                <a:gd name="connsiteY5" fmla="*/ 198735 h 1946800"/>
                <a:gd name="connsiteX6" fmla="*/ 709781 w 772127"/>
                <a:gd name="connsiteY6" fmla="*/ 850005 h 1946800"/>
                <a:gd name="connsiteX7" fmla="*/ 749954 w 772127"/>
                <a:gd name="connsiteY7" fmla="*/ 1065438 h 1946800"/>
                <a:gd name="connsiteX8" fmla="*/ 367694 w 772127"/>
                <a:gd name="connsiteY8" fmla="*/ 1775423 h 1946800"/>
                <a:gd name="connsiteX9" fmla="*/ 351427 w 772127"/>
                <a:gd name="connsiteY9" fmla="*/ 1938642 h 1946800"/>
                <a:gd name="connsiteX10" fmla="*/ 343547 w 772127"/>
                <a:gd name="connsiteY10" fmla="*/ 1938642 h 1946800"/>
                <a:gd name="connsiteX11" fmla="*/ 286364 w 772127"/>
                <a:gd name="connsiteY11" fmla="*/ 1816226 h 1946800"/>
                <a:gd name="connsiteX12" fmla="*/ 34230 w 772127"/>
                <a:gd name="connsiteY12" fmla="*/ 1159285 h 1946800"/>
                <a:gd name="connsiteX13" fmla="*/ 135896 w 772127"/>
                <a:gd name="connsiteY13" fmla="*/ 424813 h 1946800"/>
                <a:gd name="connsiteX14" fmla="*/ 428695 w 772127"/>
                <a:gd name="connsiteY14" fmla="*/ 458 h 1946800"/>
                <a:gd name="connsiteX15" fmla="*/ 429086 w 772127"/>
                <a:gd name="connsiteY15" fmla="*/ 0 h 194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2127" h="1946800">
                  <a:moveTo>
                    <a:pt x="343296" y="1938642"/>
                  </a:moveTo>
                  <a:lnTo>
                    <a:pt x="343547" y="1938642"/>
                  </a:lnTo>
                  <a:lnTo>
                    <a:pt x="347358" y="1946800"/>
                  </a:lnTo>
                  <a:lnTo>
                    <a:pt x="343296" y="1938642"/>
                  </a:lnTo>
                  <a:close/>
                  <a:moveTo>
                    <a:pt x="429086" y="0"/>
                  </a:moveTo>
                  <a:lnTo>
                    <a:pt x="472583" y="198735"/>
                  </a:lnTo>
                  <a:cubicBezTo>
                    <a:pt x="528052" y="417546"/>
                    <a:pt x="606185" y="634636"/>
                    <a:pt x="709781" y="850005"/>
                  </a:cubicBezTo>
                  <a:cubicBezTo>
                    <a:pt x="765082" y="996111"/>
                    <a:pt x="795618" y="1022202"/>
                    <a:pt x="749954" y="1065438"/>
                  </a:cubicBezTo>
                  <a:cubicBezTo>
                    <a:pt x="534450" y="1269483"/>
                    <a:pt x="408359" y="1506116"/>
                    <a:pt x="367694" y="1775423"/>
                  </a:cubicBezTo>
                  <a:cubicBezTo>
                    <a:pt x="359557" y="1828466"/>
                    <a:pt x="355495" y="1885592"/>
                    <a:pt x="351427" y="1938642"/>
                  </a:cubicBezTo>
                  <a:lnTo>
                    <a:pt x="343547" y="1938642"/>
                  </a:lnTo>
                  <a:lnTo>
                    <a:pt x="286364" y="1816226"/>
                  </a:lnTo>
                  <a:cubicBezTo>
                    <a:pt x="184698" y="1604045"/>
                    <a:pt x="95231" y="1387788"/>
                    <a:pt x="34230" y="1159285"/>
                  </a:cubicBezTo>
                  <a:cubicBezTo>
                    <a:pt x="-30840" y="906301"/>
                    <a:pt x="-6436" y="657399"/>
                    <a:pt x="135896" y="424813"/>
                  </a:cubicBezTo>
                  <a:cubicBezTo>
                    <a:pt x="225363" y="281999"/>
                    <a:pt x="331091" y="143266"/>
                    <a:pt x="428695" y="458"/>
                  </a:cubicBezTo>
                  <a:lnTo>
                    <a:pt x="429086" y="0"/>
                  </a:lnTo>
                  <a:close/>
                </a:path>
              </a:pathLst>
            </a:custGeom>
            <a:solidFill>
              <a:schemeClr val="tx2"/>
            </a:solidFill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06835EE-2403-D162-B77A-8669C62C3599}"/>
                </a:ext>
              </a:extLst>
            </p:cNvPr>
            <p:cNvSpPr/>
            <p:nvPr/>
          </p:nvSpPr>
          <p:spPr>
            <a:xfrm flipH="1">
              <a:off x="6822535" y="3588386"/>
              <a:ext cx="777240" cy="1946800"/>
            </a:xfrm>
            <a:custGeom>
              <a:avLst/>
              <a:gdLst>
                <a:gd name="connsiteX0" fmla="*/ 343296 w 795191"/>
                <a:gd name="connsiteY0" fmla="*/ 1938642 h 1946800"/>
                <a:gd name="connsiteX1" fmla="*/ 343547 w 795191"/>
                <a:gd name="connsiteY1" fmla="*/ 1938642 h 1946800"/>
                <a:gd name="connsiteX2" fmla="*/ 347358 w 795191"/>
                <a:gd name="connsiteY2" fmla="*/ 1946800 h 1946800"/>
                <a:gd name="connsiteX3" fmla="*/ 429086 w 795191"/>
                <a:gd name="connsiteY3" fmla="*/ 0 h 1946800"/>
                <a:gd name="connsiteX4" fmla="*/ 472583 w 795191"/>
                <a:gd name="connsiteY4" fmla="*/ 198735 h 1946800"/>
                <a:gd name="connsiteX5" fmla="*/ 709781 w 795191"/>
                <a:gd name="connsiteY5" fmla="*/ 850005 h 1946800"/>
                <a:gd name="connsiteX6" fmla="*/ 795191 w 795191"/>
                <a:gd name="connsiteY6" fmla="*/ 1013532 h 1946800"/>
                <a:gd name="connsiteX7" fmla="*/ 789161 w 795191"/>
                <a:gd name="connsiteY7" fmla="*/ 1024695 h 1946800"/>
                <a:gd name="connsiteX8" fmla="*/ 749954 w 795191"/>
                <a:gd name="connsiteY8" fmla="*/ 1065438 h 1946800"/>
                <a:gd name="connsiteX9" fmla="*/ 367694 w 795191"/>
                <a:gd name="connsiteY9" fmla="*/ 1775423 h 1946800"/>
                <a:gd name="connsiteX10" fmla="*/ 351427 w 795191"/>
                <a:gd name="connsiteY10" fmla="*/ 1938642 h 1946800"/>
                <a:gd name="connsiteX11" fmla="*/ 343547 w 795191"/>
                <a:gd name="connsiteY11" fmla="*/ 1938642 h 1946800"/>
                <a:gd name="connsiteX12" fmla="*/ 286364 w 795191"/>
                <a:gd name="connsiteY12" fmla="*/ 1816226 h 1946800"/>
                <a:gd name="connsiteX13" fmla="*/ 34230 w 795191"/>
                <a:gd name="connsiteY13" fmla="*/ 1159285 h 1946800"/>
                <a:gd name="connsiteX14" fmla="*/ 135896 w 795191"/>
                <a:gd name="connsiteY14" fmla="*/ 424813 h 1946800"/>
                <a:gd name="connsiteX15" fmla="*/ 428695 w 795191"/>
                <a:gd name="connsiteY15" fmla="*/ 458 h 1946800"/>
                <a:gd name="connsiteX0" fmla="*/ 343296 w 795191"/>
                <a:gd name="connsiteY0" fmla="*/ 1938642 h 1946800"/>
                <a:gd name="connsiteX1" fmla="*/ 343547 w 795191"/>
                <a:gd name="connsiteY1" fmla="*/ 1938642 h 1946800"/>
                <a:gd name="connsiteX2" fmla="*/ 347358 w 795191"/>
                <a:gd name="connsiteY2" fmla="*/ 1946800 h 1946800"/>
                <a:gd name="connsiteX3" fmla="*/ 343296 w 795191"/>
                <a:gd name="connsiteY3" fmla="*/ 1938642 h 1946800"/>
                <a:gd name="connsiteX4" fmla="*/ 429086 w 795191"/>
                <a:gd name="connsiteY4" fmla="*/ 0 h 1946800"/>
                <a:gd name="connsiteX5" fmla="*/ 472583 w 795191"/>
                <a:gd name="connsiteY5" fmla="*/ 198735 h 1946800"/>
                <a:gd name="connsiteX6" fmla="*/ 709781 w 795191"/>
                <a:gd name="connsiteY6" fmla="*/ 850005 h 1946800"/>
                <a:gd name="connsiteX7" fmla="*/ 795191 w 795191"/>
                <a:gd name="connsiteY7" fmla="*/ 1013532 h 1946800"/>
                <a:gd name="connsiteX8" fmla="*/ 749954 w 795191"/>
                <a:gd name="connsiteY8" fmla="*/ 1065438 h 1946800"/>
                <a:gd name="connsiteX9" fmla="*/ 367694 w 795191"/>
                <a:gd name="connsiteY9" fmla="*/ 1775423 h 1946800"/>
                <a:gd name="connsiteX10" fmla="*/ 351427 w 795191"/>
                <a:gd name="connsiteY10" fmla="*/ 1938642 h 1946800"/>
                <a:gd name="connsiteX11" fmla="*/ 343547 w 795191"/>
                <a:gd name="connsiteY11" fmla="*/ 1938642 h 1946800"/>
                <a:gd name="connsiteX12" fmla="*/ 286364 w 795191"/>
                <a:gd name="connsiteY12" fmla="*/ 1816226 h 1946800"/>
                <a:gd name="connsiteX13" fmla="*/ 34230 w 795191"/>
                <a:gd name="connsiteY13" fmla="*/ 1159285 h 1946800"/>
                <a:gd name="connsiteX14" fmla="*/ 135896 w 795191"/>
                <a:gd name="connsiteY14" fmla="*/ 424813 h 1946800"/>
                <a:gd name="connsiteX15" fmla="*/ 428695 w 795191"/>
                <a:gd name="connsiteY15" fmla="*/ 458 h 1946800"/>
                <a:gd name="connsiteX16" fmla="*/ 429086 w 795191"/>
                <a:gd name="connsiteY16" fmla="*/ 0 h 1946800"/>
                <a:gd name="connsiteX0" fmla="*/ 343296 w 749954"/>
                <a:gd name="connsiteY0" fmla="*/ 1938642 h 1946800"/>
                <a:gd name="connsiteX1" fmla="*/ 343547 w 749954"/>
                <a:gd name="connsiteY1" fmla="*/ 1938642 h 1946800"/>
                <a:gd name="connsiteX2" fmla="*/ 347358 w 749954"/>
                <a:gd name="connsiteY2" fmla="*/ 1946800 h 1946800"/>
                <a:gd name="connsiteX3" fmla="*/ 343296 w 749954"/>
                <a:gd name="connsiteY3" fmla="*/ 1938642 h 1946800"/>
                <a:gd name="connsiteX4" fmla="*/ 429086 w 749954"/>
                <a:gd name="connsiteY4" fmla="*/ 0 h 1946800"/>
                <a:gd name="connsiteX5" fmla="*/ 472583 w 749954"/>
                <a:gd name="connsiteY5" fmla="*/ 198735 h 1946800"/>
                <a:gd name="connsiteX6" fmla="*/ 709781 w 749954"/>
                <a:gd name="connsiteY6" fmla="*/ 850005 h 1946800"/>
                <a:gd name="connsiteX7" fmla="*/ 749954 w 749954"/>
                <a:gd name="connsiteY7" fmla="*/ 1065438 h 1946800"/>
                <a:gd name="connsiteX8" fmla="*/ 367694 w 749954"/>
                <a:gd name="connsiteY8" fmla="*/ 1775423 h 1946800"/>
                <a:gd name="connsiteX9" fmla="*/ 351427 w 749954"/>
                <a:gd name="connsiteY9" fmla="*/ 1938642 h 1946800"/>
                <a:gd name="connsiteX10" fmla="*/ 343547 w 749954"/>
                <a:gd name="connsiteY10" fmla="*/ 1938642 h 1946800"/>
                <a:gd name="connsiteX11" fmla="*/ 286364 w 749954"/>
                <a:gd name="connsiteY11" fmla="*/ 1816226 h 1946800"/>
                <a:gd name="connsiteX12" fmla="*/ 34230 w 749954"/>
                <a:gd name="connsiteY12" fmla="*/ 1159285 h 1946800"/>
                <a:gd name="connsiteX13" fmla="*/ 135896 w 749954"/>
                <a:gd name="connsiteY13" fmla="*/ 424813 h 1946800"/>
                <a:gd name="connsiteX14" fmla="*/ 428695 w 749954"/>
                <a:gd name="connsiteY14" fmla="*/ 458 h 1946800"/>
                <a:gd name="connsiteX15" fmla="*/ 429086 w 749954"/>
                <a:gd name="connsiteY15" fmla="*/ 0 h 1946800"/>
                <a:gd name="connsiteX0" fmla="*/ 343296 w 764878"/>
                <a:gd name="connsiteY0" fmla="*/ 1938642 h 1946800"/>
                <a:gd name="connsiteX1" fmla="*/ 343547 w 764878"/>
                <a:gd name="connsiteY1" fmla="*/ 1938642 h 1946800"/>
                <a:gd name="connsiteX2" fmla="*/ 347358 w 764878"/>
                <a:gd name="connsiteY2" fmla="*/ 1946800 h 1946800"/>
                <a:gd name="connsiteX3" fmla="*/ 343296 w 764878"/>
                <a:gd name="connsiteY3" fmla="*/ 1938642 h 1946800"/>
                <a:gd name="connsiteX4" fmla="*/ 429086 w 764878"/>
                <a:gd name="connsiteY4" fmla="*/ 0 h 1946800"/>
                <a:gd name="connsiteX5" fmla="*/ 472583 w 764878"/>
                <a:gd name="connsiteY5" fmla="*/ 198735 h 1946800"/>
                <a:gd name="connsiteX6" fmla="*/ 709781 w 764878"/>
                <a:gd name="connsiteY6" fmla="*/ 850005 h 1946800"/>
                <a:gd name="connsiteX7" fmla="*/ 749954 w 764878"/>
                <a:gd name="connsiteY7" fmla="*/ 1065438 h 1946800"/>
                <a:gd name="connsiteX8" fmla="*/ 367694 w 764878"/>
                <a:gd name="connsiteY8" fmla="*/ 1775423 h 1946800"/>
                <a:gd name="connsiteX9" fmla="*/ 351427 w 764878"/>
                <a:gd name="connsiteY9" fmla="*/ 1938642 h 1946800"/>
                <a:gd name="connsiteX10" fmla="*/ 343547 w 764878"/>
                <a:gd name="connsiteY10" fmla="*/ 1938642 h 1946800"/>
                <a:gd name="connsiteX11" fmla="*/ 286364 w 764878"/>
                <a:gd name="connsiteY11" fmla="*/ 1816226 h 1946800"/>
                <a:gd name="connsiteX12" fmla="*/ 34230 w 764878"/>
                <a:gd name="connsiteY12" fmla="*/ 1159285 h 1946800"/>
                <a:gd name="connsiteX13" fmla="*/ 135896 w 764878"/>
                <a:gd name="connsiteY13" fmla="*/ 424813 h 1946800"/>
                <a:gd name="connsiteX14" fmla="*/ 428695 w 764878"/>
                <a:gd name="connsiteY14" fmla="*/ 458 h 1946800"/>
                <a:gd name="connsiteX15" fmla="*/ 429086 w 764878"/>
                <a:gd name="connsiteY15" fmla="*/ 0 h 1946800"/>
                <a:gd name="connsiteX0" fmla="*/ 343296 w 767649"/>
                <a:gd name="connsiteY0" fmla="*/ 1938642 h 1946800"/>
                <a:gd name="connsiteX1" fmla="*/ 343547 w 767649"/>
                <a:gd name="connsiteY1" fmla="*/ 1938642 h 1946800"/>
                <a:gd name="connsiteX2" fmla="*/ 347358 w 767649"/>
                <a:gd name="connsiteY2" fmla="*/ 1946800 h 1946800"/>
                <a:gd name="connsiteX3" fmla="*/ 343296 w 767649"/>
                <a:gd name="connsiteY3" fmla="*/ 1938642 h 1946800"/>
                <a:gd name="connsiteX4" fmla="*/ 429086 w 767649"/>
                <a:gd name="connsiteY4" fmla="*/ 0 h 1946800"/>
                <a:gd name="connsiteX5" fmla="*/ 472583 w 767649"/>
                <a:gd name="connsiteY5" fmla="*/ 198735 h 1946800"/>
                <a:gd name="connsiteX6" fmla="*/ 709781 w 767649"/>
                <a:gd name="connsiteY6" fmla="*/ 850005 h 1946800"/>
                <a:gd name="connsiteX7" fmla="*/ 749954 w 767649"/>
                <a:gd name="connsiteY7" fmla="*/ 1065438 h 1946800"/>
                <a:gd name="connsiteX8" fmla="*/ 367694 w 767649"/>
                <a:gd name="connsiteY8" fmla="*/ 1775423 h 1946800"/>
                <a:gd name="connsiteX9" fmla="*/ 351427 w 767649"/>
                <a:gd name="connsiteY9" fmla="*/ 1938642 h 1946800"/>
                <a:gd name="connsiteX10" fmla="*/ 343547 w 767649"/>
                <a:gd name="connsiteY10" fmla="*/ 1938642 h 1946800"/>
                <a:gd name="connsiteX11" fmla="*/ 286364 w 767649"/>
                <a:gd name="connsiteY11" fmla="*/ 1816226 h 1946800"/>
                <a:gd name="connsiteX12" fmla="*/ 34230 w 767649"/>
                <a:gd name="connsiteY12" fmla="*/ 1159285 h 1946800"/>
                <a:gd name="connsiteX13" fmla="*/ 135896 w 767649"/>
                <a:gd name="connsiteY13" fmla="*/ 424813 h 1946800"/>
                <a:gd name="connsiteX14" fmla="*/ 428695 w 767649"/>
                <a:gd name="connsiteY14" fmla="*/ 458 h 1946800"/>
                <a:gd name="connsiteX15" fmla="*/ 429086 w 767649"/>
                <a:gd name="connsiteY15" fmla="*/ 0 h 1946800"/>
                <a:gd name="connsiteX0" fmla="*/ 343296 w 772127"/>
                <a:gd name="connsiteY0" fmla="*/ 1938642 h 1946800"/>
                <a:gd name="connsiteX1" fmla="*/ 343547 w 772127"/>
                <a:gd name="connsiteY1" fmla="*/ 1938642 h 1946800"/>
                <a:gd name="connsiteX2" fmla="*/ 347358 w 772127"/>
                <a:gd name="connsiteY2" fmla="*/ 1946800 h 1946800"/>
                <a:gd name="connsiteX3" fmla="*/ 343296 w 772127"/>
                <a:gd name="connsiteY3" fmla="*/ 1938642 h 1946800"/>
                <a:gd name="connsiteX4" fmla="*/ 429086 w 772127"/>
                <a:gd name="connsiteY4" fmla="*/ 0 h 1946800"/>
                <a:gd name="connsiteX5" fmla="*/ 472583 w 772127"/>
                <a:gd name="connsiteY5" fmla="*/ 198735 h 1946800"/>
                <a:gd name="connsiteX6" fmla="*/ 709781 w 772127"/>
                <a:gd name="connsiteY6" fmla="*/ 850005 h 1946800"/>
                <a:gd name="connsiteX7" fmla="*/ 749954 w 772127"/>
                <a:gd name="connsiteY7" fmla="*/ 1065438 h 1946800"/>
                <a:gd name="connsiteX8" fmla="*/ 367694 w 772127"/>
                <a:gd name="connsiteY8" fmla="*/ 1775423 h 1946800"/>
                <a:gd name="connsiteX9" fmla="*/ 351427 w 772127"/>
                <a:gd name="connsiteY9" fmla="*/ 1938642 h 1946800"/>
                <a:gd name="connsiteX10" fmla="*/ 343547 w 772127"/>
                <a:gd name="connsiteY10" fmla="*/ 1938642 h 1946800"/>
                <a:gd name="connsiteX11" fmla="*/ 286364 w 772127"/>
                <a:gd name="connsiteY11" fmla="*/ 1816226 h 1946800"/>
                <a:gd name="connsiteX12" fmla="*/ 34230 w 772127"/>
                <a:gd name="connsiteY12" fmla="*/ 1159285 h 1946800"/>
                <a:gd name="connsiteX13" fmla="*/ 135896 w 772127"/>
                <a:gd name="connsiteY13" fmla="*/ 424813 h 1946800"/>
                <a:gd name="connsiteX14" fmla="*/ 428695 w 772127"/>
                <a:gd name="connsiteY14" fmla="*/ 458 h 1946800"/>
                <a:gd name="connsiteX15" fmla="*/ 429086 w 772127"/>
                <a:gd name="connsiteY15" fmla="*/ 0 h 194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2127" h="1946800">
                  <a:moveTo>
                    <a:pt x="343296" y="1938642"/>
                  </a:moveTo>
                  <a:lnTo>
                    <a:pt x="343547" y="1938642"/>
                  </a:lnTo>
                  <a:lnTo>
                    <a:pt x="347358" y="1946800"/>
                  </a:lnTo>
                  <a:lnTo>
                    <a:pt x="343296" y="1938642"/>
                  </a:lnTo>
                  <a:close/>
                  <a:moveTo>
                    <a:pt x="429086" y="0"/>
                  </a:moveTo>
                  <a:lnTo>
                    <a:pt x="472583" y="198735"/>
                  </a:lnTo>
                  <a:cubicBezTo>
                    <a:pt x="528052" y="417546"/>
                    <a:pt x="606185" y="634636"/>
                    <a:pt x="709781" y="850005"/>
                  </a:cubicBezTo>
                  <a:cubicBezTo>
                    <a:pt x="765082" y="996111"/>
                    <a:pt x="795618" y="1022202"/>
                    <a:pt x="749954" y="1065438"/>
                  </a:cubicBezTo>
                  <a:cubicBezTo>
                    <a:pt x="534450" y="1269483"/>
                    <a:pt x="408359" y="1506116"/>
                    <a:pt x="367694" y="1775423"/>
                  </a:cubicBezTo>
                  <a:cubicBezTo>
                    <a:pt x="359557" y="1828466"/>
                    <a:pt x="355495" y="1885592"/>
                    <a:pt x="351427" y="1938642"/>
                  </a:cubicBezTo>
                  <a:lnTo>
                    <a:pt x="343547" y="1938642"/>
                  </a:lnTo>
                  <a:lnTo>
                    <a:pt x="286364" y="1816226"/>
                  </a:lnTo>
                  <a:cubicBezTo>
                    <a:pt x="184698" y="1604045"/>
                    <a:pt x="95231" y="1387788"/>
                    <a:pt x="34230" y="1159285"/>
                  </a:cubicBezTo>
                  <a:cubicBezTo>
                    <a:pt x="-30840" y="906301"/>
                    <a:pt x="-6436" y="657399"/>
                    <a:pt x="135896" y="424813"/>
                  </a:cubicBezTo>
                  <a:cubicBezTo>
                    <a:pt x="225363" y="281999"/>
                    <a:pt x="331091" y="143266"/>
                    <a:pt x="428695" y="458"/>
                  </a:cubicBezTo>
                  <a:lnTo>
                    <a:pt x="429086" y="0"/>
                  </a:lnTo>
                  <a:close/>
                </a:path>
              </a:pathLst>
            </a:custGeom>
            <a:solidFill>
              <a:schemeClr val="tx2"/>
            </a:solidFill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5B0E72-09EC-BF6A-2715-729B8844694A}"/>
                </a:ext>
              </a:extLst>
            </p:cNvPr>
            <p:cNvSpPr/>
            <p:nvPr/>
          </p:nvSpPr>
          <p:spPr>
            <a:xfrm flipH="1">
              <a:off x="5736762" y="4761395"/>
              <a:ext cx="718478" cy="1387331"/>
            </a:xfrm>
            <a:custGeom>
              <a:avLst/>
              <a:gdLst>
                <a:gd name="connsiteX0" fmla="*/ 706226 w 718478"/>
                <a:gd name="connsiteY0" fmla="*/ 0 h 1387331"/>
                <a:gd name="connsiteX1" fmla="*/ 359239 w 718478"/>
                <a:gd name="connsiteY1" fmla="*/ 0 h 1387331"/>
                <a:gd name="connsiteX2" fmla="*/ 12252 w 718478"/>
                <a:gd name="connsiteY2" fmla="*/ 0 h 1387331"/>
                <a:gd name="connsiteX3" fmla="*/ 146909 w 718478"/>
                <a:gd name="connsiteY3" fmla="*/ 167296 h 1387331"/>
                <a:gd name="connsiteX4" fmla="*/ 77536 w 718478"/>
                <a:gd name="connsiteY4" fmla="*/ 281547 h 1387331"/>
                <a:gd name="connsiteX5" fmla="*/ 77536 w 718478"/>
                <a:gd name="connsiteY5" fmla="*/ 681428 h 1387331"/>
                <a:gd name="connsiteX6" fmla="*/ 359089 w 718478"/>
                <a:gd name="connsiteY6" fmla="*/ 1387331 h 1387331"/>
                <a:gd name="connsiteX7" fmla="*/ 359239 w 718478"/>
                <a:gd name="connsiteY7" fmla="*/ 1387331 h 1387331"/>
                <a:gd name="connsiteX8" fmla="*/ 359389 w 718478"/>
                <a:gd name="connsiteY8" fmla="*/ 1387331 h 1387331"/>
                <a:gd name="connsiteX9" fmla="*/ 640942 w 718478"/>
                <a:gd name="connsiteY9" fmla="*/ 681428 h 1387331"/>
                <a:gd name="connsiteX10" fmla="*/ 640942 w 718478"/>
                <a:gd name="connsiteY10" fmla="*/ 281547 h 1387331"/>
                <a:gd name="connsiteX11" fmla="*/ 571569 w 718478"/>
                <a:gd name="connsiteY11" fmla="*/ 167296 h 1387331"/>
                <a:gd name="connsiteX12" fmla="*/ 706226 w 718478"/>
                <a:gd name="connsiteY12" fmla="*/ 0 h 1387331"/>
                <a:gd name="connsiteX0" fmla="*/ 706226 w 718478"/>
                <a:gd name="connsiteY0" fmla="*/ 0 h 1387331"/>
                <a:gd name="connsiteX1" fmla="*/ 12252 w 718478"/>
                <a:gd name="connsiteY1" fmla="*/ 0 h 1387331"/>
                <a:gd name="connsiteX2" fmla="*/ 146909 w 718478"/>
                <a:gd name="connsiteY2" fmla="*/ 167296 h 1387331"/>
                <a:gd name="connsiteX3" fmla="*/ 77536 w 718478"/>
                <a:gd name="connsiteY3" fmla="*/ 281547 h 1387331"/>
                <a:gd name="connsiteX4" fmla="*/ 77536 w 718478"/>
                <a:gd name="connsiteY4" fmla="*/ 681428 h 1387331"/>
                <a:gd name="connsiteX5" fmla="*/ 359089 w 718478"/>
                <a:gd name="connsiteY5" fmla="*/ 1387331 h 1387331"/>
                <a:gd name="connsiteX6" fmla="*/ 359239 w 718478"/>
                <a:gd name="connsiteY6" fmla="*/ 1387331 h 1387331"/>
                <a:gd name="connsiteX7" fmla="*/ 359389 w 718478"/>
                <a:gd name="connsiteY7" fmla="*/ 1387331 h 1387331"/>
                <a:gd name="connsiteX8" fmla="*/ 640942 w 718478"/>
                <a:gd name="connsiteY8" fmla="*/ 681428 h 1387331"/>
                <a:gd name="connsiteX9" fmla="*/ 640942 w 718478"/>
                <a:gd name="connsiteY9" fmla="*/ 281547 h 1387331"/>
                <a:gd name="connsiteX10" fmla="*/ 571569 w 718478"/>
                <a:gd name="connsiteY10" fmla="*/ 167296 h 1387331"/>
                <a:gd name="connsiteX11" fmla="*/ 706226 w 718478"/>
                <a:gd name="connsiteY11" fmla="*/ 0 h 138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8478" h="1387331">
                  <a:moveTo>
                    <a:pt x="706226" y="0"/>
                  </a:moveTo>
                  <a:lnTo>
                    <a:pt x="12252" y="0"/>
                  </a:lnTo>
                  <a:cubicBezTo>
                    <a:pt x="-20393" y="118328"/>
                    <a:pt x="8170" y="155055"/>
                    <a:pt x="146909" y="167296"/>
                  </a:cubicBezTo>
                  <a:cubicBezTo>
                    <a:pt x="122422" y="204017"/>
                    <a:pt x="97941" y="240744"/>
                    <a:pt x="77536" y="281547"/>
                  </a:cubicBezTo>
                  <a:cubicBezTo>
                    <a:pt x="12252" y="416198"/>
                    <a:pt x="32651" y="550854"/>
                    <a:pt x="77536" y="681428"/>
                  </a:cubicBezTo>
                  <a:cubicBezTo>
                    <a:pt x="163225" y="918090"/>
                    <a:pt x="265236" y="1150670"/>
                    <a:pt x="359089" y="1387331"/>
                  </a:cubicBezTo>
                  <a:lnTo>
                    <a:pt x="359239" y="1387331"/>
                  </a:lnTo>
                  <a:lnTo>
                    <a:pt x="359389" y="1387331"/>
                  </a:lnTo>
                  <a:cubicBezTo>
                    <a:pt x="453242" y="1150670"/>
                    <a:pt x="555253" y="918090"/>
                    <a:pt x="640942" y="681428"/>
                  </a:cubicBezTo>
                  <a:cubicBezTo>
                    <a:pt x="685827" y="550854"/>
                    <a:pt x="706226" y="416198"/>
                    <a:pt x="640942" y="281547"/>
                  </a:cubicBezTo>
                  <a:cubicBezTo>
                    <a:pt x="620537" y="240744"/>
                    <a:pt x="596056" y="204017"/>
                    <a:pt x="571569" y="167296"/>
                  </a:cubicBezTo>
                  <a:cubicBezTo>
                    <a:pt x="710308" y="155055"/>
                    <a:pt x="738871" y="118328"/>
                    <a:pt x="706226" y="0"/>
                  </a:cubicBezTo>
                  <a:close/>
                </a:path>
              </a:pathLst>
            </a:custGeom>
            <a:solidFill>
              <a:schemeClr val="tx2"/>
            </a:solidFill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D4C6B6-E4E9-F961-094D-479D522C51C2}"/>
              </a:ext>
            </a:extLst>
          </p:cNvPr>
          <p:cNvSpPr/>
          <p:nvPr/>
        </p:nvSpPr>
        <p:spPr>
          <a:xfrm>
            <a:off x="5147857" y="1051560"/>
            <a:ext cx="1896504" cy="1211421"/>
          </a:xfrm>
          <a:custGeom>
            <a:avLst/>
            <a:gdLst>
              <a:gd name="connsiteX0" fmla="*/ 953055 w 1896504"/>
              <a:gd name="connsiteY0" fmla="*/ 0 h 1211421"/>
              <a:gd name="connsiteX1" fmla="*/ 966791 w 1896504"/>
              <a:gd name="connsiteY1" fmla="*/ 3963 h 1211421"/>
              <a:gd name="connsiteX2" fmla="*/ 966791 w 1896504"/>
              <a:gd name="connsiteY2" fmla="*/ 6251 h 1211421"/>
              <a:gd name="connsiteX3" fmla="*/ 985898 w 1896504"/>
              <a:gd name="connsiteY3" fmla="*/ 11881 h 1211421"/>
              <a:gd name="connsiteX4" fmla="*/ 1044223 w 1896504"/>
              <a:gd name="connsiteY4" fmla="*/ 47518 h 1211421"/>
              <a:gd name="connsiteX5" fmla="*/ 1735201 w 1896504"/>
              <a:gd name="connsiteY5" fmla="*/ 807829 h 1211421"/>
              <a:gd name="connsiteX6" fmla="*/ 1891806 w 1896504"/>
              <a:gd name="connsiteY6" fmla="*/ 1192886 h 1211421"/>
              <a:gd name="connsiteX7" fmla="*/ 1896504 w 1896504"/>
              <a:gd name="connsiteY7" fmla="*/ 1211421 h 1211421"/>
              <a:gd name="connsiteX8" fmla="*/ 0 w 1896504"/>
              <a:gd name="connsiteY8" fmla="*/ 1211421 h 1211421"/>
              <a:gd name="connsiteX9" fmla="*/ 4708 w 1896504"/>
              <a:gd name="connsiteY9" fmla="*/ 1192884 h 1211421"/>
              <a:gd name="connsiteX10" fmla="*/ 161665 w 1896504"/>
              <a:gd name="connsiteY10" fmla="*/ 807827 h 1211421"/>
              <a:gd name="connsiteX11" fmla="*/ 854197 w 1896504"/>
              <a:gd name="connsiteY11" fmla="*/ 47516 h 1211421"/>
              <a:gd name="connsiteX12" fmla="*/ 912654 w 1896504"/>
              <a:gd name="connsiteY12" fmla="*/ 11879 h 1211421"/>
              <a:gd name="connsiteX13" fmla="*/ 921510 w 1896504"/>
              <a:gd name="connsiteY13" fmla="*/ 9275 h 1211421"/>
              <a:gd name="connsiteX14" fmla="*/ 921510 w 1896504"/>
              <a:gd name="connsiteY14" fmla="*/ 6964 h 1211421"/>
              <a:gd name="connsiteX15" fmla="*/ 945587 w 1896504"/>
              <a:gd name="connsiteY15" fmla="*/ 2 h 1211421"/>
              <a:gd name="connsiteX16" fmla="*/ 949313 w 1896504"/>
              <a:gd name="connsiteY16" fmla="*/ 1100 h 121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96504" h="1211421">
                <a:moveTo>
                  <a:pt x="953055" y="0"/>
                </a:moveTo>
                <a:lnTo>
                  <a:pt x="966791" y="3963"/>
                </a:lnTo>
                <a:lnTo>
                  <a:pt x="966791" y="6251"/>
                </a:lnTo>
                <a:lnTo>
                  <a:pt x="985898" y="11881"/>
                </a:lnTo>
                <a:cubicBezTo>
                  <a:pt x="1001294" y="19800"/>
                  <a:pt x="1019692" y="31679"/>
                  <a:pt x="1044223" y="47518"/>
                </a:cubicBezTo>
                <a:cubicBezTo>
                  <a:pt x="1375405" y="262938"/>
                  <a:pt x="1588010" y="524822"/>
                  <a:pt x="1735201" y="807829"/>
                </a:cubicBezTo>
                <a:cubicBezTo>
                  <a:pt x="1801130" y="934548"/>
                  <a:pt x="1852685" y="1063049"/>
                  <a:pt x="1891806" y="1192886"/>
                </a:cubicBezTo>
                <a:lnTo>
                  <a:pt x="1896504" y="1211421"/>
                </a:lnTo>
                <a:lnTo>
                  <a:pt x="0" y="1211421"/>
                </a:lnTo>
                <a:lnTo>
                  <a:pt x="4708" y="1192884"/>
                </a:lnTo>
                <a:cubicBezTo>
                  <a:pt x="43918" y="1063047"/>
                  <a:pt x="95588" y="934546"/>
                  <a:pt x="161665" y="807827"/>
                </a:cubicBezTo>
                <a:cubicBezTo>
                  <a:pt x="309187" y="524820"/>
                  <a:pt x="522270" y="262936"/>
                  <a:pt x="854197" y="47516"/>
                </a:cubicBezTo>
                <a:cubicBezTo>
                  <a:pt x="878783" y="31677"/>
                  <a:pt x="897223" y="19798"/>
                  <a:pt x="912654" y="11879"/>
                </a:cubicBezTo>
                <a:lnTo>
                  <a:pt x="921510" y="9275"/>
                </a:lnTo>
                <a:lnTo>
                  <a:pt x="921510" y="6964"/>
                </a:lnTo>
                <a:lnTo>
                  <a:pt x="945587" y="2"/>
                </a:lnTo>
                <a:lnTo>
                  <a:pt x="949313" y="1100"/>
                </a:lnTo>
                <a:close/>
              </a:path>
            </a:pathLst>
          </a:custGeom>
          <a:solidFill>
            <a:schemeClr val="accent4"/>
          </a:solidFill>
          <a:ln w="681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8002EA28-A673-3FD0-CABB-E708653A6A91}"/>
              </a:ext>
            </a:extLst>
          </p:cNvPr>
          <p:cNvSpPr/>
          <p:nvPr/>
        </p:nvSpPr>
        <p:spPr>
          <a:xfrm>
            <a:off x="6822535" y="1871406"/>
            <a:ext cx="2542446" cy="1295758"/>
          </a:xfrm>
          <a:custGeom>
            <a:avLst/>
            <a:gdLst>
              <a:gd name="connsiteX0" fmla="*/ 455419 w 573876"/>
              <a:gd name="connsiteY0" fmla="*/ 108414 h 292476"/>
              <a:gd name="connsiteX1" fmla="*/ 531090 w 573876"/>
              <a:gd name="connsiteY1" fmla="*/ 175903 h 292476"/>
              <a:gd name="connsiteX2" fmla="*/ 557677 w 573876"/>
              <a:gd name="connsiteY2" fmla="*/ 191583 h 292476"/>
              <a:gd name="connsiteX3" fmla="*/ 530408 w 573876"/>
              <a:gd name="connsiteY3" fmla="*/ 289749 h 292476"/>
              <a:gd name="connsiteX4" fmla="*/ 512002 w 573876"/>
              <a:gd name="connsiteY4" fmla="*/ 292476 h 292476"/>
              <a:gd name="connsiteX5" fmla="*/ 91381 w 573876"/>
              <a:gd name="connsiteY5" fmla="*/ 292476 h 292476"/>
              <a:gd name="connsiteX6" fmla="*/ 35480 w 573876"/>
              <a:gd name="connsiteY6" fmla="*/ 278160 h 292476"/>
              <a:gd name="connsiteX7" fmla="*/ 32072 w 573876"/>
              <a:gd name="connsiteY7" fmla="*/ 154089 h 292476"/>
              <a:gd name="connsiteX8" fmla="*/ 86609 w 573876"/>
              <a:gd name="connsiteY8" fmla="*/ 136364 h 292476"/>
              <a:gd name="connsiteX9" fmla="*/ 90700 w 573876"/>
              <a:gd name="connsiteY9" fmla="*/ 136364 h 292476"/>
              <a:gd name="connsiteX10" fmla="*/ 95472 w 573876"/>
              <a:gd name="connsiteY10" fmla="*/ 111823 h 292476"/>
              <a:gd name="connsiteX11" fmla="*/ 182050 w 573876"/>
              <a:gd name="connsiteY11" fmla="*/ 54559 h 292476"/>
              <a:gd name="connsiteX12" fmla="*/ 201820 w 573876"/>
              <a:gd name="connsiteY12" fmla="*/ 58650 h 292476"/>
              <a:gd name="connsiteX13" fmla="*/ 220908 w 573876"/>
              <a:gd name="connsiteY13" fmla="*/ 66148 h 292476"/>
              <a:gd name="connsiteX14" fmla="*/ 354525 w 573876"/>
              <a:gd name="connsiteY14" fmla="*/ 2067 h 292476"/>
              <a:gd name="connsiteX15" fmla="*/ 456101 w 573876"/>
              <a:gd name="connsiteY15" fmla="*/ 109096 h 292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73876" h="292476">
                <a:moveTo>
                  <a:pt x="455419" y="108414"/>
                </a:moveTo>
                <a:cubicBezTo>
                  <a:pt x="500412" y="92053"/>
                  <a:pt x="543361" y="127502"/>
                  <a:pt x="531090" y="175903"/>
                </a:cubicBezTo>
                <a:cubicBezTo>
                  <a:pt x="541315" y="178630"/>
                  <a:pt x="550178" y="183402"/>
                  <a:pt x="557677" y="191583"/>
                </a:cubicBezTo>
                <a:cubicBezTo>
                  <a:pt x="588354" y="224305"/>
                  <a:pt x="573356" y="277478"/>
                  <a:pt x="530408" y="289749"/>
                </a:cubicBezTo>
                <a:cubicBezTo>
                  <a:pt x="524272" y="291113"/>
                  <a:pt x="518137" y="292476"/>
                  <a:pt x="512002" y="292476"/>
                </a:cubicBezTo>
                <a:cubicBezTo>
                  <a:pt x="371568" y="292476"/>
                  <a:pt x="231134" y="292476"/>
                  <a:pt x="91381" y="292476"/>
                </a:cubicBezTo>
                <a:cubicBezTo>
                  <a:pt x="71612" y="292476"/>
                  <a:pt x="52523" y="289068"/>
                  <a:pt x="35480" y="278160"/>
                </a:cubicBezTo>
                <a:cubicBezTo>
                  <a:pt x="-10195" y="249528"/>
                  <a:pt x="-12240" y="186129"/>
                  <a:pt x="32072" y="154089"/>
                </a:cubicBezTo>
                <a:cubicBezTo>
                  <a:pt x="48433" y="142500"/>
                  <a:pt x="66839" y="136364"/>
                  <a:pt x="86609" y="136364"/>
                </a:cubicBezTo>
                <a:cubicBezTo>
                  <a:pt x="87973" y="136364"/>
                  <a:pt x="90018" y="136364"/>
                  <a:pt x="90700" y="136364"/>
                </a:cubicBezTo>
                <a:cubicBezTo>
                  <a:pt x="92063" y="128184"/>
                  <a:pt x="92745" y="120004"/>
                  <a:pt x="95472" y="111823"/>
                </a:cubicBezTo>
                <a:cubicBezTo>
                  <a:pt x="106379" y="72284"/>
                  <a:pt x="143192" y="50469"/>
                  <a:pt x="182050" y="54559"/>
                </a:cubicBezTo>
                <a:cubicBezTo>
                  <a:pt x="188867" y="54559"/>
                  <a:pt x="195684" y="56604"/>
                  <a:pt x="201820" y="58650"/>
                </a:cubicBezTo>
                <a:cubicBezTo>
                  <a:pt x="208637" y="60695"/>
                  <a:pt x="214772" y="63421"/>
                  <a:pt x="220908" y="66148"/>
                </a:cubicBezTo>
                <a:cubicBezTo>
                  <a:pt x="251585" y="16384"/>
                  <a:pt x="296579" y="-7476"/>
                  <a:pt x="354525" y="2067"/>
                </a:cubicBezTo>
                <a:cubicBezTo>
                  <a:pt x="413834" y="12293"/>
                  <a:pt x="445193" y="51833"/>
                  <a:pt x="456101" y="109096"/>
                </a:cubicBezTo>
                <a:close/>
              </a:path>
            </a:pathLst>
          </a:custGeom>
          <a:solidFill>
            <a:schemeClr val="bg1"/>
          </a:solidFill>
          <a:ln w="6814" cap="flat">
            <a:noFill/>
            <a:prstDash val="solid"/>
            <a:miter/>
          </a:ln>
          <a:effectLst>
            <a:outerShdw blurRad="254000" dist="254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pic>
        <p:nvPicPr>
          <p:cNvPr id="23" name="Graphic 22" descr="Hourglass 30% with solid fill">
            <a:extLst>
              <a:ext uri="{FF2B5EF4-FFF2-40B4-BE49-F238E27FC236}">
                <a16:creationId xmlns:a16="http://schemas.microsoft.com/office/drawing/2014/main" id="{5CD844FD-D078-F5F2-9E0C-72FCFE73C8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0240" y="3714352"/>
            <a:ext cx="731520" cy="7315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Graphic 23" descr="Lightbulb with solid fill">
            <a:extLst>
              <a:ext uri="{FF2B5EF4-FFF2-40B4-BE49-F238E27FC236}">
                <a16:creationId xmlns:a16="http://schemas.microsoft.com/office/drawing/2014/main" id="{8E725663-B369-B034-527B-8F42CCC7C8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0240" y="1372535"/>
            <a:ext cx="731520" cy="7315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Graphic 24" descr="Gears with solid fill">
            <a:extLst>
              <a:ext uri="{FF2B5EF4-FFF2-40B4-BE49-F238E27FC236}">
                <a16:creationId xmlns:a16="http://schemas.microsoft.com/office/drawing/2014/main" id="{B30E48E0-7A90-B889-BC53-B6D48795D6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240" y="2502930"/>
            <a:ext cx="731520" cy="7315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3AFE045-DB92-08BB-FD5D-155D3CCDAF1E}"/>
              </a:ext>
            </a:extLst>
          </p:cNvPr>
          <p:cNvGrpSpPr/>
          <p:nvPr/>
        </p:nvGrpSpPr>
        <p:grpSpPr>
          <a:xfrm>
            <a:off x="8617186" y="1371068"/>
            <a:ext cx="2926080" cy="736155"/>
            <a:chOff x="8921977" y="2947244"/>
            <a:chExt cx="2926080" cy="73615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0C04B6-4E5B-E549-CEC0-87CE1FE05DE9}"/>
                </a:ext>
              </a:extLst>
            </p:cNvPr>
            <p:cNvSpPr txBox="1"/>
            <p:nvPr/>
          </p:nvSpPr>
          <p:spPr>
            <a:xfrm>
              <a:off x="8921977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3D0159F-3D29-E7E0-7FC7-956E61053E08}"/>
                </a:ext>
              </a:extLst>
            </p:cNvPr>
            <p:cNvSpPr txBox="1"/>
            <p:nvPr/>
          </p:nvSpPr>
          <p:spPr>
            <a:xfrm>
              <a:off x="8921977" y="3406400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95CDF2-2616-659B-05A1-C4597EBA65B7}"/>
              </a:ext>
            </a:extLst>
          </p:cNvPr>
          <p:cNvGrpSpPr/>
          <p:nvPr/>
        </p:nvGrpSpPr>
        <p:grpSpPr>
          <a:xfrm>
            <a:off x="8617186" y="3076162"/>
            <a:ext cx="2926080" cy="736155"/>
            <a:chOff x="8921977" y="4652338"/>
            <a:chExt cx="2926080" cy="73615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C5789EF-A53A-6B91-BEA8-985DFF67F6B1}"/>
                </a:ext>
              </a:extLst>
            </p:cNvPr>
            <p:cNvSpPr txBox="1"/>
            <p:nvPr/>
          </p:nvSpPr>
          <p:spPr>
            <a:xfrm>
              <a:off x="8921977" y="4652338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1"/>
                  </a:solidFill>
                </a:rPr>
                <a:t> 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FD2F002-7CE3-0FE3-3C11-3DC55022E919}"/>
                </a:ext>
              </a:extLst>
            </p:cNvPr>
            <p:cNvSpPr txBox="1"/>
            <p:nvPr/>
          </p:nvSpPr>
          <p:spPr>
            <a:xfrm>
              <a:off x="8921977" y="5111494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B7A1E50-276E-0F92-7EF5-CFB9EE416B54}"/>
              </a:ext>
            </a:extLst>
          </p:cNvPr>
          <p:cNvGrpSpPr/>
          <p:nvPr/>
        </p:nvGrpSpPr>
        <p:grpSpPr>
          <a:xfrm>
            <a:off x="648734" y="2223615"/>
            <a:ext cx="2926080" cy="736155"/>
            <a:chOff x="332936" y="4652338"/>
            <a:chExt cx="2926080" cy="73615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F255C8-CE14-0960-EA0F-0D0EC4DDAA31}"/>
                </a:ext>
              </a:extLst>
            </p:cNvPr>
            <p:cNvSpPr txBox="1"/>
            <p:nvPr/>
          </p:nvSpPr>
          <p:spPr>
            <a:xfrm>
              <a:off x="332936" y="4652338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2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B8F7A1D-1598-1976-3017-672939F56753}"/>
                </a:ext>
              </a:extLst>
            </p:cNvPr>
            <p:cNvSpPr txBox="1"/>
            <p:nvPr/>
          </p:nvSpPr>
          <p:spPr>
            <a:xfrm>
              <a:off x="332936" y="5111494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4235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FB33B-96CB-9159-5E70-807F62101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4">
            <a:extLst>
              <a:ext uri="{FF2B5EF4-FFF2-40B4-BE49-F238E27FC236}">
                <a16:creationId xmlns:a16="http://schemas.microsoft.com/office/drawing/2014/main" id="{5FDE76B9-5CC2-DD8E-2446-2E61C102CCCB}"/>
              </a:ext>
            </a:extLst>
          </p:cNvPr>
          <p:cNvSpPr/>
          <p:nvPr/>
        </p:nvSpPr>
        <p:spPr>
          <a:xfrm>
            <a:off x="2332611" y="3611910"/>
            <a:ext cx="2542446" cy="1295758"/>
          </a:xfrm>
          <a:custGeom>
            <a:avLst/>
            <a:gdLst>
              <a:gd name="connsiteX0" fmla="*/ 455419 w 573876"/>
              <a:gd name="connsiteY0" fmla="*/ 108414 h 292476"/>
              <a:gd name="connsiteX1" fmla="*/ 531090 w 573876"/>
              <a:gd name="connsiteY1" fmla="*/ 175903 h 292476"/>
              <a:gd name="connsiteX2" fmla="*/ 557677 w 573876"/>
              <a:gd name="connsiteY2" fmla="*/ 191583 h 292476"/>
              <a:gd name="connsiteX3" fmla="*/ 530408 w 573876"/>
              <a:gd name="connsiteY3" fmla="*/ 289749 h 292476"/>
              <a:gd name="connsiteX4" fmla="*/ 512002 w 573876"/>
              <a:gd name="connsiteY4" fmla="*/ 292476 h 292476"/>
              <a:gd name="connsiteX5" fmla="*/ 91381 w 573876"/>
              <a:gd name="connsiteY5" fmla="*/ 292476 h 292476"/>
              <a:gd name="connsiteX6" fmla="*/ 35480 w 573876"/>
              <a:gd name="connsiteY6" fmla="*/ 278160 h 292476"/>
              <a:gd name="connsiteX7" fmla="*/ 32072 w 573876"/>
              <a:gd name="connsiteY7" fmla="*/ 154089 h 292476"/>
              <a:gd name="connsiteX8" fmla="*/ 86609 w 573876"/>
              <a:gd name="connsiteY8" fmla="*/ 136364 h 292476"/>
              <a:gd name="connsiteX9" fmla="*/ 90700 w 573876"/>
              <a:gd name="connsiteY9" fmla="*/ 136364 h 292476"/>
              <a:gd name="connsiteX10" fmla="*/ 95472 w 573876"/>
              <a:gd name="connsiteY10" fmla="*/ 111823 h 292476"/>
              <a:gd name="connsiteX11" fmla="*/ 182050 w 573876"/>
              <a:gd name="connsiteY11" fmla="*/ 54559 h 292476"/>
              <a:gd name="connsiteX12" fmla="*/ 201820 w 573876"/>
              <a:gd name="connsiteY12" fmla="*/ 58649 h 292476"/>
              <a:gd name="connsiteX13" fmla="*/ 220908 w 573876"/>
              <a:gd name="connsiteY13" fmla="*/ 66148 h 292476"/>
              <a:gd name="connsiteX14" fmla="*/ 354525 w 573876"/>
              <a:gd name="connsiteY14" fmla="*/ 2067 h 292476"/>
              <a:gd name="connsiteX15" fmla="*/ 456101 w 573876"/>
              <a:gd name="connsiteY15" fmla="*/ 109096 h 292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73876" h="292476">
                <a:moveTo>
                  <a:pt x="455419" y="108414"/>
                </a:moveTo>
                <a:cubicBezTo>
                  <a:pt x="500412" y="92053"/>
                  <a:pt x="543361" y="127502"/>
                  <a:pt x="531090" y="175903"/>
                </a:cubicBezTo>
                <a:cubicBezTo>
                  <a:pt x="541316" y="178630"/>
                  <a:pt x="550178" y="183402"/>
                  <a:pt x="557677" y="191583"/>
                </a:cubicBezTo>
                <a:cubicBezTo>
                  <a:pt x="588354" y="224305"/>
                  <a:pt x="573356" y="277478"/>
                  <a:pt x="530408" y="289749"/>
                </a:cubicBezTo>
                <a:cubicBezTo>
                  <a:pt x="524273" y="291113"/>
                  <a:pt x="518137" y="292476"/>
                  <a:pt x="512002" y="292476"/>
                </a:cubicBezTo>
                <a:cubicBezTo>
                  <a:pt x="371568" y="292476"/>
                  <a:pt x="231134" y="292476"/>
                  <a:pt x="91381" y="292476"/>
                </a:cubicBezTo>
                <a:cubicBezTo>
                  <a:pt x="71611" y="292476"/>
                  <a:pt x="52523" y="289068"/>
                  <a:pt x="35480" y="278160"/>
                </a:cubicBezTo>
                <a:cubicBezTo>
                  <a:pt x="-10195" y="249528"/>
                  <a:pt x="-12240" y="186129"/>
                  <a:pt x="32072" y="154089"/>
                </a:cubicBezTo>
                <a:cubicBezTo>
                  <a:pt x="48433" y="142500"/>
                  <a:pt x="66839" y="136364"/>
                  <a:pt x="86609" y="136364"/>
                </a:cubicBezTo>
                <a:cubicBezTo>
                  <a:pt x="87973" y="136364"/>
                  <a:pt x="90018" y="136364"/>
                  <a:pt x="90700" y="136364"/>
                </a:cubicBezTo>
                <a:cubicBezTo>
                  <a:pt x="92063" y="128184"/>
                  <a:pt x="92745" y="120003"/>
                  <a:pt x="95472" y="111823"/>
                </a:cubicBezTo>
                <a:cubicBezTo>
                  <a:pt x="106379" y="72283"/>
                  <a:pt x="143192" y="50469"/>
                  <a:pt x="182050" y="54559"/>
                </a:cubicBezTo>
                <a:cubicBezTo>
                  <a:pt x="188867" y="54559"/>
                  <a:pt x="195684" y="56604"/>
                  <a:pt x="201820" y="58649"/>
                </a:cubicBezTo>
                <a:cubicBezTo>
                  <a:pt x="208637" y="60695"/>
                  <a:pt x="214772" y="63421"/>
                  <a:pt x="220908" y="66148"/>
                </a:cubicBezTo>
                <a:cubicBezTo>
                  <a:pt x="251585" y="16384"/>
                  <a:pt x="296578" y="-7476"/>
                  <a:pt x="354525" y="2067"/>
                </a:cubicBezTo>
                <a:cubicBezTo>
                  <a:pt x="413834" y="12293"/>
                  <a:pt x="445193" y="51832"/>
                  <a:pt x="456101" y="109096"/>
                </a:cubicBezTo>
                <a:close/>
              </a:path>
            </a:pathLst>
          </a:custGeom>
          <a:solidFill>
            <a:srgbClr val="536570"/>
          </a:solidFill>
          <a:ln w="6814" cap="flat">
            <a:noFill/>
            <a:prstDash val="solid"/>
            <a:miter/>
          </a:ln>
          <a:effectLst>
            <a:outerShdw blurRad="254000" dist="254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CC801F-6A66-CD55-BA06-367534280B7B}"/>
              </a:ext>
            </a:extLst>
          </p:cNvPr>
          <p:cNvSpPr/>
          <p:nvPr/>
        </p:nvSpPr>
        <p:spPr>
          <a:xfrm>
            <a:off x="5051362" y="2262980"/>
            <a:ext cx="2089276" cy="1211421"/>
          </a:xfrm>
          <a:custGeom>
            <a:avLst/>
            <a:gdLst>
              <a:gd name="connsiteX0" fmla="*/ 96495 w 2089276"/>
              <a:gd name="connsiteY0" fmla="*/ 0 h 1211421"/>
              <a:gd name="connsiteX1" fmla="*/ 1992999 w 2089276"/>
              <a:gd name="connsiteY1" fmla="*/ 0 h 1211421"/>
              <a:gd name="connsiteX2" fmla="*/ 2037901 w 2089276"/>
              <a:gd name="connsiteY2" fmla="*/ 177166 h 1211421"/>
              <a:gd name="connsiteX3" fmla="*/ 2070304 w 2089276"/>
              <a:gd name="connsiteY3" fmla="*/ 374538 h 1211421"/>
              <a:gd name="connsiteX4" fmla="*/ 2089276 w 2089276"/>
              <a:gd name="connsiteY4" fmla="*/ 639714 h 1211421"/>
              <a:gd name="connsiteX5" fmla="*/ 2089276 w 2089276"/>
              <a:gd name="connsiteY5" fmla="*/ 639718 h 1211421"/>
              <a:gd name="connsiteX6" fmla="*/ 2089276 w 2089276"/>
              <a:gd name="connsiteY6" fmla="*/ 639720 h 1211421"/>
              <a:gd name="connsiteX7" fmla="*/ 2082861 w 2089276"/>
              <a:gd name="connsiteY7" fmla="*/ 862542 h 1211421"/>
              <a:gd name="connsiteX8" fmla="*/ 2066403 w 2089276"/>
              <a:gd name="connsiteY8" fmla="*/ 1056575 h 1211421"/>
              <a:gd name="connsiteX9" fmla="*/ 2044746 w 2089276"/>
              <a:gd name="connsiteY9" fmla="*/ 1211421 h 1211421"/>
              <a:gd name="connsiteX10" fmla="*/ 44532 w 2089276"/>
              <a:gd name="connsiteY10" fmla="*/ 1211421 h 1211421"/>
              <a:gd name="connsiteX11" fmla="*/ 22874 w 2089276"/>
              <a:gd name="connsiteY11" fmla="*/ 1056575 h 1211421"/>
              <a:gd name="connsiteX12" fmla="*/ 6416 w 2089276"/>
              <a:gd name="connsiteY12" fmla="*/ 862542 h 1211421"/>
              <a:gd name="connsiteX13" fmla="*/ 0 w 2089276"/>
              <a:gd name="connsiteY13" fmla="*/ 639720 h 1211421"/>
              <a:gd name="connsiteX14" fmla="*/ 0 w 2089276"/>
              <a:gd name="connsiteY14" fmla="*/ 639718 h 1211421"/>
              <a:gd name="connsiteX15" fmla="*/ 0 w 2089276"/>
              <a:gd name="connsiteY15" fmla="*/ 639717 h 1211421"/>
              <a:gd name="connsiteX16" fmla="*/ 0 w 2089276"/>
              <a:gd name="connsiteY16" fmla="*/ 639714 h 1211421"/>
              <a:gd name="connsiteX17" fmla="*/ 1 w 2089276"/>
              <a:gd name="connsiteY17" fmla="*/ 639714 h 1211421"/>
              <a:gd name="connsiteX18" fmla="*/ 19015 w 2089276"/>
              <a:gd name="connsiteY18" fmla="*/ 374536 h 1211421"/>
              <a:gd name="connsiteX19" fmla="*/ 51492 w 2089276"/>
              <a:gd name="connsiteY19" fmla="*/ 177164 h 121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089276" h="1211421">
                <a:moveTo>
                  <a:pt x="96495" y="0"/>
                </a:moveTo>
                <a:lnTo>
                  <a:pt x="1992999" y="0"/>
                </a:lnTo>
                <a:lnTo>
                  <a:pt x="2037901" y="177166"/>
                </a:lnTo>
                <a:cubicBezTo>
                  <a:pt x="2051487" y="242697"/>
                  <a:pt x="2062207" y="308506"/>
                  <a:pt x="2070304" y="374538"/>
                </a:cubicBezTo>
                <a:lnTo>
                  <a:pt x="2089276" y="639714"/>
                </a:lnTo>
                <a:lnTo>
                  <a:pt x="2089276" y="639718"/>
                </a:lnTo>
                <a:lnTo>
                  <a:pt x="2089276" y="639720"/>
                </a:lnTo>
                <a:lnTo>
                  <a:pt x="2082861" y="862542"/>
                </a:lnTo>
                <a:cubicBezTo>
                  <a:pt x="2079089" y="927366"/>
                  <a:pt x="2073626" y="992044"/>
                  <a:pt x="2066403" y="1056575"/>
                </a:cubicBezTo>
                <a:lnTo>
                  <a:pt x="2044746" y="1211421"/>
                </a:lnTo>
                <a:lnTo>
                  <a:pt x="44532" y="1211421"/>
                </a:lnTo>
                <a:lnTo>
                  <a:pt x="22874" y="1056575"/>
                </a:lnTo>
                <a:cubicBezTo>
                  <a:pt x="15652" y="992044"/>
                  <a:pt x="10189" y="927366"/>
                  <a:pt x="6416" y="862542"/>
                </a:cubicBezTo>
                <a:lnTo>
                  <a:pt x="0" y="639720"/>
                </a:lnTo>
                <a:lnTo>
                  <a:pt x="0" y="639718"/>
                </a:lnTo>
                <a:lnTo>
                  <a:pt x="0" y="639717"/>
                </a:lnTo>
                <a:lnTo>
                  <a:pt x="0" y="639714"/>
                </a:lnTo>
                <a:lnTo>
                  <a:pt x="1" y="639714"/>
                </a:lnTo>
                <a:lnTo>
                  <a:pt x="19015" y="374536"/>
                </a:lnTo>
                <a:cubicBezTo>
                  <a:pt x="27131" y="308504"/>
                  <a:pt x="37876" y="242695"/>
                  <a:pt x="51492" y="1771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F6D38E7-A832-9B5E-38E5-A9D4A4105363}"/>
              </a:ext>
            </a:extLst>
          </p:cNvPr>
          <p:cNvSpPr/>
          <p:nvPr/>
        </p:nvSpPr>
        <p:spPr>
          <a:xfrm>
            <a:off x="5095894" y="3474402"/>
            <a:ext cx="2000214" cy="1211421"/>
          </a:xfrm>
          <a:custGeom>
            <a:avLst/>
            <a:gdLst>
              <a:gd name="connsiteX0" fmla="*/ 0 w 2000214"/>
              <a:gd name="connsiteY0" fmla="*/ 0 h 1211421"/>
              <a:gd name="connsiteX1" fmla="*/ 2000214 w 2000214"/>
              <a:gd name="connsiteY1" fmla="*/ 0 h 1211421"/>
              <a:gd name="connsiteX2" fmla="*/ 1994856 w 2000214"/>
              <a:gd name="connsiteY2" fmla="*/ 38307 h 1211421"/>
              <a:gd name="connsiteX3" fmla="*/ 1587737 w 2000214"/>
              <a:gd name="connsiteY3" fmla="*/ 1178782 h 1211421"/>
              <a:gd name="connsiteX4" fmla="*/ 1587737 w 2000214"/>
              <a:gd name="connsiteY4" fmla="*/ 1174700 h 1211421"/>
              <a:gd name="connsiteX5" fmla="*/ 1506125 w 2000214"/>
              <a:gd name="connsiteY5" fmla="*/ 1211421 h 1211421"/>
              <a:gd name="connsiteX6" fmla="*/ 494087 w 2000214"/>
              <a:gd name="connsiteY6" fmla="*/ 1211421 h 1211421"/>
              <a:gd name="connsiteX7" fmla="*/ 412475 w 2000214"/>
              <a:gd name="connsiteY7" fmla="*/ 1174700 h 1211421"/>
              <a:gd name="connsiteX8" fmla="*/ 412475 w 2000214"/>
              <a:gd name="connsiteY8" fmla="*/ 1178782 h 1211421"/>
              <a:gd name="connsiteX9" fmla="*/ 5358 w 2000214"/>
              <a:gd name="connsiteY9" fmla="*/ 38307 h 121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00214" h="1211421">
                <a:moveTo>
                  <a:pt x="0" y="0"/>
                </a:moveTo>
                <a:lnTo>
                  <a:pt x="2000214" y="0"/>
                </a:lnTo>
                <a:lnTo>
                  <a:pt x="1994856" y="38307"/>
                </a:lnTo>
                <a:cubicBezTo>
                  <a:pt x="1929990" y="423737"/>
                  <a:pt x="1799280" y="803894"/>
                  <a:pt x="1587737" y="1178782"/>
                </a:cubicBezTo>
                <a:lnTo>
                  <a:pt x="1587737" y="1174700"/>
                </a:lnTo>
                <a:cubicBezTo>
                  <a:pt x="1571415" y="1203263"/>
                  <a:pt x="1551010" y="1211421"/>
                  <a:pt x="1506125" y="1211421"/>
                </a:cubicBezTo>
                <a:lnTo>
                  <a:pt x="494087" y="1211421"/>
                </a:lnTo>
                <a:cubicBezTo>
                  <a:pt x="449202" y="1211421"/>
                  <a:pt x="428797" y="1203263"/>
                  <a:pt x="412475" y="1174700"/>
                </a:cubicBezTo>
                <a:lnTo>
                  <a:pt x="412475" y="1178782"/>
                </a:lnTo>
                <a:cubicBezTo>
                  <a:pt x="200933" y="803894"/>
                  <a:pt x="70223" y="423737"/>
                  <a:pt x="5358" y="3830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12D29E-80B2-4853-76FF-64236A8DD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3-Step Rocket Diagram – Slide Template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D608FDA-9466-B022-7517-DAA3E06B50FE}"/>
              </a:ext>
            </a:extLst>
          </p:cNvPr>
          <p:cNvGrpSpPr/>
          <p:nvPr/>
        </p:nvGrpSpPr>
        <p:grpSpPr>
          <a:xfrm>
            <a:off x="4592226" y="3588386"/>
            <a:ext cx="3007549" cy="2560340"/>
            <a:chOff x="4592226" y="3588386"/>
            <a:chExt cx="3007549" cy="2560340"/>
          </a:xfrm>
          <a:solidFill>
            <a:schemeClr val="bg1">
              <a:lumMod val="75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6BD3A4A-413B-D810-F78E-731797389D51}"/>
                </a:ext>
              </a:extLst>
            </p:cNvPr>
            <p:cNvSpPr/>
            <p:nvPr/>
          </p:nvSpPr>
          <p:spPr>
            <a:xfrm>
              <a:off x="4592226" y="3588386"/>
              <a:ext cx="777240" cy="1946800"/>
            </a:xfrm>
            <a:custGeom>
              <a:avLst/>
              <a:gdLst>
                <a:gd name="connsiteX0" fmla="*/ 343296 w 795191"/>
                <a:gd name="connsiteY0" fmla="*/ 1938642 h 1946800"/>
                <a:gd name="connsiteX1" fmla="*/ 343547 w 795191"/>
                <a:gd name="connsiteY1" fmla="*/ 1938642 h 1946800"/>
                <a:gd name="connsiteX2" fmla="*/ 347358 w 795191"/>
                <a:gd name="connsiteY2" fmla="*/ 1946800 h 1946800"/>
                <a:gd name="connsiteX3" fmla="*/ 429086 w 795191"/>
                <a:gd name="connsiteY3" fmla="*/ 0 h 1946800"/>
                <a:gd name="connsiteX4" fmla="*/ 472583 w 795191"/>
                <a:gd name="connsiteY4" fmla="*/ 198735 h 1946800"/>
                <a:gd name="connsiteX5" fmla="*/ 709781 w 795191"/>
                <a:gd name="connsiteY5" fmla="*/ 850005 h 1946800"/>
                <a:gd name="connsiteX6" fmla="*/ 795191 w 795191"/>
                <a:gd name="connsiteY6" fmla="*/ 1013532 h 1946800"/>
                <a:gd name="connsiteX7" fmla="*/ 789161 w 795191"/>
                <a:gd name="connsiteY7" fmla="*/ 1024695 h 1946800"/>
                <a:gd name="connsiteX8" fmla="*/ 749954 w 795191"/>
                <a:gd name="connsiteY8" fmla="*/ 1065438 h 1946800"/>
                <a:gd name="connsiteX9" fmla="*/ 367694 w 795191"/>
                <a:gd name="connsiteY9" fmla="*/ 1775423 h 1946800"/>
                <a:gd name="connsiteX10" fmla="*/ 351427 w 795191"/>
                <a:gd name="connsiteY10" fmla="*/ 1938642 h 1946800"/>
                <a:gd name="connsiteX11" fmla="*/ 343547 w 795191"/>
                <a:gd name="connsiteY11" fmla="*/ 1938642 h 1946800"/>
                <a:gd name="connsiteX12" fmla="*/ 286364 w 795191"/>
                <a:gd name="connsiteY12" fmla="*/ 1816226 h 1946800"/>
                <a:gd name="connsiteX13" fmla="*/ 34230 w 795191"/>
                <a:gd name="connsiteY13" fmla="*/ 1159285 h 1946800"/>
                <a:gd name="connsiteX14" fmla="*/ 135896 w 795191"/>
                <a:gd name="connsiteY14" fmla="*/ 424813 h 1946800"/>
                <a:gd name="connsiteX15" fmla="*/ 428695 w 795191"/>
                <a:gd name="connsiteY15" fmla="*/ 458 h 1946800"/>
                <a:gd name="connsiteX0" fmla="*/ 343296 w 795191"/>
                <a:gd name="connsiteY0" fmla="*/ 1938642 h 1946800"/>
                <a:gd name="connsiteX1" fmla="*/ 343547 w 795191"/>
                <a:gd name="connsiteY1" fmla="*/ 1938642 h 1946800"/>
                <a:gd name="connsiteX2" fmla="*/ 347358 w 795191"/>
                <a:gd name="connsiteY2" fmla="*/ 1946800 h 1946800"/>
                <a:gd name="connsiteX3" fmla="*/ 343296 w 795191"/>
                <a:gd name="connsiteY3" fmla="*/ 1938642 h 1946800"/>
                <a:gd name="connsiteX4" fmla="*/ 429086 w 795191"/>
                <a:gd name="connsiteY4" fmla="*/ 0 h 1946800"/>
                <a:gd name="connsiteX5" fmla="*/ 472583 w 795191"/>
                <a:gd name="connsiteY5" fmla="*/ 198735 h 1946800"/>
                <a:gd name="connsiteX6" fmla="*/ 709781 w 795191"/>
                <a:gd name="connsiteY6" fmla="*/ 850005 h 1946800"/>
                <a:gd name="connsiteX7" fmla="*/ 795191 w 795191"/>
                <a:gd name="connsiteY7" fmla="*/ 1013532 h 1946800"/>
                <a:gd name="connsiteX8" fmla="*/ 749954 w 795191"/>
                <a:gd name="connsiteY8" fmla="*/ 1065438 h 1946800"/>
                <a:gd name="connsiteX9" fmla="*/ 367694 w 795191"/>
                <a:gd name="connsiteY9" fmla="*/ 1775423 h 1946800"/>
                <a:gd name="connsiteX10" fmla="*/ 351427 w 795191"/>
                <a:gd name="connsiteY10" fmla="*/ 1938642 h 1946800"/>
                <a:gd name="connsiteX11" fmla="*/ 343547 w 795191"/>
                <a:gd name="connsiteY11" fmla="*/ 1938642 h 1946800"/>
                <a:gd name="connsiteX12" fmla="*/ 286364 w 795191"/>
                <a:gd name="connsiteY12" fmla="*/ 1816226 h 1946800"/>
                <a:gd name="connsiteX13" fmla="*/ 34230 w 795191"/>
                <a:gd name="connsiteY13" fmla="*/ 1159285 h 1946800"/>
                <a:gd name="connsiteX14" fmla="*/ 135896 w 795191"/>
                <a:gd name="connsiteY14" fmla="*/ 424813 h 1946800"/>
                <a:gd name="connsiteX15" fmla="*/ 428695 w 795191"/>
                <a:gd name="connsiteY15" fmla="*/ 458 h 1946800"/>
                <a:gd name="connsiteX16" fmla="*/ 429086 w 795191"/>
                <a:gd name="connsiteY16" fmla="*/ 0 h 1946800"/>
                <a:gd name="connsiteX0" fmla="*/ 343296 w 749954"/>
                <a:gd name="connsiteY0" fmla="*/ 1938642 h 1946800"/>
                <a:gd name="connsiteX1" fmla="*/ 343547 w 749954"/>
                <a:gd name="connsiteY1" fmla="*/ 1938642 h 1946800"/>
                <a:gd name="connsiteX2" fmla="*/ 347358 w 749954"/>
                <a:gd name="connsiteY2" fmla="*/ 1946800 h 1946800"/>
                <a:gd name="connsiteX3" fmla="*/ 343296 w 749954"/>
                <a:gd name="connsiteY3" fmla="*/ 1938642 h 1946800"/>
                <a:gd name="connsiteX4" fmla="*/ 429086 w 749954"/>
                <a:gd name="connsiteY4" fmla="*/ 0 h 1946800"/>
                <a:gd name="connsiteX5" fmla="*/ 472583 w 749954"/>
                <a:gd name="connsiteY5" fmla="*/ 198735 h 1946800"/>
                <a:gd name="connsiteX6" fmla="*/ 709781 w 749954"/>
                <a:gd name="connsiteY6" fmla="*/ 850005 h 1946800"/>
                <a:gd name="connsiteX7" fmla="*/ 749954 w 749954"/>
                <a:gd name="connsiteY7" fmla="*/ 1065438 h 1946800"/>
                <a:gd name="connsiteX8" fmla="*/ 367694 w 749954"/>
                <a:gd name="connsiteY8" fmla="*/ 1775423 h 1946800"/>
                <a:gd name="connsiteX9" fmla="*/ 351427 w 749954"/>
                <a:gd name="connsiteY9" fmla="*/ 1938642 h 1946800"/>
                <a:gd name="connsiteX10" fmla="*/ 343547 w 749954"/>
                <a:gd name="connsiteY10" fmla="*/ 1938642 h 1946800"/>
                <a:gd name="connsiteX11" fmla="*/ 286364 w 749954"/>
                <a:gd name="connsiteY11" fmla="*/ 1816226 h 1946800"/>
                <a:gd name="connsiteX12" fmla="*/ 34230 w 749954"/>
                <a:gd name="connsiteY12" fmla="*/ 1159285 h 1946800"/>
                <a:gd name="connsiteX13" fmla="*/ 135896 w 749954"/>
                <a:gd name="connsiteY13" fmla="*/ 424813 h 1946800"/>
                <a:gd name="connsiteX14" fmla="*/ 428695 w 749954"/>
                <a:gd name="connsiteY14" fmla="*/ 458 h 1946800"/>
                <a:gd name="connsiteX15" fmla="*/ 429086 w 749954"/>
                <a:gd name="connsiteY15" fmla="*/ 0 h 1946800"/>
                <a:gd name="connsiteX0" fmla="*/ 343296 w 764878"/>
                <a:gd name="connsiteY0" fmla="*/ 1938642 h 1946800"/>
                <a:gd name="connsiteX1" fmla="*/ 343547 w 764878"/>
                <a:gd name="connsiteY1" fmla="*/ 1938642 h 1946800"/>
                <a:gd name="connsiteX2" fmla="*/ 347358 w 764878"/>
                <a:gd name="connsiteY2" fmla="*/ 1946800 h 1946800"/>
                <a:gd name="connsiteX3" fmla="*/ 343296 w 764878"/>
                <a:gd name="connsiteY3" fmla="*/ 1938642 h 1946800"/>
                <a:gd name="connsiteX4" fmla="*/ 429086 w 764878"/>
                <a:gd name="connsiteY4" fmla="*/ 0 h 1946800"/>
                <a:gd name="connsiteX5" fmla="*/ 472583 w 764878"/>
                <a:gd name="connsiteY5" fmla="*/ 198735 h 1946800"/>
                <a:gd name="connsiteX6" fmla="*/ 709781 w 764878"/>
                <a:gd name="connsiteY6" fmla="*/ 850005 h 1946800"/>
                <a:gd name="connsiteX7" fmla="*/ 749954 w 764878"/>
                <a:gd name="connsiteY7" fmla="*/ 1065438 h 1946800"/>
                <a:gd name="connsiteX8" fmla="*/ 367694 w 764878"/>
                <a:gd name="connsiteY8" fmla="*/ 1775423 h 1946800"/>
                <a:gd name="connsiteX9" fmla="*/ 351427 w 764878"/>
                <a:gd name="connsiteY9" fmla="*/ 1938642 h 1946800"/>
                <a:gd name="connsiteX10" fmla="*/ 343547 w 764878"/>
                <a:gd name="connsiteY10" fmla="*/ 1938642 h 1946800"/>
                <a:gd name="connsiteX11" fmla="*/ 286364 w 764878"/>
                <a:gd name="connsiteY11" fmla="*/ 1816226 h 1946800"/>
                <a:gd name="connsiteX12" fmla="*/ 34230 w 764878"/>
                <a:gd name="connsiteY12" fmla="*/ 1159285 h 1946800"/>
                <a:gd name="connsiteX13" fmla="*/ 135896 w 764878"/>
                <a:gd name="connsiteY13" fmla="*/ 424813 h 1946800"/>
                <a:gd name="connsiteX14" fmla="*/ 428695 w 764878"/>
                <a:gd name="connsiteY14" fmla="*/ 458 h 1946800"/>
                <a:gd name="connsiteX15" fmla="*/ 429086 w 764878"/>
                <a:gd name="connsiteY15" fmla="*/ 0 h 1946800"/>
                <a:gd name="connsiteX0" fmla="*/ 343296 w 767649"/>
                <a:gd name="connsiteY0" fmla="*/ 1938642 h 1946800"/>
                <a:gd name="connsiteX1" fmla="*/ 343547 w 767649"/>
                <a:gd name="connsiteY1" fmla="*/ 1938642 h 1946800"/>
                <a:gd name="connsiteX2" fmla="*/ 347358 w 767649"/>
                <a:gd name="connsiteY2" fmla="*/ 1946800 h 1946800"/>
                <a:gd name="connsiteX3" fmla="*/ 343296 w 767649"/>
                <a:gd name="connsiteY3" fmla="*/ 1938642 h 1946800"/>
                <a:gd name="connsiteX4" fmla="*/ 429086 w 767649"/>
                <a:gd name="connsiteY4" fmla="*/ 0 h 1946800"/>
                <a:gd name="connsiteX5" fmla="*/ 472583 w 767649"/>
                <a:gd name="connsiteY5" fmla="*/ 198735 h 1946800"/>
                <a:gd name="connsiteX6" fmla="*/ 709781 w 767649"/>
                <a:gd name="connsiteY6" fmla="*/ 850005 h 1946800"/>
                <a:gd name="connsiteX7" fmla="*/ 749954 w 767649"/>
                <a:gd name="connsiteY7" fmla="*/ 1065438 h 1946800"/>
                <a:gd name="connsiteX8" fmla="*/ 367694 w 767649"/>
                <a:gd name="connsiteY8" fmla="*/ 1775423 h 1946800"/>
                <a:gd name="connsiteX9" fmla="*/ 351427 w 767649"/>
                <a:gd name="connsiteY9" fmla="*/ 1938642 h 1946800"/>
                <a:gd name="connsiteX10" fmla="*/ 343547 w 767649"/>
                <a:gd name="connsiteY10" fmla="*/ 1938642 h 1946800"/>
                <a:gd name="connsiteX11" fmla="*/ 286364 w 767649"/>
                <a:gd name="connsiteY11" fmla="*/ 1816226 h 1946800"/>
                <a:gd name="connsiteX12" fmla="*/ 34230 w 767649"/>
                <a:gd name="connsiteY12" fmla="*/ 1159285 h 1946800"/>
                <a:gd name="connsiteX13" fmla="*/ 135896 w 767649"/>
                <a:gd name="connsiteY13" fmla="*/ 424813 h 1946800"/>
                <a:gd name="connsiteX14" fmla="*/ 428695 w 767649"/>
                <a:gd name="connsiteY14" fmla="*/ 458 h 1946800"/>
                <a:gd name="connsiteX15" fmla="*/ 429086 w 767649"/>
                <a:gd name="connsiteY15" fmla="*/ 0 h 1946800"/>
                <a:gd name="connsiteX0" fmla="*/ 343296 w 772127"/>
                <a:gd name="connsiteY0" fmla="*/ 1938642 h 1946800"/>
                <a:gd name="connsiteX1" fmla="*/ 343547 w 772127"/>
                <a:gd name="connsiteY1" fmla="*/ 1938642 h 1946800"/>
                <a:gd name="connsiteX2" fmla="*/ 347358 w 772127"/>
                <a:gd name="connsiteY2" fmla="*/ 1946800 h 1946800"/>
                <a:gd name="connsiteX3" fmla="*/ 343296 w 772127"/>
                <a:gd name="connsiteY3" fmla="*/ 1938642 h 1946800"/>
                <a:gd name="connsiteX4" fmla="*/ 429086 w 772127"/>
                <a:gd name="connsiteY4" fmla="*/ 0 h 1946800"/>
                <a:gd name="connsiteX5" fmla="*/ 472583 w 772127"/>
                <a:gd name="connsiteY5" fmla="*/ 198735 h 1946800"/>
                <a:gd name="connsiteX6" fmla="*/ 709781 w 772127"/>
                <a:gd name="connsiteY6" fmla="*/ 850005 h 1946800"/>
                <a:gd name="connsiteX7" fmla="*/ 749954 w 772127"/>
                <a:gd name="connsiteY7" fmla="*/ 1065438 h 1946800"/>
                <a:gd name="connsiteX8" fmla="*/ 367694 w 772127"/>
                <a:gd name="connsiteY8" fmla="*/ 1775423 h 1946800"/>
                <a:gd name="connsiteX9" fmla="*/ 351427 w 772127"/>
                <a:gd name="connsiteY9" fmla="*/ 1938642 h 1946800"/>
                <a:gd name="connsiteX10" fmla="*/ 343547 w 772127"/>
                <a:gd name="connsiteY10" fmla="*/ 1938642 h 1946800"/>
                <a:gd name="connsiteX11" fmla="*/ 286364 w 772127"/>
                <a:gd name="connsiteY11" fmla="*/ 1816226 h 1946800"/>
                <a:gd name="connsiteX12" fmla="*/ 34230 w 772127"/>
                <a:gd name="connsiteY12" fmla="*/ 1159285 h 1946800"/>
                <a:gd name="connsiteX13" fmla="*/ 135896 w 772127"/>
                <a:gd name="connsiteY13" fmla="*/ 424813 h 1946800"/>
                <a:gd name="connsiteX14" fmla="*/ 428695 w 772127"/>
                <a:gd name="connsiteY14" fmla="*/ 458 h 1946800"/>
                <a:gd name="connsiteX15" fmla="*/ 429086 w 772127"/>
                <a:gd name="connsiteY15" fmla="*/ 0 h 194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2127" h="1946800">
                  <a:moveTo>
                    <a:pt x="343296" y="1938642"/>
                  </a:moveTo>
                  <a:lnTo>
                    <a:pt x="343547" y="1938642"/>
                  </a:lnTo>
                  <a:lnTo>
                    <a:pt x="347358" y="1946800"/>
                  </a:lnTo>
                  <a:lnTo>
                    <a:pt x="343296" y="1938642"/>
                  </a:lnTo>
                  <a:close/>
                  <a:moveTo>
                    <a:pt x="429086" y="0"/>
                  </a:moveTo>
                  <a:lnTo>
                    <a:pt x="472583" y="198735"/>
                  </a:lnTo>
                  <a:cubicBezTo>
                    <a:pt x="528052" y="417546"/>
                    <a:pt x="606185" y="634636"/>
                    <a:pt x="709781" y="850005"/>
                  </a:cubicBezTo>
                  <a:cubicBezTo>
                    <a:pt x="765082" y="996111"/>
                    <a:pt x="795618" y="1022202"/>
                    <a:pt x="749954" y="1065438"/>
                  </a:cubicBezTo>
                  <a:cubicBezTo>
                    <a:pt x="534450" y="1269483"/>
                    <a:pt x="408359" y="1506116"/>
                    <a:pt x="367694" y="1775423"/>
                  </a:cubicBezTo>
                  <a:cubicBezTo>
                    <a:pt x="359557" y="1828466"/>
                    <a:pt x="355495" y="1885592"/>
                    <a:pt x="351427" y="1938642"/>
                  </a:cubicBezTo>
                  <a:lnTo>
                    <a:pt x="343547" y="1938642"/>
                  </a:lnTo>
                  <a:lnTo>
                    <a:pt x="286364" y="1816226"/>
                  </a:lnTo>
                  <a:cubicBezTo>
                    <a:pt x="184698" y="1604045"/>
                    <a:pt x="95231" y="1387788"/>
                    <a:pt x="34230" y="1159285"/>
                  </a:cubicBezTo>
                  <a:cubicBezTo>
                    <a:pt x="-30840" y="906301"/>
                    <a:pt x="-6436" y="657399"/>
                    <a:pt x="135896" y="424813"/>
                  </a:cubicBezTo>
                  <a:cubicBezTo>
                    <a:pt x="225363" y="281999"/>
                    <a:pt x="331091" y="143266"/>
                    <a:pt x="428695" y="458"/>
                  </a:cubicBezTo>
                  <a:lnTo>
                    <a:pt x="429086" y="0"/>
                  </a:lnTo>
                  <a:close/>
                </a:path>
              </a:pathLst>
            </a:custGeom>
            <a:grpFill/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8ADCEF7-D5E3-A8BD-2469-3D4241D78453}"/>
                </a:ext>
              </a:extLst>
            </p:cNvPr>
            <p:cNvSpPr/>
            <p:nvPr/>
          </p:nvSpPr>
          <p:spPr>
            <a:xfrm flipH="1">
              <a:off x="6822535" y="3588386"/>
              <a:ext cx="777240" cy="1946800"/>
            </a:xfrm>
            <a:custGeom>
              <a:avLst/>
              <a:gdLst>
                <a:gd name="connsiteX0" fmla="*/ 343296 w 795191"/>
                <a:gd name="connsiteY0" fmla="*/ 1938642 h 1946800"/>
                <a:gd name="connsiteX1" fmla="*/ 343547 w 795191"/>
                <a:gd name="connsiteY1" fmla="*/ 1938642 h 1946800"/>
                <a:gd name="connsiteX2" fmla="*/ 347358 w 795191"/>
                <a:gd name="connsiteY2" fmla="*/ 1946800 h 1946800"/>
                <a:gd name="connsiteX3" fmla="*/ 429086 w 795191"/>
                <a:gd name="connsiteY3" fmla="*/ 0 h 1946800"/>
                <a:gd name="connsiteX4" fmla="*/ 472583 w 795191"/>
                <a:gd name="connsiteY4" fmla="*/ 198735 h 1946800"/>
                <a:gd name="connsiteX5" fmla="*/ 709781 w 795191"/>
                <a:gd name="connsiteY5" fmla="*/ 850005 h 1946800"/>
                <a:gd name="connsiteX6" fmla="*/ 795191 w 795191"/>
                <a:gd name="connsiteY6" fmla="*/ 1013532 h 1946800"/>
                <a:gd name="connsiteX7" fmla="*/ 789161 w 795191"/>
                <a:gd name="connsiteY7" fmla="*/ 1024695 h 1946800"/>
                <a:gd name="connsiteX8" fmla="*/ 749954 w 795191"/>
                <a:gd name="connsiteY8" fmla="*/ 1065438 h 1946800"/>
                <a:gd name="connsiteX9" fmla="*/ 367694 w 795191"/>
                <a:gd name="connsiteY9" fmla="*/ 1775423 h 1946800"/>
                <a:gd name="connsiteX10" fmla="*/ 351427 w 795191"/>
                <a:gd name="connsiteY10" fmla="*/ 1938642 h 1946800"/>
                <a:gd name="connsiteX11" fmla="*/ 343547 w 795191"/>
                <a:gd name="connsiteY11" fmla="*/ 1938642 h 1946800"/>
                <a:gd name="connsiteX12" fmla="*/ 286364 w 795191"/>
                <a:gd name="connsiteY12" fmla="*/ 1816226 h 1946800"/>
                <a:gd name="connsiteX13" fmla="*/ 34230 w 795191"/>
                <a:gd name="connsiteY13" fmla="*/ 1159285 h 1946800"/>
                <a:gd name="connsiteX14" fmla="*/ 135896 w 795191"/>
                <a:gd name="connsiteY14" fmla="*/ 424813 h 1946800"/>
                <a:gd name="connsiteX15" fmla="*/ 428695 w 795191"/>
                <a:gd name="connsiteY15" fmla="*/ 458 h 1946800"/>
                <a:gd name="connsiteX0" fmla="*/ 343296 w 795191"/>
                <a:gd name="connsiteY0" fmla="*/ 1938642 h 1946800"/>
                <a:gd name="connsiteX1" fmla="*/ 343547 w 795191"/>
                <a:gd name="connsiteY1" fmla="*/ 1938642 h 1946800"/>
                <a:gd name="connsiteX2" fmla="*/ 347358 w 795191"/>
                <a:gd name="connsiteY2" fmla="*/ 1946800 h 1946800"/>
                <a:gd name="connsiteX3" fmla="*/ 343296 w 795191"/>
                <a:gd name="connsiteY3" fmla="*/ 1938642 h 1946800"/>
                <a:gd name="connsiteX4" fmla="*/ 429086 w 795191"/>
                <a:gd name="connsiteY4" fmla="*/ 0 h 1946800"/>
                <a:gd name="connsiteX5" fmla="*/ 472583 w 795191"/>
                <a:gd name="connsiteY5" fmla="*/ 198735 h 1946800"/>
                <a:gd name="connsiteX6" fmla="*/ 709781 w 795191"/>
                <a:gd name="connsiteY6" fmla="*/ 850005 h 1946800"/>
                <a:gd name="connsiteX7" fmla="*/ 795191 w 795191"/>
                <a:gd name="connsiteY7" fmla="*/ 1013532 h 1946800"/>
                <a:gd name="connsiteX8" fmla="*/ 749954 w 795191"/>
                <a:gd name="connsiteY8" fmla="*/ 1065438 h 1946800"/>
                <a:gd name="connsiteX9" fmla="*/ 367694 w 795191"/>
                <a:gd name="connsiteY9" fmla="*/ 1775423 h 1946800"/>
                <a:gd name="connsiteX10" fmla="*/ 351427 w 795191"/>
                <a:gd name="connsiteY10" fmla="*/ 1938642 h 1946800"/>
                <a:gd name="connsiteX11" fmla="*/ 343547 w 795191"/>
                <a:gd name="connsiteY11" fmla="*/ 1938642 h 1946800"/>
                <a:gd name="connsiteX12" fmla="*/ 286364 w 795191"/>
                <a:gd name="connsiteY12" fmla="*/ 1816226 h 1946800"/>
                <a:gd name="connsiteX13" fmla="*/ 34230 w 795191"/>
                <a:gd name="connsiteY13" fmla="*/ 1159285 h 1946800"/>
                <a:gd name="connsiteX14" fmla="*/ 135896 w 795191"/>
                <a:gd name="connsiteY14" fmla="*/ 424813 h 1946800"/>
                <a:gd name="connsiteX15" fmla="*/ 428695 w 795191"/>
                <a:gd name="connsiteY15" fmla="*/ 458 h 1946800"/>
                <a:gd name="connsiteX16" fmla="*/ 429086 w 795191"/>
                <a:gd name="connsiteY16" fmla="*/ 0 h 1946800"/>
                <a:gd name="connsiteX0" fmla="*/ 343296 w 749954"/>
                <a:gd name="connsiteY0" fmla="*/ 1938642 h 1946800"/>
                <a:gd name="connsiteX1" fmla="*/ 343547 w 749954"/>
                <a:gd name="connsiteY1" fmla="*/ 1938642 h 1946800"/>
                <a:gd name="connsiteX2" fmla="*/ 347358 w 749954"/>
                <a:gd name="connsiteY2" fmla="*/ 1946800 h 1946800"/>
                <a:gd name="connsiteX3" fmla="*/ 343296 w 749954"/>
                <a:gd name="connsiteY3" fmla="*/ 1938642 h 1946800"/>
                <a:gd name="connsiteX4" fmla="*/ 429086 w 749954"/>
                <a:gd name="connsiteY4" fmla="*/ 0 h 1946800"/>
                <a:gd name="connsiteX5" fmla="*/ 472583 w 749954"/>
                <a:gd name="connsiteY5" fmla="*/ 198735 h 1946800"/>
                <a:gd name="connsiteX6" fmla="*/ 709781 w 749954"/>
                <a:gd name="connsiteY6" fmla="*/ 850005 h 1946800"/>
                <a:gd name="connsiteX7" fmla="*/ 749954 w 749954"/>
                <a:gd name="connsiteY7" fmla="*/ 1065438 h 1946800"/>
                <a:gd name="connsiteX8" fmla="*/ 367694 w 749954"/>
                <a:gd name="connsiteY8" fmla="*/ 1775423 h 1946800"/>
                <a:gd name="connsiteX9" fmla="*/ 351427 w 749954"/>
                <a:gd name="connsiteY9" fmla="*/ 1938642 h 1946800"/>
                <a:gd name="connsiteX10" fmla="*/ 343547 w 749954"/>
                <a:gd name="connsiteY10" fmla="*/ 1938642 h 1946800"/>
                <a:gd name="connsiteX11" fmla="*/ 286364 w 749954"/>
                <a:gd name="connsiteY11" fmla="*/ 1816226 h 1946800"/>
                <a:gd name="connsiteX12" fmla="*/ 34230 w 749954"/>
                <a:gd name="connsiteY12" fmla="*/ 1159285 h 1946800"/>
                <a:gd name="connsiteX13" fmla="*/ 135896 w 749954"/>
                <a:gd name="connsiteY13" fmla="*/ 424813 h 1946800"/>
                <a:gd name="connsiteX14" fmla="*/ 428695 w 749954"/>
                <a:gd name="connsiteY14" fmla="*/ 458 h 1946800"/>
                <a:gd name="connsiteX15" fmla="*/ 429086 w 749954"/>
                <a:gd name="connsiteY15" fmla="*/ 0 h 1946800"/>
                <a:gd name="connsiteX0" fmla="*/ 343296 w 764878"/>
                <a:gd name="connsiteY0" fmla="*/ 1938642 h 1946800"/>
                <a:gd name="connsiteX1" fmla="*/ 343547 w 764878"/>
                <a:gd name="connsiteY1" fmla="*/ 1938642 h 1946800"/>
                <a:gd name="connsiteX2" fmla="*/ 347358 w 764878"/>
                <a:gd name="connsiteY2" fmla="*/ 1946800 h 1946800"/>
                <a:gd name="connsiteX3" fmla="*/ 343296 w 764878"/>
                <a:gd name="connsiteY3" fmla="*/ 1938642 h 1946800"/>
                <a:gd name="connsiteX4" fmla="*/ 429086 w 764878"/>
                <a:gd name="connsiteY4" fmla="*/ 0 h 1946800"/>
                <a:gd name="connsiteX5" fmla="*/ 472583 w 764878"/>
                <a:gd name="connsiteY5" fmla="*/ 198735 h 1946800"/>
                <a:gd name="connsiteX6" fmla="*/ 709781 w 764878"/>
                <a:gd name="connsiteY6" fmla="*/ 850005 h 1946800"/>
                <a:gd name="connsiteX7" fmla="*/ 749954 w 764878"/>
                <a:gd name="connsiteY7" fmla="*/ 1065438 h 1946800"/>
                <a:gd name="connsiteX8" fmla="*/ 367694 w 764878"/>
                <a:gd name="connsiteY8" fmla="*/ 1775423 h 1946800"/>
                <a:gd name="connsiteX9" fmla="*/ 351427 w 764878"/>
                <a:gd name="connsiteY9" fmla="*/ 1938642 h 1946800"/>
                <a:gd name="connsiteX10" fmla="*/ 343547 w 764878"/>
                <a:gd name="connsiteY10" fmla="*/ 1938642 h 1946800"/>
                <a:gd name="connsiteX11" fmla="*/ 286364 w 764878"/>
                <a:gd name="connsiteY11" fmla="*/ 1816226 h 1946800"/>
                <a:gd name="connsiteX12" fmla="*/ 34230 w 764878"/>
                <a:gd name="connsiteY12" fmla="*/ 1159285 h 1946800"/>
                <a:gd name="connsiteX13" fmla="*/ 135896 w 764878"/>
                <a:gd name="connsiteY13" fmla="*/ 424813 h 1946800"/>
                <a:gd name="connsiteX14" fmla="*/ 428695 w 764878"/>
                <a:gd name="connsiteY14" fmla="*/ 458 h 1946800"/>
                <a:gd name="connsiteX15" fmla="*/ 429086 w 764878"/>
                <a:gd name="connsiteY15" fmla="*/ 0 h 1946800"/>
                <a:gd name="connsiteX0" fmla="*/ 343296 w 767649"/>
                <a:gd name="connsiteY0" fmla="*/ 1938642 h 1946800"/>
                <a:gd name="connsiteX1" fmla="*/ 343547 w 767649"/>
                <a:gd name="connsiteY1" fmla="*/ 1938642 h 1946800"/>
                <a:gd name="connsiteX2" fmla="*/ 347358 w 767649"/>
                <a:gd name="connsiteY2" fmla="*/ 1946800 h 1946800"/>
                <a:gd name="connsiteX3" fmla="*/ 343296 w 767649"/>
                <a:gd name="connsiteY3" fmla="*/ 1938642 h 1946800"/>
                <a:gd name="connsiteX4" fmla="*/ 429086 w 767649"/>
                <a:gd name="connsiteY4" fmla="*/ 0 h 1946800"/>
                <a:gd name="connsiteX5" fmla="*/ 472583 w 767649"/>
                <a:gd name="connsiteY5" fmla="*/ 198735 h 1946800"/>
                <a:gd name="connsiteX6" fmla="*/ 709781 w 767649"/>
                <a:gd name="connsiteY6" fmla="*/ 850005 h 1946800"/>
                <a:gd name="connsiteX7" fmla="*/ 749954 w 767649"/>
                <a:gd name="connsiteY7" fmla="*/ 1065438 h 1946800"/>
                <a:gd name="connsiteX8" fmla="*/ 367694 w 767649"/>
                <a:gd name="connsiteY8" fmla="*/ 1775423 h 1946800"/>
                <a:gd name="connsiteX9" fmla="*/ 351427 w 767649"/>
                <a:gd name="connsiteY9" fmla="*/ 1938642 h 1946800"/>
                <a:gd name="connsiteX10" fmla="*/ 343547 w 767649"/>
                <a:gd name="connsiteY10" fmla="*/ 1938642 h 1946800"/>
                <a:gd name="connsiteX11" fmla="*/ 286364 w 767649"/>
                <a:gd name="connsiteY11" fmla="*/ 1816226 h 1946800"/>
                <a:gd name="connsiteX12" fmla="*/ 34230 w 767649"/>
                <a:gd name="connsiteY12" fmla="*/ 1159285 h 1946800"/>
                <a:gd name="connsiteX13" fmla="*/ 135896 w 767649"/>
                <a:gd name="connsiteY13" fmla="*/ 424813 h 1946800"/>
                <a:gd name="connsiteX14" fmla="*/ 428695 w 767649"/>
                <a:gd name="connsiteY14" fmla="*/ 458 h 1946800"/>
                <a:gd name="connsiteX15" fmla="*/ 429086 w 767649"/>
                <a:gd name="connsiteY15" fmla="*/ 0 h 1946800"/>
                <a:gd name="connsiteX0" fmla="*/ 343296 w 772127"/>
                <a:gd name="connsiteY0" fmla="*/ 1938642 h 1946800"/>
                <a:gd name="connsiteX1" fmla="*/ 343547 w 772127"/>
                <a:gd name="connsiteY1" fmla="*/ 1938642 h 1946800"/>
                <a:gd name="connsiteX2" fmla="*/ 347358 w 772127"/>
                <a:gd name="connsiteY2" fmla="*/ 1946800 h 1946800"/>
                <a:gd name="connsiteX3" fmla="*/ 343296 w 772127"/>
                <a:gd name="connsiteY3" fmla="*/ 1938642 h 1946800"/>
                <a:gd name="connsiteX4" fmla="*/ 429086 w 772127"/>
                <a:gd name="connsiteY4" fmla="*/ 0 h 1946800"/>
                <a:gd name="connsiteX5" fmla="*/ 472583 w 772127"/>
                <a:gd name="connsiteY5" fmla="*/ 198735 h 1946800"/>
                <a:gd name="connsiteX6" fmla="*/ 709781 w 772127"/>
                <a:gd name="connsiteY6" fmla="*/ 850005 h 1946800"/>
                <a:gd name="connsiteX7" fmla="*/ 749954 w 772127"/>
                <a:gd name="connsiteY7" fmla="*/ 1065438 h 1946800"/>
                <a:gd name="connsiteX8" fmla="*/ 367694 w 772127"/>
                <a:gd name="connsiteY8" fmla="*/ 1775423 h 1946800"/>
                <a:gd name="connsiteX9" fmla="*/ 351427 w 772127"/>
                <a:gd name="connsiteY9" fmla="*/ 1938642 h 1946800"/>
                <a:gd name="connsiteX10" fmla="*/ 343547 w 772127"/>
                <a:gd name="connsiteY10" fmla="*/ 1938642 h 1946800"/>
                <a:gd name="connsiteX11" fmla="*/ 286364 w 772127"/>
                <a:gd name="connsiteY11" fmla="*/ 1816226 h 1946800"/>
                <a:gd name="connsiteX12" fmla="*/ 34230 w 772127"/>
                <a:gd name="connsiteY12" fmla="*/ 1159285 h 1946800"/>
                <a:gd name="connsiteX13" fmla="*/ 135896 w 772127"/>
                <a:gd name="connsiteY13" fmla="*/ 424813 h 1946800"/>
                <a:gd name="connsiteX14" fmla="*/ 428695 w 772127"/>
                <a:gd name="connsiteY14" fmla="*/ 458 h 1946800"/>
                <a:gd name="connsiteX15" fmla="*/ 429086 w 772127"/>
                <a:gd name="connsiteY15" fmla="*/ 0 h 194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2127" h="1946800">
                  <a:moveTo>
                    <a:pt x="343296" y="1938642"/>
                  </a:moveTo>
                  <a:lnTo>
                    <a:pt x="343547" y="1938642"/>
                  </a:lnTo>
                  <a:lnTo>
                    <a:pt x="347358" y="1946800"/>
                  </a:lnTo>
                  <a:lnTo>
                    <a:pt x="343296" y="1938642"/>
                  </a:lnTo>
                  <a:close/>
                  <a:moveTo>
                    <a:pt x="429086" y="0"/>
                  </a:moveTo>
                  <a:lnTo>
                    <a:pt x="472583" y="198735"/>
                  </a:lnTo>
                  <a:cubicBezTo>
                    <a:pt x="528052" y="417546"/>
                    <a:pt x="606185" y="634636"/>
                    <a:pt x="709781" y="850005"/>
                  </a:cubicBezTo>
                  <a:cubicBezTo>
                    <a:pt x="765082" y="996111"/>
                    <a:pt x="795618" y="1022202"/>
                    <a:pt x="749954" y="1065438"/>
                  </a:cubicBezTo>
                  <a:cubicBezTo>
                    <a:pt x="534450" y="1269483"/>
                    <a:pt x="408359" y="1506116"/>
                    <a:pt x="367694" y="1775423"/>
                  </a:cubicBezTo>
                  <a:cubicBezTo>
                    <a:pt x="359557" y="1828466"/>
                    <a:pt x="355495" y="1885592"/>
                    <a:pt x="351427" y="1938642"/>
                  </a:cubicBezTo>
                  <a:lnTo>
                    <a:pt x="343547" y="1938642"/>
                  </a:lnTo>
                  <a:lnTo>
                    <a:pt x="286364" y="1816226"/>
                  </a:lnTo>
                  <a:cubicBezTo>
                    <a:pt x="184698" y="1604045"/>
                    <a:pt x="95231" y="1387788"/>
                    <a:pt x="34230" y="1159285"/>
                  </a:cubicBezTo>
                  <a:cubicBezTo>
                    <a:pt x="-30840" y="906301"/>
                    <a:pt x="-6436" y="657399"/>
                    <a:pt x="135896" y="424813"/>
                  </a:cubicBezTo>
                  <a:cubicBezTo>
                    <a:pt x="225363" y="281999"/>
                    <a:pt x="331091" y="143266"/>
                    <a:pt x="428695" y="458"/>
                  </a:cubicBezTo>
                  <a:lnTo>
                    <a:pt x="429086" y="0"/>
                  </a:lnTo>
                  <a:close/>
                </a:path>
              </a:pathLst>
            </a:custGeom>
            <a:grpFill/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316206E-F91D-852E-CE43-5C52893D5C58}"/>
                </a:ext>
              </a:extLst>
            </p:cNvPr>
            <p:cNvSpPr/>
            <p:nvPr/>
          </p:nvSpPr>
          <p:spPr>
            <a:xfrm flipH="1">
              <a:off x="5736762" y="4761395"/>
              <a:ext cx="718478" cy="1387331"/>
            </a:xfrm>
            <a:custGeom>
              <a:avLst/>
              <a:gdLst>
                <a:gd name="connsiteX0" fmla="*/ 706226 w 718478"/>
                <a:gd name="connsiteY0" fmla="*/ 0 h 1387331"/>
                <a:gd name="connsiteX1" fmla="*/ 359239 w 718478"/>
                <a:gd name="connsiteY1" fmla="*/ 0 h 1387331"/>
                <a:gd name="connsiteX2" fmla="*/ 12252 w 718478"/>
                <a:gd name="connsiteY2" fmla="*/ 0 h 1387331"/>
                <a:gd name="connsiteX3" fmla="*/ 146909 w 718478"/>
                <a:gd name="connsiteY3" fmla="*/ 167296 h 1387331"/>
                <a:gd name="connsiteX4" fmla="*/ 77536 w 718478"/>
                <a:gd name="connsiteY4" fmla="*/ 281547 h 1387331"/>
                <a:gd name="connsiteX5" fmla="*/ 77536 w 718478"/>
                <a:gd name="connsiteY5" fmla="*/ 681428 h 1387331"/>
                <a:gd name="connsiteX6" fmla="*/ 359089 w 718478"/>
                <a:gd name="connsiteY6" fmla="*/ 1387331 h 1387331"/>
                <a:gd name="connsiteX7" fmla="*/ 359239 w 718478"/>
                <a:gd name="connsiteY7" fmla="*/ 1387331 h 1387331"/>
                <a:gd name="connsiteX8" fmla="*/ 359389 w 718478"/>
                <a:gd name="connsiteY8" fmla="*/ 1387331 h 1387331"/>
                <a:gd name="connsiteX9" fmla="*/ 640942 w 718478"/>
                <a:gd name="connsiteY9" fmla="*/ 681428 h 1387331"/>
                <a:gd name="connsiteX10" fmla="*/ 640942 w 718478"/>
                <a:gd name="connsiteY10" fmla="*/ 281547 h 1387331"/>
                <a:gd name="connsiteX11" fmla="*/ 571569 w 718478"/>
                <a:gd name="connsiteY11" fmla="*/ 167296 h 1387331"/>
                <a:gd name="connsiteX12" fmla="*/ 706226 w 718478"/>
                <a:gd name="connsiteY12" fmla="*/ 0 h 1387331"/>
                <a:gd name="connsiteX0" fmla="*/ 706226 w 718478"/>
                <a:gd name="connsiteY0" fmla="*/ 0 h 1387331"/>
                <a:gd name="connsiteX1" fmla="*/ 12252 w 718478"/>
                <a:gd name="connsiteY1" fmla="*/ 0 h 1387331"/>
                <a:gd name="connsiteX2" fmla="*/ 146909 w 718478"/>
                <a:gd name="connsiteY2" fmla="*/ 167296 h 1387331"/>
                <a:gd name="connsiteX3" fmla="*/ 77536 w 718478"/>
                <a:gd name="connsiteY3" fmla="*/ 281547 h 1387331"/>
                <a:gd name="connsiteX4" fmla="*/ 77536 w 718478"/>
                <a:gd name="connsiteY4" fmla="*/ 681428 h 1387331"/>
                <a:gd name="connsiteX5" fmla="*/ 359089 w 718478"/>
                <a:gd name="connsiteY5" fmla="*/ 1387331 h 1387331"/>
                <a:gd name="connsiteX6" fmla="*/ 359239 w 718478"/>
                <a:gd name="connsiteY6" fmla="*/ 1387331 h 1387331"/>
                <a:gd name="connsiteX7" fmla="*/ 359389 w 718478"/>
                <a:gd name="connsiteY7" fmla="*/ 1387331 h 1387331"/>
                <a:gd name="connsiteX8" fmla="*/ 640942 w 718478"/>
                <a:gd name="connsiteY8" fmla="*/ 681428 h 1387331"/>
                <a:gd name="connsiteX9" fmla="*/ 640942 w 718478"/>
                <a:gd name="connsiteY9" fmla="*/ 281547 h 1387331"/>
                <a:gd name="connsiteX10" fmla="*/ 571569 w 718478"/>
                <a:gd name="connsiteY10" fmla="*/ 167296 h 1387331"/>
                <a:gd name="connsiteX11" fmla="*/ 706226 w 718478"/>
                <a:gd name="connsiteY11" fmla="*/ 0 h 1387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8478" h="1387331">
                  <a:moveTo>
                    <a:pt x="706226" y="0"/>
                  </a:moveTo>
                  <a:lnTo>
                    <a:pt x="12252" y="0"/>
                  </a:lnTo>
                  <a:cubicBezTo>
                    <a:pt x="-20393" y="118328"/>
                    <a:pt x="8170" y="155055"/>
                    <a:pt x="146909" y="167296"/>
                  </a:cubicBezTo>
                  <a:cubicBezTo>
                    <a:pt x="122422" y="204017"/>
                    <a:pt x="97941" y="240744"/>
                    <a:pt x="77536" y="281547"/>
                  </a:cubicBezTo>
                  <a:cubicBezTo>
                    <a:pt x="12252" y="416198"/>
                    <a:pt x="32651" y="550854"/>
                    <a:pt x="77536" y="681428"/>
                  </a:cubicBezTo>
                  <a:cubicBezTo>
                    <a:pt x="163225" y="918090"/>
                    <a:pt x="265236" y="1150670"/>
                    <a:pt x="359089" y="1387331"/>
                  </a:cubicBezTo>
                  <a:lnTo>
                    <a:pt x="359239" y="1387331"/>
                  </a:lnTo>
                  <a:lnTo>
                    <a:pt x="359389" y="1387331"/>
                  </a:lnTo>
                  <a:cubicBezTo>
                    <a:pt x="453242" y="1150670"/>
                    <a:pt x="555253" y="918090"/>
                    <a:pt x="640942" y="681428"/>
                  </a:cubicBezTo>
                  <a:cubicBezTo>
                    <a:pt x="685827" y="550854"/>
                    <a:pt x="706226" y="416198"/>
                    <a:pt x="640942" y="281547"/>
                  </a:cubicBezTo>
                  <a:cubicBezTo>
                    <a:pt x="620537" y="240744"/>
                    <a:pt x="596056" y="204017"/>
                    <a:pt x="571569" y="167296"/>
                  </a:cubicBezTo>
                  <a:cubicBezTo>
                    <a:pt x="710308" y="155055"/>
                    <a:pt x="738871" y="118328"/>
                    <a:pt x="706226" y="0"/>
                  </a:cubicBezTo>
                  <a:close/>
                </a:path>
              </a:pathLst>
            </a:custGeom>
            <a:grpFill/>
            <a:ln w="6814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B4C8779-2ADB-C8CC-2DF8-9857213C98E0}"/>
              </a:ext>
            </a:extLst>
          </p:cNvPr>
          <p:cNvSpPr/>
          <p:nvPr/>
        </p:nvSpPr>
        <p:spPr>
          <a:xfrm>
            <a:off x="5147857" y="1051560"/>
            <a:ext cx="1896504" cy="1211421"/>
          </a:xfrm>
          <a:custGeom>
            <a:avLst/>
            <a:gdLst>
              <a:gd name="connsiteX0" fmla="*/ 953055 w 1896504"/>
              <a:gd name="connsiteY0" fmla="*/ 0 h 1211421"/>
              <a:gd name="connsiteX1" fmla="*/ 966791 w 1896504"/>
              <a:gd name="connsiteY1" fmla="*/ 3963 h 1211421"/>
              <a:gd name="connsiteX2" fmla="*/ 966791 w 1896504"/>
              <a:gd name="connsiteY2" fmla="*/ 6251 h 1211421"/>
              <a:gd name="connsiteX3" fmla="*/ 985898 w 1896504"/>
              <a:gd name="connsiteY3" fmla="*/ 11881 h 1211421"/>
              <a:gd name="connsiteX4" fmla="*/ 1044223 w 1896504"/>
              <a:gd name="connsiteY4" fmla="*/ 47518 h 1211421"/>
              <a:gd name="connsiteX5" fmla="*/ 1735201 w 1896504"/>
              <a:gd name="connsiteY5" fmla="*/ 807829 h 1211421"/>
              <a:gd name="connsiteX6" fmla="*/ 1891806 w 1896504"/>
              <a:gd name="connsiteY6" fmla="*/ 1192886 h 1211421"/>
              <a:gd name="connsiteX7" fmla="*/ 1896504 w 1896504"/>
              <a:gd name="connsiteY7" fmla="*/ 1211421 h 1211421"/>
              <a:gd name="connsiteX8" fmla="*/ 0 w 1896504"/>
              <a:gd name="connsiteY8" fmla="*/ 1211421 h 1211421"/>
              <a:gd name="connsiteX9" fmla="*/ 4708 w 1896504"/>
              <a:gd name="connsiteY9" fmla="*/ 1192884 h 1211421"/>
              <a:gd name="connsiteX10" fmla="*/ 161665 w 1896504"/>
              <a:gd name="connsiteY10" fmla="*/ 807827 h 1211421"/>
              <a:gd name="connsiteX11" fmla="*/ 854197 w 1896504"/>
              <a:gd name="connsiteY11" fmla="*/ 47516 h 1211421"/>
              <a:gd name="connsiteX12" fmla="*/ 912654 w 1896504"/>
              <a:gd name="connsiteY12" fmla="*/ 11879 h 1211421"/>
              <a:gd name="connsiteX13" fmla="*/ 921510 w 1896504"/>
              <a:gd name="connsiteY13" fmla="*/ 9275 h 1211421"/>
              <a:gd name="connsiteX14" fmla="*/ 921510 w 1896504"/>
              <a:gd name="connsiteY14" fmla="*/ 6964 h 1211421"/>
              <a:gd name="connsiteX15" fmla="*/ 945587 w 1896504"/>
              <a:gd name="connsiteY15" fmla="*/ 2 h 1211421"/>
              <a:gd name="connsiteX16" fmla="*/ 949313 w 1896504"/>
              <a:gd name="connsiteY16" fmla="*/ 1100 h 121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96504" h="1211421">
                <a:moveTo>
                  <a:pt x="953055" y="0"/>
                </a:moveTo>
                <a:lnTo>
                  <a:pt x="966791" y="3963"/>
                </a:lnTo>
                <a:lnTo>
                  <a:pt x="966791" y="6251"/>
                </a:lnTo>
                <a:lnTo>
                  <a:pt x="985898" y="11881"/>
                </a:lnTo>
                <a:cubicBezTo>
                  <a:pt x="1001294" y="19800"/>
                  <a:pt x="1019692" y="31679"/>
                  <a:pt x="1044223" y="47518"/>
                </a:cubicBezTo>
                <a:cubicBezTo>
                  <a:pt x="1375405" y="262938"/>
                  <a:pt x="1588010" y="524822"/>
                  <a:pt x="1735201" y="807829"/>
                </a:cubicBezTo>
                <a:cubicBezTo>
                  <a:pt x="1801130" y="934548"/>
                  <a:pt x="1852685" y="1063049"/>
                  <a:pt x="1891806" y="1192886"/>
                </a:cubicBezTo>
                <a:lnTo>
                  <a:pt x="1896504" y="1211421"/>
                </a:lnTo>
                <a:lnTo>
                  <a:pt x="0" y="1211421"/>
                </a:lnTo>
                <a:lnTo>
                  <a:pt x="4708" y="1192884"/>
                </a:lnTo>
                <a:cubicBezTo>
                  <a:pt x="43918" y="1063047"/>
                  <a:pt x="95588" y="934546"/>
                  <a:pt x="161665" y="807827"/>
                </a:cubicBezTo>
                <a:cubicBezTo>
                  <a:pt x="309187" y="524820"/>
                  <a:pt x="522270" y="262936"/>
                  <a:pt x="854197" y="47516"/>
                </a:cubicBezTo>
                <a:cubicBezTo>
                  <a:pt x="878783" y="31677"/>
                  <a:pt x="897223" y="19798"/>
                  <a:pt x="912654" y="11879"/>
                </a:cubicBezTo>
                <a:lnTo>
                  <a:pt x="921510" y="9275"/>
                </a:lnTo>
                <a:lnTo>
                  <a:pt x="921510" y="6964"/>
                </a:lnTo>
                <a:lnTo>
                  <a:pt x="945587" y="2"/>
                </a:lnTo>
                <a:lnTo>
                  <a:pt x="949313" y="1100"/>
                </a:lnTo>
                <a:close/>
              </a:path>
            </a:pathLst>
          </a:custGeom>
          <a:solidFill>
            <a:schemeClr val="accent4"/>
          </a:solidFill>
          <a:ln w="681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987D8BF7-2BAF-B070-0D3B-4FC571BC08F0}"/>
              </a:ext>
            </a:extLst>
          </p:cNvPr>
          <p:cNvSpPr/>
          <p:nvPr/>
        </p:nvSpPr>
        <p:spPr>
          <a:xfrm>
            <a:off x="6822535" y="1871406"/>
            <a:ext cx="2542446" cy="1295758"/>
          </a:xfrm>
          <a:custGeom>
            <a:avLst/>
            <a:gdLst>
              <a:gd name="connsiteX0" fmla="*/ 455419 w 573876"/>
              <a:gd name="connsiteY0" fmla="*/ 108414 h 292476"/>
              <a:gd name="connsiteX1" fmla="*/ 531090 w 573876"/>
              <a:gd name="connsiteY1" fmla="*/ 175903 h 292476"/>
              <a:gd name="connsiteX2" fmla="*/ 557677 w 573876"/>
              <a:gd name="connsiteY2" fmla="*/ 191583 h 292476"/>
              <a:gd name="connsiteX3" fmla="*/ 530408 w 573876"/>
              <a:gd name="connsiteY3" fmla="*/ 289749 h 292476"/>
              <a:gd name="connsiteX4" fmla="*/ 512002 w 573876"/>
              <a:gd name="connsiteY4" fmla="*/ 292476 h 292476"/>
              <a:gd name="connsiteX5" fmla="*/ 91381 w 573876"/>
              <a:gd name="connsiteY5" fmla="*/ 292476 h 292476"/>
              <a:gd name="connsiteX6" fmla="*/ 35480 w 573876"/>
              <a:gd name="connsiteY6" fmla="*/ 278160 h 292476"/>
              <a:gd name="connsiteX7" fmla="*/ 32072 w 573876"/>
              <a:gd name="connsiteY7" fmla="*/ 154089 h 292476"/>
              <a:gd name="connsiteX8" fmla="*/ 86609 w 573876"/>
              <a:gd name="connsiteY8" fmla="*/ 136364 h 292476"/>
              <a:gd name="connsiteX9" fmla="*/ 90700 w 573876"/>
              <a:gd name="connsiteY9" fmla="*/ 136364 h 292476"/>
              <a:gd name="connsiteX10" fmla="*/ 95472 w 573876"/>
              <a:gd name="connsiteY10" fmla="*/ 111823 h 292476"/>
              <a:gd name="connsiteX11" fmla="*/ 182050 w 573876"/>
              <a:gd name="connsiteY11" fmla="*/ 54559 h 292476"/>
              <a:gd name="connsiteX12" fmla="*/ 201820 w 573876"/>
              <a:gd name="connsiteY12" fmla="*/ 58650 h 292476"/>
              <a:gd name="connsiteX13" fmla="*/ 220908 w 573876"/>
              <a:gd name="connsiteY13" fmla="*/ 66148 h 292476"/>
              <a:gd name="connsiteX14" fmla="*/ 354525 w 573876"/>
              <a:gd name="connsiteY14" fmla="*/ 2067 h 292476"/>
              <a:gd name="connsiteX15" fmla="*/ 456101 w 573876"/>
              <a:gd name="connsiteY15" fmla="*/ 109096 h 292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73876" h="292476">
                <a:moveTo>
                  <a:pt x="455419" y="108414"/>
                </a:moveTo>
                <a:cubicBezTo>
                  <a:pt x="500412" y="92053"/>
                  <a:pt x="543361" y="127502"/>
                  <a:pt x="531090" y="175903"/>
                </a:cubicBezTo>
                <a:cubicBezTo>
                  <a:pt x="541315" y="178630"/>
                  <a:pt x="550178" y="183402"/>
                  <a:pt x="557677" y="191583"/>
                </a:cubicBezTo>
                <a:cubicBezTo>
                  <a:pt x="588354" y="224305"/>
                  <a:pt x="573356" y="277478"/>
                  <a:pt x="530408" y="289749"/>
                </a:cubicBezTo>
                <a:cubicBezTo>
                  <a:pt x="524272" y="291113"/>
                  <a:pt x="518137" y="292476"/>
                  <a:pt x="512002" y="292476"/>
                </a:cubicBezTo>
                <a:cubicBezTo>
                  <a:pt x="371568" y="292476"/>
                  <a:pt x="231134" y="292476"/>
                  <a:pt x="91381" y="292476"/>
                </a:cubicBezTo>
                <a:cubicBezTo>
                  <a:pt x="71612" y="292476"/>
                  <a:pt x="52523" y="289068"/>
                  <a:pt x="35480" y="278160"/>
                </a:cubicBezTo>
                <a:cubicBezTo>
                  <a:pt x="-10195" y="249528"/>
                  <a:pt x="-12240" y="186129"/>
                  <a:pt x="32072" y="154089"/>
                </a:cubicBezTo>
                <a:cubicBezTo>
                  <a:pt x="48433" y="142500"/>
                  <a:pt x="66839" y="136364"/>
                  <a:pt x="86609" y="136364"/>
                </a:cubicBezTo>
                <a:cubicBezTo>
                  <a:pt x="87973" y="136364"/>
                  <a:pt x="90018" y="136364"/>
                  <a:pt x="90700" y="136364"/>
                </a:cubicBezTo>
                <a:cubicBezTo>
                  <a:pt x="92063" y="128184"/>
                  <a:pt x="92745" y="120004"/>
                  <a:pt x="95472" y="111823"/>
                </a:cubicBezTo>
                <a:cubicBezTo>
                  <a:pt x="106379" y="72284"/>
                  <a:pt x="143192" y="50469"/>
                  <a:pt x="182050" y="54559"/>
                </a:cubicBezTo>
                <a:cubicBezTo>
                  <a:pt x="188867" y="54559"/>
                  <a:pt x="195684" y="56604"/>
                  <a:pt x="201820" y="58650"/>
                </a:cubicBezTo>
                <a:cubicBezTo>
                  <a:pt x="208637" y="60695"/>
                  <a:pt x="214772" y="63421"/>
                  <a:pt x="220908" y="66148"/>
                </a:cubicBezTo>
                <a:cubicBezTo>
                  <a:pt x="251585" y="16384"/>
                  <a:pt x="296579" y="-7476"/>
                  <a:pt x="354525" y="2067"/>
                </a:cubicBezTo>
                <a:cubicBezTo>
                  <a:pt x="413834" y="12293"/>
                  <a:pt x="445193" y="51833"/>
                  <a:pt x="456101" y="109096"/>
                </a:cubicBezTo>
                <a:close/>
              </a:path>
            </a:pathLst>
          </a:custGeom>
          <a:solidFill>
            <a:srgbClr val="536570"/>
          </a:solidFill>
          <a:ln w="6814" cap="flat">
            <a:noFill/>
            <a:prstDash val="solid"/>
            <a:miter/>
          </a:ln>
          <a:effectLst>
            <a:outerShdw blurRad="254000" dist="254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pic>
        <p:nvPicPr>
          <p:cNvPr id="23" name="Graphic 22" descr="Hourglass 30% with solid fill">
            <a:extLst>
              <a:ext uri="{FF2B5EF4-FFF2-40B4-BE49-F238E27FC236}">
                <a16:creationId xmlns:a16="http://schemas.microsoft.com/office/drawing/2014/main" id="{37E29BDF-3D6F-8B62-BEC5-990800BA2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0240" y="3714352"/>
            <a:ext cx="731520" cy="7315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Graphic 23" descr="Lightbulb with solid fill">
            <a:extLst>
              <a:ext uri="{FF2B5EF4-FFF2-40B4-BE49-F238E27FC236}">
                <a16:creationId xmlns:a16="http://schemas.microsoft.com/office/drawing/2014/main" id="{B9489A7A-17FC-1773-AE9A-840DC73239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0240" y="1372535"/>
            <a:ext cx="731520" cy="7315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Graphic 24" descr="Gears with solid fill">
            <a:extLst>
              <a:ext uri="{FF2B5EF4-FFF2-40B4-BE49-F238E27FC236}">
                <a16:creationId xmlns:a16="http://schemas.microsoft.com/office/drawing/2014/main" id="{30BB54AC-84B5-6019-45E2-BF5F0487F2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240" y="2502930"/>
            <a:ext cx="731520" cy="7315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FF613744-1873-0335-1AA9-53A7A0EB2FE2}"/>
              </a:ext>
            </a:extLst>
          </p:cNvPr>
          <p:cNvGrpSpPr/>
          <p:nvPr/>
        </p:nvGrpSpPr>
        <p:grpSpPr>
          <a:xfrm>
            <a:off x="8617186" y="1371068"/>
            <a:ext cx="2926080" cy="1290153"/>
            <a:chOff x="8921977" y="2947244"/>
            <a:chExt cx="2926080" cy="1290153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864F9B-C281-1F52-90CB-BCFD8AFF94D3}"/>
                </a:ext>
              </a:extLst>
            </p:cNvPr>
            <p:cNvSpPr txBox="1"/>
            <p:nvPr/>
          </p:nvSpPr>
          <p:spPr>
            <a:xfrm>
              <a:off x="8921977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4"/>
                  </a:solidFill>
                </a:rPr>
                <a:t>Lorem Ipsum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9B0D6C4-39D4-254E-F239-EDD8FB0AFDFB}"/>
                </a:ext>
              </a:extLst>
            </p:cNvPr>
            <p:cNvSpPr txBox="1"/>
            <p:nvPr/>
          </p:nvSpPr>
          <p:spPr>
            <a:xfrm>
              <a:off x="8921977" y="3406400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bg1">
                      <a:lumMod val="75000"/>
                    </a:schemeClr>
                  </a:solidFill>
                </a:rPr>
                <a:t>Lorem ipsum dolor sit amet, nibh est. A magna maecenas, quam magna nec quis, lorem nunc. Suspendisse viverra sodales mauris, cras pharetra proin egestas arcu erat dolor, at amet. 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285C917-DF70-3530-4F42-6406D938EDF6}"/>
              </a:ext>
            </a:extLst>
          </p:cNvPr>
          <p:cNvGrpSpPr/>
          <p:nvPr/>
        </p:nvGrpSpPr>
        <p:grpSpPr>
          <a:xfrm>
            <a:off x="8617186" y="3076162"/>
            <a:ext cx="2926080" cy="1290153"/>
            <a:chOff x="8921977" y="4652338"/>
            <a:chExt cx="2926080" cy="129015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241D070-F5A3-A37D-CDD6-7FB90FC29A1C}"/>
                </a:ext>
              </a:extLst>
            </p:cNvPr>
            <p:cNvSpPr txBox="1"/>
            <p:nvPr/>
          </p:nvSpPr>
          <p:spPr>
            <a:xfrm>
              <a:off x="8921977" y="4652338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1"/>
                  </a:solidFill>
                </a:rPr>
                <a:t>Lorem Ipsum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60B13C2-1524-6A70-363C-2ABD179795E8}"/>
                </a:ext>
              </a:extLst>
            </p:cNvPr>
            <p:cNvSpPr txBox="1"/>
            <p:nvPr/>
          </p:nvSpPr>
          <p:spPr>
            <a:xfrm>
              <a:off x="8921977" y="5111494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bg1">
                      <a:lumMod val="75000"/>
                    </a:schemeClr>
                  </a:solidFill>
                </a:rPr>
                <a:t>Lorem ipsum dolor sit amet, nibh est. A magna maecenas, quam magna nec quis, lorem nunc. Suspendisse viverra sodales mauris, cras pharetra proin egestas arcu erat dolor, at amet. 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F4ECCFD-FEB9-45F3-836C-BF8C1F9CBE96}"/>
              </a:ext>
            </a:extLst>
          </p:cNvPr>
          <p:cNvGrpSpPr/>
          <p:nvPr/>
        </p:nvGrpSpPr>
        <p:grpSpPr>
          <a:xfrm>
            <a:off x="648734" y="2223615"/>
            <a:ext cx="2926080" cy="1290153"/>
            <a:chOff x="332936" y="4652338"/>
            <a:chExt cx="2926080" cy="129015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BC7314B-AB68-B2A6-694A-8F55B9CA06AD}"/>
                </a:ext>
              </a:extLst>
            </p:cNvPr>
            <p:cNvSpPr txBox="1"/>
            <p:nvPr/>
          </p:nvSpPr>
          <p:spPr>
            <a:xfrm>
              <a:off x="332936" y="4652338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2"/>
                  </a:solidFill>
                </a:rPr>
                <a:t>Lorem Ipsum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D10E305-B668-7747-2A36-5555C57FA1AA}"/>
                </a:ext>
              </a:extLst>
            </p:cNvPr>
            <p:cNvSpPr txBox="1"/>
            <p:nvPr/>
          </p:nvSpPr>
          <p:spPr>
            <a:xfrm>
              <a:off x="332936" y="5111494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>
                  <a:solidFill>
                    <a:schemeClr val="bg1">
                      <a:lumMod val="75000"/>
                    </a:schemeClr>
                  </a:solidFill>
                </a:rPr>
                <a:t>Lorem ipsum dolor sit amet, nibh est. A magna maecenas, quam magna nec quis, lorem nunc. Suspendisse viverra sodales mauris, cras pharetra proin egestas arcu erat dolor, at amet. </a:t>
              </a:r>
              <a:endParaRPr lang="en-US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377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A46F724-D3C0-8C2C-8F9E-DABDEC9945EC}"/>
              </a:ext>
            </a:extLst>
          </p:cNvPr>
          <p:cNvSpPr txBox="1"/>
          <p:nvPr/>
        </p:nvSpPr>
        <p:spPr>
          <a:xfrm>
            <a:off x="667330" y="5930556"/>
            <a:ext cx="3987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1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Visit our </a:t>
            </a: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1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FAQ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1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: 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1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3"/>
              </a:rPr>
              <a:t>www.presentationgo.com/faq/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41000"/>
                </a:srgb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3247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9516</TotalTime>
  <Words>195</Words>
  <Application>Microsoft Office PowerPoint</Application>
  <PresentationFormat>Widescreen</PresentationFormat>
  <Paragraphs>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Template PresentationGO</vt:lpstr>
      <vt:lpstr>Template PresentationGO Dark</vt:lpstr>
      <vt:lpstr>Designed by PresentationGO</vt:lpstr>
      <vt:lpstr>{{Title}}</vt:lpstr>
      <vt:lpstr>3-Step Rocket Diagram – Slide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3-Step Rocket Diagram</dc:title>
  <dc:creator>PresentationGO.com</dc:creator>
  <dc:description>© Copyright PresentationGO.com - Do not distribute or sale without written permission.</dc:description>
  <cp:lastModifiedBy>Gajendrula Vasavi</cp:lastModifiedBy>
  <cp:revision>57</cp:revision>
  <dcterms:created xsi:type="dcterms:W3CDTF">2014-11-26T05:14:11Z</dcterms:created>
  <dcterms:modified xsi:type="dcterms:W3CDTF">2026-06-15T12:02:54Z</dcterms:modified>
  <cp:category>Charts &amp; Diagrams;Graphics &amp; Metaphors</cp:category>
</cp:coreProperties>
</file>