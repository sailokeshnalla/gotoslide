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11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AFE4F-7F8B-4101-AAE9-05A7E2A20101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45B14A-D1E3-4B50-B54F-6CF6A5F39A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287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0" name="Google Shape;1950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1" name="Google Shape;195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E0C44-3883-3A27-7F0D-558AC72B2A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55C134-2268-611F-7CA7-3AD35E739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63A24-00F4-0453-BFBE-9456BA0F4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C8F-BD62-431A-89CD-598FC84E6EF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8DEDB-C8B7-F264-611E-D4688843B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2BCC1-78BE-EF32-03E7-EC43BA355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5F82-DE0C-44C6-8977-930B9F75D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37888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8AE0A-8D6E-1F77-9CEB-2ADAFA3AB7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F87A15-FFAB-9C1C-491C-37775D2D08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56A88-177B-B82C-358E-74517CA634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C8F-BD62-431A-89CD-598FC84E6EF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672869-1636-EC0C-8CD1-4E94D22A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8F8222-21C9-53A5-D15D-D0CD1A783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5F82-DE0C-44C6-8977-930B9F75D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040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D7F2C-BB44-6772-8882-39F2ACD55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69AEAF-BF6C-F212-783D-A0A23CD55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3FB44B-9179-066A-3663-99F4D43BF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C8F-BD62-431A-89CD-598FC84E6EF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DE47C-3E38-D603-6C2E-8E5D5F0FD2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3736A-F171-820E-CDC2-79A10BA51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5F82-DE0C-44C6-8977-930B9F75D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436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8A846-08F9-3A87-2273-06B18348D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3C054F-FA03-7341-326B-B80B2D3133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894D98-186A-449D-5CE1-E0D48F10A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364F8A-8C6F-F952-626B-6E7815BA6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C8F-BD62-431A-89CD-598FC84E6EF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85417-C2AE-AB7D-1749-8D9872FA0B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B5FEA4-6233-78FA-8FE7-40BDAC78C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5F82-DE0C-44C6-8977-930B9F75D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745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D9A90-B3A1-56E5-8E7D-C296DE9AFF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B50CB1-F16B-EA28-0364-134FBD728B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86C8D-DD25-AD7A-217A-D39215F757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13DD70-ECDE-9648-5E8C-012303D73A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219F62-4A1B-AC29-D982-B2ECD42FCA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63AFC9-C35E-DFDB-F647-91278819B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C8F-BD62-431A-89CD-598FC84E6EF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D855F2-7FBF-2576-31C5-9D0F6D171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1A9E87-D12E-600D-ACB6-BBF0B2A71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5F82-DE0C-44C6-8977-930B9F75D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6120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E955A-8B19-DEE9-965C-B5A4F4C9F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7639B5-64CD-559B-63B3-EEAC306F59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C8F-BD62-431A-89CD-598FC84E6EF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83E41A-5D32-AF4E-7C0A-A3CAEF1DC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00E35E-DDB9-05EF-0D38-99AE28AF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5F82-DE0C-44C6-8977-930B9F75D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78518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FF1F3D-489D-7DFD-C143-13C27F7AA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C8F-BD62-431A-89CD-598FC84E6EF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DFABF-AB85-5E4D-E580-52D804EDD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B4B8DC-019C-1551-2BB0-C92C745B0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5F82-DE0C-44C6-8977-930B9F75D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766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02625-5F5A-8247-3061-153595784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E86A3-3CB1-3BC7-770A-964D28553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0D3182-23D2-2061-D294-9C2A07F776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D7C903-134B-FE31-6627-87EBB3A40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C8F-BD62-431A-89CD-598FC84E6EF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953AF-857A-B104-7A93-B94484C83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5359A7-2940-DE9C-142A-A821DF0333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5F82-DE0C-44C6-8977-930B9F75D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4885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E49AF-4462-4627-F21A-D47779E8F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E3CFB-CD0E-FFF7-6B30-68C90CDF44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BF98248-129D-BE6A-8F93-43138E7540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9FD21C-3F53-64CA-3D0F-C1F0D96E0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C8F-BD62-431A-89CD-598FC84E6EF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431971-FA09-5CB2-75A0-E6A1486BC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5FC590-6591-CCB2-FC5E-FCD9F20CE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5F82-DE0C-44C6-8977-930B9F75D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9673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E1027-41AF-5C86-955B-FFDFE95B5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56DBB0-67B3-9CFD-6292-366019A03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E5A5C-1996-95BB-78B3-E9FC93FE8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C8F-BD62-431A-89CD-598FC84E6EF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989F1-8501-00A6-CAC6-571061E62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CA2C85-C34C-59D2-06A7-CA28DC8E0E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5F82-DE0C-44C6-8977-930B9F75D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9912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848B77-08CE-B2D9-EB2C-E5766B6526A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C1260-69CD-81A9-5EC1-075CBF9A7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D8D65-EA3F-4631-C73C-D628AE9376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DDC8F-BD62-431A-89CD-598FC84E6EF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DBA749-ED45-CB1C-65A8-B3ACE748D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368A1-EA29-7FEC-8E00-EAF52257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CD5F82-DE0C-44C6-8977-930B9F75D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2733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984979-5BFC-8808-3658-CCE8A7BECE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FC7940-7472-268F-A9EE-1D5993EAF0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970363-FFD2-F20F-1DA5-5C7F3C9C6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DDC8F-BD62-431A-89CD-598FC84E6EFA}" type="datetimeFigureOut">
              <a:rPr lang="en-IN" smtClean="0"/>
              <a:t>22-06-2026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5F72B-2D03-541E-C797-2CDAB428E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C95CE-EB65-C05C-1021-E959040AC6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D5F82-DE0C-44C6-8977-930B9F75DD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31235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3" name="Google Shape;1953;p68"/>
          <p:cNvSpPr txBox="1"/>
          <p:nvPr/>
        </p:nvSpPr>
        <p:spPr>
          <a:xfrm>
            <a:off x="466725" y="1000125"/>
            <a:ext cx="1214437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400"/>
            </a:pPr>
            <a:r>
              <a:rPr lang="en-US" sz="1400" b="0" i="0" u="none" dirty="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A8B5777-5554-274C-81DF-1A6C4EAA9E3E}"/>
              </a:ext>
            </a:extLst>
          </p:cNvPr>
          <p:cNvGrpSpPr/>
          <p:nvPr/>
        </p:nvGrpSpPr>
        <p:grpSpPr>
          <a:xfrm>
            <a:off x="2155825" y="3114675"/>
            <a:ext cx="746124" cy="715962"/>
            <a:chOff x="2155825" y="3114675"/>
            <a:chExt cx="746124" cy="715962"/>
          </a:xfrm>
        </p:grpSpPr>
        <p:sp>
          <p:nvSpPr>
            <p:cNvPr id="1963" name="Google Shape;1963;p68"/>
            <p:cNvSpPr/>
            <p:nvPr/>
          </p:nvSpPr>
          <p:spPr>
            <a:xfrm>
              <a:off x="2155825" y="3114675"/>
              <a:ext cx="630237" cy="630237"/>
            </a:xfrm>
            <a:prstGeom prst="ellipse">
              <a:avLst/>
            </a:prstGeom>
            <a:solidFill>
              <a:srgbClr val="FF943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0" name="Google Shape;1970;p68"/>
            <p:cNvSpPr txBox="1"/>
            <p:nvPr/>
          </p:nvSpPr>
          <p:spPr>
            <a:xfrm>
              <a:off x="2338387" y="3141662"/>
              <a:ext cx="563562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700"/>
                <a:buFont typeface="Montserrat"/>
                <a:buNone/>
              </a:pPr>
              <a:r>
                <a:rPr lang="en-US" sz="3700" b="1" i="0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2</a:t>
              </a:r>
              <a:endParaRPr/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A69DB048-5A01-714D-AE31-AF341F411A5C}"/>
              </a:ext>
            </a:extLst>
          </p:cNvPr>
          <p:cNvGrpSpPr/>
          <p:nvPr/>
        </p:nvGrpSpPr>
        <p:grpSpPr>
          <a:xfrm>
            <a:off x="3567112" y="3114675"/>
            <a:ext cx="741362" cy="715962"/>
            <a:chOff x="3567112" y="3114675"/>
            <a:chExt cx="741362" cy="715962"/>
          </a:xfrm>
        </p:grpSpPr>
        <p:sp>
          <p:nvSpPr>
            <p:cNvPr id="1964" name="Google Shape;1964;p68"/>
            <p:cNvSpPr/>
            <p:nvPr/>
          </p:nvSpPr>
          <p:spPr>
            <a:xfrm>
              <a:off x="3567112" y="3114675"/>
              <a:ext cx="630237" cy="630237"/>
            </a:xfrm>
            <a:prstGeom prst="ellipse">
              <a:avLst/>
            </a:prstGeom>
            <a:solidFill>
              <a:srgbClr val="E2495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1" name="Google Shape;1971;p68"/>
            <p:cNvSpPr txBox="1"/>
            <p:nvPr/>
          </p:nvSpPr>
          <p:spPr>
            <a:xfrm>
              <a:off x="3754437" y="3141662"/>
              <a:ext cx="554037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700"/>
                <a:buFont typeface="Montserrat"/>
                <a:buNone/>
              </a:pPr>
              <a:r>
                <a:rPr lang="en-US" sz="3700" b="1" i="0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3</a:t>
              </a:r>
              <a:endParaRPr/>
            </a:p>
          </p:txBody>
        </p:sp>
      </p:grpSp>
      <p:grpSp>
        <p:nvGrpSpPr>
          <p:cNvPr id="5" name="Группа 4">
            <a:extLst>
              <a:ext uri="{FF2B5EF4-FFF2-40B4-BE49-F238E27FC236}">
                <a16:creationId xmlns:a16="http://schemas.microsoft.com/office/drawing/2014/main" id="{27B758DC-BA1D-A248-8AAB-4B34681B9C46}"/>
              </a:ext>
            </a:extLst>
          </p:cNvPr>
          <p:cNvGrpSpPr/>
          <p:nvPr/>
        </p:nvGrpSpPr>
        <p:grpSpPr>
          <a:xfrm>
            <a:off x="4960937" y="3114675"/>
            <a:ext cx="738187" cy="715962"/>
            <a:chOff x="4960937" y="3114675"/>
            <a:chExt cx="738187" cy="715962"/>
          </a:xfrm>
        </p:grpSpPr>
        <p:sp>
          <p:nvSpPr>
            <p:cNvPr id="1965" name="Google Shape;1965;p68"/>
            <p:cNvSpPr/>
            <p:nvPr/>
          </p:nvSpPr>
          <p:spPr>
            <a:xfrm>
              <a:off x="4960937" y="3114675"/>
              <a:ext cx="630237" cy="630237"/>
            </a:xfrm>
            <a:prstGeom prst="ellipse">
              <a:avLst/>
            </a:prstGeom>
            <a:solidFill>
              <a:srgbClr val="8C10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2" name="Google Shape;1972;p68"/>
            <p:cNvSpPr txBox="1"/>
            <p:nvPr/>
          </p:nvSpPr>
          <p:spPr>
            <a:xfrm>
              <a:off x="5145087" y="3141662"/>
              <a:ext cx="554037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700"/>
                <a:buFont typeface="Montserrat"/>
                <a:buNone/>
              </a:pPr>
              <a:r>
                <a:rPr lang="en-US" sz="3700" b="1" i="0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4</a:t>
              </a:r>
              <a:endParaRPr/>
            </a:p>
          </p:txBody>
        </p:sp>
      </p:grp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D6BA7788-B13D-924D-9DA9-0A0D87A384A4}"/>
              </a:ext>
            </a:extLst>
          </p:cNvPr>
          <p:cNvGrpSpPr/>
          <p:nvPr/>
        </p:nvGrpSpPr>
        <p:grpSpPr>
          <a:xfrm>
            <a:off x="762000" y="3114675"/>
            <a:ext cx="687387" cy="715962"/>
            <a:chOff x="762000" y="3114675"/>
            <a:chExt cx="687387" cy="715962"/>
          </a:xfrm>
        </p:grpSpPr>
        <p:sp>
          <p:nvSpPr>
            <p:cNvPr id="1962" name="Google Shape;1962;p68"/>
            <p:cNvSpPr/>
            <p:nvPr/>
          </p:nvSpPr>
          <p:spPr>
            <a:xfrm>
              <a:off x="762000" y="3114675"/>
              <a:ext cx="630237" cy="630237"/>
            </a:xfrm>
            <a:prstGeom prst="ellipse">
              <a:avLst/>
            </a:prstGeom>
            <a:solidFill>
              <a:srgbClr val="FFCC5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3" name="Google Shape;1973;p68"/>
            <p:cNvSpPr txBox="1"/>
            <p:nvPr/>
          </p:nvSpPr>
          <p:spPr>
            <a:xfrm>
              <a:off x="984250" y="3141662"/>
              <a:ext cx="465137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700"/>
                <a:buFont typeface="Montserrat"/>
                <a:buNone/>
              </a:pPr>
              <a:r>
                <a:rPr lang="en-US" sz="3700" b="1" i="0" u="none" dirty="0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1</a:t>
              </a:r>
              <a:endParaRPr dirty="0"/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559A2543-2594-034A-A0A9-18571161D317}"/>
              </a:ext>
            </a:extLst>
          </p:cNvPr>
          <p:cNvGrpSpPr/>
          <p:nvPr/>
        </p:nvGrpSpPr>
        <p:grpSpPr>
          <a:xfrm>
            <a:off x="7758112" y="3114675"/>
            <a:ext cx="738187" cy="715962"/>
            <a:chOff x="7758112" y="3114675"/>
            <a:chExt cx="738187" cy="715962"/>
          </a:xfrm>
        </p:grpSpPr>
        <p:sp>
          <p:nvSpPr>
            <p:cNvPr id="1967" name="Google Shape;1967;p68"/>
            <p:cNvSpPr/>
            <p:nvPr/>
          </p:nvSpPr>
          <p:spPr>
            <a:xfrm>
              <a:off x="7758112" y="3114675"/>
              <a:ext cx="630237" cy="630237"/>
            </a:xfrm>
            <a:prstGeom prst="ellipse">
              <a:avLst/>
            </a:prstGeom>
            <a:solidFill>
              <a:srgbClr val="64D1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4" name="Google Shape;1974;p68"/>
            <p:cNvSpPr txBox="1"/>
            <p:nvPr/>
          </p:nvSpPr>
          <p:spPr>
            <a:xfrm>
              <a:off x="7923212" y="3141662"/>
              <a:ext cx="573087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700"/>
                <a:buFont typeface="Montserrat"/>
                <a:buNone/>
              </a:pPr>
              <a:r>
                <a:rPr lang="en-US" sz="3700" b="1" i="0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6</a:t>
              </a:r>
              <a:endParaRPr/>
            </a:p>
          </p:txBody>
        </p:sp>
      </p:grpSp>
      <p:grpSp>
        <p:nvGrpSpPr>
          <p:cNvPr id="8" name="Группа 7">
            <a:extLst>
              <a:ext uri="{FF2B5EF4-FFF2-40B4-BE49-F238E27FC236}">
                <a16:creationId xmlns:a16="http://schemas.microsoft.com/office/drawing/2014/main" id="{374130E9-F4EE-0E45-A479-AE47526E1289}"/>
              </a:ext>
            </a:extLst>
          </p:cNvPr>
          <p:cNvGrpSpPr/>
          <p:nvPr/>
        </p:nvGrpSpPr>
        <p:grpSpPr>
          <a:xfrm>
            <a:off x="9166225" y="3114675"/>
            <a:ext cx="742949" cy="715962"/>
            <a:chOff x="9166225" y="3114675"/>
            <a:chExt cx="742949" cy="715962"/>
          </a:xfrm>
        </p:grpSpPr>
        <p:sp>
          <p:nvSpPr>
            <p:cNvPr id="1968" name="Google Shape;1968;p68"/>
            <p:cNvSpPr/>
            <p:nvPr/>
          </p:nvSpPr>
          <p:spPr>
            <a:xfrm>
              <a:off x="9166225" y="3114675"/>
              <a:ext cx="630237" cy="630237"/>
            </a:xfrm>
            <a:prstGeom prst="ellipse">
              <a:avLst/>
            </a:prstGeom>
            <a:solidFill>
              <a:srgbClr val="34B2E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5" name="Google Shape;1975;p68"/>
            <p:cNvSpPr txBox="1"/>
            <p:nvPr/>
          </p:nvSpPr>
          <p:spPr>
            <a:xfrm>
              <a:off x="9358312" y="3141662"/>
              <a:ext cx="550862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700"/>
                <a:buFont typeface="Montserrat"/>
                <a:buNone/>
              </a:pPr>
              <a:r>
                <a:rPr lang="en-US" sz="3700" b="1" i="0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7</a:t>
              </a:r>
              <a:endParaRPr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F22934E8-0716-574C-AC5B-8CEFA3D0CE1B}"/>
              </a:ext>
            </a:extLst>
          </p:cNvPr>
          <p:cNvGrpSpPr/>
          <p:nvPr/>
        </p:nvGrpSpPr>
        <p:grpSpPr>
          <a:xfrm>
            <a:off x="10560050" y="3114675"/>
            <a:ext cx="746125" cy="715962"/>
            <a:chOff x="10560050" y="3114675"/>
            <a:chExt cx="746125" cy="715962"/>
          </a:xfrm>
        </p:grpSpPr>
        <p:sp>
          <p:nvSpPr>
            <p:cNvPr id="1969" name="Google Shape;1969;p68"/>
            <p:cNvSpPr/>
            <p:nvPr/>
          </p:nvSpPr>
          <p:spPr>
            <a:xfrm>
              <a:off x="10560050" y="3114675"/>
              <a:ext cx="630237" cy="630237"/>
            </a:xfrm>
            <a:prstGeom prst="ellipse">
              <a:avLst/>
            </a:prstGeom>
            <a:solidFill>
              <a:srgbClr val="065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6" name="Google Shape;1976;p68"/>
            <p:cNvSpPr txBox="1"/>
            <p:nvPr/>
          </p:nvSpPr>
          <p:spPr>
            <a:xfrm>
              <a:off x="10725150" y="3141662"/>
              <a:ext cx="581025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700"/>
                <a:buFont typeface="Montserrat"/>
                <a:buNone/>
              </a:pPr>
              <a:r>
                <a:rPr lang="en-US" sz="3700" b="1" i="0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8</a:t>
              </a:r>
              <a:endParaRPr/>
            </a:p>
          </p:txBody>
        </p:sp>
      </p:grpSp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F3CAA8A-D4E5-0640-B44E-C7DAD5C731B3}"/>
              </a:ext>
            </a:extLst>
          </p:cNvPr>
          <p:cNvGrpSpPr/>
          <p:nvPr/>
        </p:nvGrpSpPr>
        <p:grpSpPr>
          <a:xfrm>
            <a:off x="6359525" y="3114675"/>
            <a:ext cx="742950" cy="715962"/>
            <a:chOff x="6359525" y="3114675"/>
            <a:chExt cx="742950" cy="715962"/>
          </a:xfrm>
        </p:grpSpPr>
        <p:sp>
          <p:nvSpPr>
            <p:cNvPr id="1966" name="Google Shape;1966;p68"/>
            <p:cNvSpPr/>
            <p:nvPr/>
          </p:nvSpPr>
          <p:spPr>
            <a:xfrm>
              <a:off x="6359525" y="3114675"/>
              <a:ext cx="630237" cy="630237"/>
            </a:xfrm>
            <a:prstGeom prst="ellipse">
              <a:avLst/>
            </a:prstGeom>
            <a:solidFill>
              <a:srgbClr val="69DAA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7" name="Google Shape;1977;p68"/>
            <p:cNvSpPr txBox="1"/>
            <p:nvPr/>
          </p:nvSpPr>
          <p:spPr>
            <a:xfrm>
              <a:off x="6543675" y="3141662"/>
              <a:ext cx="558800" cy="6889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700"/>
                <a:buFont typeface="Montserrat"/>
                <a:buNone/>
              </a:pPr>
              <a:r>
                <a:rPr lang="en-US" sz="3700" b="1" i="0" u="none">
                  <a:solidFill>
                    <a:srgbClr val="FFFFFF"/>
                  </a:solidFill>
                  <a:latin typeface="Montserrat"/>
                  <a:ea typeface="Montserrat"/>
                  <a:cs typeface="Montserrat"/>
                  <a:sym typeface="Montserrat"/>
                </a:rPr>
                <a:t>5</a:t>
              </a:r>
              <a:endParaRPr/>
            </a:p>
          </p:txBody>
        </p:sp>
      </p:grpSp>
      <p:cxnSp>
        <p:nvCxnSpPr>
          <p:cNvPr id="1978" name="Google Shape;1978;p68"/>
          <p:cNvCxnSpPr/>
          <p:nvPr/>
        </p:nvCxnSpPr>
        <p:spPr>
          <a:xfrm>
            <a:off x="1436687" y="3432175"/>
            <a:ext cx="674687" cy="0"/>
          </a:xfrm>
          <a:prstGeom prst="straightConnector1">
            <a:avLst/>
          </a:prstGeom>
          <a:noFill/>
          <a:ln w="41275" cap="flat" cmpd="sng">
            <a:solidFill>
              <a:srgbClr val="41404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79" name="Google Shape;1979;p68"/>
          <p:cNvCxnSpPr/>
          <p:nvPr/>
        </p:nvCxnSpPr>
        <p:spPr>
          <a:xfrm>
            <a:off x="2830512" y="3432175"/>
            <a:ext cx="674687" cy="0"/>
          </a:xfrm>
          <a:prstGeom prst="straightConnector1">
            <a:avLst/>
          </a:prstGeom>
          <a:noFill/>
          <a:ln w="41275" cap="flat" cmpd="sng">
            <a:solidFill>
              <a:srgbClr val="41404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80" name="Google Shape;1980;p68"/>
          <p:cNvCxnSpPr/>
          <p:nvPr/>
        </p:nvCxnSpPr>
        <p:spPr>
          <a:xfrm>
            <a:off x="4237037" y="3432175"/>
            <a:ext cx="679450" cy="0"/>
          </a:xfrm>
          <a:prstGeom prst="straightConnector1">
            <a:avLst/>
          </a:prstGeom>
          <a:noFill/>
          <a:ln w="41275" cap="flat" cmpd="sng">
            <a:solidFill>
              <a:srgbClr val="41404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81" name="Google Shape;1981;p68"/>
          <p:cNvCxnSpPr/>
          <p:nvPr/>
        </p:nvCxnSpPr>
        <p:spPr>
          <a:xfrm>
            <a:off x="5635625" y="3432175"/>
            <a:ext cx="674687" cy="0"/>
          </a:xfrm>
          <a:prstGeom prst="straightConnector1">
            <a:avLst/>
          </a:prstGeom>
          <a:noFill/>
          <a:ln w="41275" cap="flat" cmpd="sng">
            <a:solidFill>
              <a:srgbClr val="41404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82" name="Google Shape;1982;p68"/>
          <p:cNvCxnSpPr/>
          <p:nvPr/>
        </p:nvCxnSpPr>
        <p:spPr>
          <a:xfrm>
            <a:off x="7031037" y="3432175"/>
            <a:ext cx="674687" cy="0"/>
          </a:xfrm>
          <a:prstGeom prst="straightConnector1">
            <a:avLst/>
          </a:prstGeom>
          <a:noFill/>
          <a:ln w="41275" cap="flat" cmpd="sng">
            <a:solidFill>
              <a:srgbClr val="41404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83" name="Google Shape;1983;p68"/>
          <p:cNvCxnSpPr/>
          <p:nvPr/>
        </p:nvCxnSpPr>
        <p:spPr>
          <a:xfrm>
            <a:off x="8429625" y="3432175"/>
            <a:ext cx="677862" cy="0"/>
          </a:xfrm>
          <a:prstGeom prst="straightConnector1">
            <a:avLst/>
          </a:prstGeom>
          <a:noFill/>
          <a:ln w="41275" cap="flat" cmpd="sng">
            <a:solidFill>
              <a:srgbClr val="414042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984" name="Google Shape;1984;p68"/>
          <p:cNvCxnSpPr/>
          <p:nvPr/>
        </p:nvCxnSpPr>
        <p:spPr>
          <a:xfrm>
            <a:off x="9840912" y="3432175"/>
            <a:ext cx="679450" cy="0"/>
          </a:xfrm>
          <a:prstGeom prst="straightConnector1">
            <a:avLst/>
          </a:prstGeom>
          <a:noFill/>
          <a:ln w="41275" cap="flat" cmpd="sng">
            <a:solidFill>
              <a:srgbClr val="414042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16" name="Группа 15">
            <a:extLst>
              <a:ext uri="{FF2B5EF4-FFF2-40B4-BE49-F238E27FC236}">
                <a16:creationId xmlns:a16="http://schemas.microsoft.com/office/drawing/2014/main" id="{FC39E7EC-5F80-E644-B199-DF5825B8504E}"/>
              </a:ext>
            </a:extLst>
          </p:cNvPr>
          <p:cNvGrpSpPr/>
          <p:nvPr/>
        </p:nvGrpSpPr>
        <p:grpSpPr>
          <a:xfrm>
            <a:off x="774700" y="3906837"/>
            <a:ext cx="598487" cy="1838325"/>
            <a:chOff x="774700" y="3906837"/>
            <a:chExt cx="598487" cy="1838325"/>
          </a:xfrm>
        </p:grpSpPr>
        <p:sp>
          <p:nvSpPr>
            <p:cNvPr id="1954" name="Google Shape;1954;p68"/>
            <p:cNvSpPr/>
            <p:nvPr/>
          </p:nvSpPr>
          <p:spPr>
            <a:xfrm>
              <a:off x="774700" y="5029200"/>
              <a:ext cx="598487" cy="715962"/>
            </a:xfrm>
            <a:custGeom>
              <a:avLst/>
              <a:gdLst/>
              <a:ahLst/>
              <a:cxnLst/>
              <a:rect l="l" t="t" r="r" b="b"/>
              <a:pathLst>
                <a:path w="134" h="160" extrusionOk="0">
                  <a:moveTo>
                    <a:pt x="90" y="154"/>
                  </a:moveTo>
                  <a:cubicBezTo>
                    <a:pt x="90" y="157"/>
                    <a:pt x="88" y="160"/>
                    <a:pt x="85" y="160"/>
                  </a:cubicBezTo>
                  <a:cubicBezTo>
                    <a:pt x="51" y="160"/>
                    <a:pt x="51" y="160"/>
                    <a:pt x="51" y="160"/>
                  </a:cubicBezTo>
                  <a:cubicBezTo>
                    <a:pt x="48" y="160"/>
                    <a:pt x="45" y="157"/>
                    <a:pt x="45" y="154"/>
                  </a:cubicBezTo>
                  <a:cubicBezTo>
                    <a:pt x="45" y="154"/>
                    <a:pt x="45" y="154"/>
                    <a:pt x="45" y="154"/>
                  </a:cubicBezTo>
                  <a:cubicBezTo>
                    <a:pt x="45" y="151"/>
                    <a:pt x="48" y="149"/>
                    <a:pt x="51" y="149"/>
                  </a:cubicBezTo>
                  <a:cubicBezTo>
                    <a:pt x="85" y="149"/>
                    <a:pt x="85" y="149"/>
                    <a:pt x="85" y="149"/>
                  </a:cubicBezTo>
                  <a:cubicBezTo>
                    <a:pt x="88" y="149"/>
                    <a:pt x="90" y="151"/>
                    <a:pt x="90" y="154"/>
                  </a:cubicBezTo>
                  <a:close/>
                  <a:moveTo>
                    <a:pt x="90" y="140"/>
                  </a:moveTo>
                  <a:cubicBezTo>
                    <a:pt x="90" y="137"/>
                    <a:pt x="88" y="134"/>
                    <a:pt x="85" y="134"/>
                  </a:cubicBezTo>
                  <a:cubicBezTo>
                    <a:pt x="51" y="134"/>
                    <a:pt x="51" y="134"/>
                    <a:pt x="51" y="134"/>
                  </a:cubicBezTo>
                  <a:cubicBezTo>
                    <a:pt x="48" y="134"/>
                    <a:pt x="45" y="137"/>
                    <a:pt x="45" y="140"/>
                  </a:cubicBezTo>
                  <a:cubicBezTo>
                    <a:pt x="45" y="140"/>
                    <a:pt x="45" y="140"/>
                    <a:pt x="45" y="140"/>
                  </a:cubicBezTo>
                  <a:cubicBezTo>
                    <a:pt x="45" y="143"/>
                    <a:pt x="48" y="145"/>
                    <a:pt x="51" y="145"/>
                  </a:cubicBezTo>
                  <a:cubicBezTo>
                    <a:pt x="85" y="145"/>
                    <a:pt x="85" y="145"/>
                    <a:pt x="85" y="145"/>
                  </a:cubicBezTo>
                  <a:cubicBezTo>
                    <a:pt x="88" y="145"/>
                    <a:pt x="90" y="143"/>
                    <a:pt x="90" y="140"/>
                  </a:cubicBezTo>
                  <a:close/>
                  <a:moveTo>
                    <a:pt x="73" y="79"/>
                  </a:moveTo>
                  <a:cubicBezTo>
                    <a:pt x="66" y="79"/>
                    <a:pt x="66" y="79"/>
                    <a:pt x="66" y="79"/>
                  </a:cubicBezTo>
                  <a:cubicBezTo>
                    <a:pt x="62" y="79"/>
                    <a:pt x="62" y="79"/>
                    <a:pt x="62" y="79"/>
                  </a:cubicBezTo>
                  <a:cubicBezTo>
                    <a:pt x="62" y="131"/>
                    <a:pt x="62" y="131"/>
                    <a:pt x="62" y="131"/>
                  </a:cubicBezTo>
                  <a:cubicBezTo>
                    <a:pt x="64" y="131"/>
                    <a:pt x="66" y="131"/>
                    <a:pt x="68" y="131"/>
                  </a:cubicBezTo>
                  <a:cubicBezTo>
                    <a:pt x="68" y="131"/>
                    <a:pt x="68" y="131"/>
                    <a:pt x="68" y="131"/>
                  </a:cubicBezTo>
                  <a:cubicBezTo>
                    <a:pt x="68" y="131"/>
                    <a:pt x="68" y="131"/>
                    <a:pt x="68" y="131"/>
                  </a:cubicBezTo>
                  <a:cubicBezTo>
                    <a:pt x="68" y="131"/>
                    <a:pt x="68" y="131"/>
                    <a:pt x="68" y="131"/>
                  </a:cubicBezTo>
                  <a:cubicBezTo>
                    <a:pt x="68" y="131"/>
                    <a:pt x="68" y="131"/>
                    <a:pt x="68" y="131"/>
                  </a:cubicBezTo>
                  <a:cubicBezTo>
                    <a:pt x="70" y="131"/>
                    <a:pt x="71" y="131"/>
                    <a:pt x="73" y="131"/>
                  </a:cubicBezTo>
                  <a:lnTo>
                    <a:pt x="73" y="79"/>
                  </a:lnTo>
                  <a:close/>
                  <a:moveTo>
                    <a:pt x="49" y="57"/>
                  </a:moveTo>
                  <a:cubicBezTo>
                    <a:pt x="45" y="57"/>
                    <a:pt x="41" y="61"/>
                    <a:pt x="41" y="65"/>
                  </a:cubicBezTo>
                  <a:cubicBezTo>
                    <a:pt x="41" y="70"/>
                    <a:pt x="45" y="73"/>
                    <a:pt x="49" y="73"/>
                  </a:cubicBezTo>
                  <a:cubicBezTo>
                    <a:pt x="57" y="73"/>
                    <a:pt x="57" y="73"/>
                    <a:pt x="57" y="73"/>
                  </a:cubicBezTo>
                  <a:cubicBezTo>
                    <a:pt x="57" y="65"/>
                    <a:pt x="57" y="65"/>
                    <a:pt x="57" y="65"/>
                  </a:cubicBezTo>
                  <a:cubicBezTo>
                    <a:pt x="57" y="61"/>
                    <a:pt x="54" y="57"/>
                    <a:pt x="49" y="57"/>
                  </a:cubicBezTo>
                  <a:close/>
                  <a:moveTo>
                    <a:pt x="94" y="65"/>
                  </a:moveTo>
                  <a:cubicBezTo>
                    <a:pt x="94" y="61"/>
                    <a:pt x="91" y="57"/>
                    <a:pt x="86" y="57"/>
                  </a:cubicBezTo>
                  <a:cubicBezTo>
                    <a:pt x="82" y="57"/>
                    <a:pt x="78" y="61"/>
                    <a:pt x="78" y="65"/>
                  </a:cubicBezTo>
                  <a:cubicBezTo>
                    <a:pt x="78" y="73"/>
                    <a:pt x="78" y="73"/>
                    <a:pt x="78" y="73"/>
                  </a:cubicBezTo>
                  <a:cubicBezTo>
                    <a:pt x="86" y="73"/>
                    <a:pt x="86" y="73"/>
                    <a:pt x="86" y="73"/>
                  </a:cubicBezTo>
                  <a:cubicBezTo>
                    <a:pt x="91" y="73"/>
                    <a:pt x="94" y="70"/>
                    <a:pt x="94" y="65"/>
                  </a:cubicBezTo>
                  <a:close/>
                  <a:moveTo>
                    <a:pt x="112" y="51"/>
                  </a:moveTo>
                  <a:cubicBezTo>
                    <a:pt x="108" y="37"/>
                    <a:pt x="91" y="21"/>
                    <a:pt x="68" y="21"/>
                  </a:cubicBezTo>
                  <a:cubicBezTo>
                    <a:pt x="44" y="21"/>
                    <a:pt x="27" y="37"/>
                    <a:pt x="24" y="51"/>
                  </a:cubicBezTo>
                  <a:cubicBezTo>
                    <a:pt x="21" y="62"/>
                    <a:pt x="23" y="72"/>
                    <a:pt x="28" y="82"/>
                  </a:cubicBezTo>
                  <a:cubicBezTo>
                    <a:pt x="33" y="91"/>
                    <a:pt x="38" y="98"/>
                    <a:pt x="42" y="108"/>
                  </a:cubicBezTo>
                  <a:cubicBezTo>
                    <a:pt x="44" y="113"/>
                    <a:pt x="45" y="120"/>
                    <a:pt x="46" y="125"/>
                  </a:cubicBezTo>
                  <a:cubicBezTo>
                    <a:pt x="47" y="129"/>
                    <a:pt x="49" y="131"/>
                    <a:pt x="54" y="131"/>
                  </a:cubicBezTo>
                  <a:cubicBezTo>
                    <a:pt x="55" y="131"/>
                    <a:pt x="56" y="131"/>
                    <a:pt x="57" y="131"/>
                  </a:cubicBezTo>
                  <a:cubicBezTo>
                    <a:pt x="57" y="79"/>
                    <a:pt x="57" y="79"/>
                    <a:pt x="57" y="79"/>
                  </a:cubicBezTo>
                  <a:cubicBezTo>
                    <a:pt x="49" y="79"/>
                    <a:pt x="49" y="79"/>
                    <a:pt x="49" y="79"/>
                  </a:cubicBezTo>
                  <a:cubicBezTo>
                    <a:pt x="46" y="79"/>
                    <a:pt x="42" y="77"/>
                    <a:pt x="40" y="75"/>
                  </a:cubicBezTo>
                  <a:cubicBezTo>
                    <a:pt x="37" y="72"/>
                    <a:pt x="36" y="69"/>
                    <a:pt x="36" y="65"/>
                  </a:cubicBezTo>
                  <a:cubicBezTo>
                    <a:pt x="36" y="62"/>
                    <a:pt x="37" y="59"/>
                    <a:pt x="40" y="56"/>
                  </a:cubicBezTo>
                  <a:cubicBezTo>
                    <a:pt x="42" y="54"/>
                    <a:pt x="46" y="52"/>
                    <a:pt x="49" y="52"/>
                  </a:cubicBezTo>
                  <a:cubicBezTo>
                    <a:pt x="56" y="52"/>
                    <a:pt x="62" y="58"/>
                    <a:pt x="62" y="65"/>
                  </a:cubicBezTo>
                  <a:cubicBezTo>
                    <a:pt x="62" y="65"/>
                    <a:pt x="62" y="65"/>
                    <a:pt x="62" y="65"/>
                  </a:cubicBezTo>
                  <a:cubicBezTo>
                    <a:pt x="62" y="73"/>
                    <a:pt x="62" y="73"/>
                    <a:pt x="62" y="73"/>
                  </a:cubicBezTo>
                  <a:cubicBezTo>
                    <a:pt x="66" y="73"/>
                    <a:pt x="66" y="73"/>
                    <a:pt x="66" y="73"/>
                  </a:cubicBezTo>
                  <a:cubicBezTo>
                    <a:pt x="73" y="73"/>
                    <a:pt x="73" y="73"/>
                    <a:pt x="73" y="73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3" y="65"/>
                    <a:pt x="73" y="65"/>
                    <a:pt x="73" y="65"/>
                  </a:cubicBezTo>
                  <a:cubicBezTo>
                    <a:pt x="73" y="62"/>
                    <a:pt x="75" y="59"/>
                    <a:pt x="77" y="56"/>
                  </a:cubicBezTo>
                  <a:cubicBezTo>
                    <a:pt x="79" y="54"/>
                    <a:pt x="83" y="52"/>
                    <a:pt x="86" y="52"/>
                  </a:cubicBezTo>
                  <a:cubicBezTo>
                    <a:pt x="90" y="52"/>
                    <a:pt x="93" y="54"/>
                    <a:pt x="96" y="56"/>
                  </a:cubicBezTo>
                  <a:cubicBezTo>
                    <a:pt x="98" y="59"/>
                    <a:pt x="100" y="62"/>
                    <a:pt x="100" y="65"/>
                  </a:cubicBezTo>
                  <a:cubicBezTo>
                    <a:pt x="100" y="69"/>
                    <a:pt x="98" y="72"/>
                    <a:pt x="96" y="75"/>
                  </a:cubicBezTo>
                  <a:cubicBezTo>
                    <a:pt x="93" y="77"/>
                    <a:pt x="90" y="79"/>
                    <a:pt x="86" y="79"/>
                  </a:cubicBezTo>
                  <a:cubicBezTo>
                    <a:pt x="78" y="79"/>
                    <a:pt x="78" y="79"/>
                    <a:pt x="78" y="79"/>
                  </a:cubicBezTo>
                  <a:cubicBezTo>
                    <a:pt x="78" y="131"/>
                    <a:pt x="78" y="131"/>
                    <a:pt x="78" y="131"/>
                  </a:cubicBezTo>
                  <a:cubicBezTo>
                    <a:pt x="79" y="131"/>
                    <a:pt x="80" y="131"/>
                    <a:pt x="82" y="131"/>
                  </a:cubicBezTo>
                  <a:cubicBezTo>
                    <a:pt x="87" y="131"/>
                    <a:pt x="88" y="129"/>
                    <a:pt x="89" y="125"/>
                  </a:cubicBezTo>
                  <a:cubicBezTo>
                    <a:pt x="90" y="120"/>
                    <a:pt x="91" y="113"/>
                    <a:pt x="94" y="108"/>
                  </a:cubicBezTo>
                  <a:cubicBezTo>
                    <a:pt x="98" y="98"/>
                    <a:pt x="102" y="91"/>
                    <a:pt x="107" y="82"/>
                  </a:cubicBezTo>
                  <a:cubicBezTo>
                    <a:pt x="112" y="72"/>
                    <a:pt x="115" y="62"/>
                    <a:pt x="112" y="51"/>
                  </a:cubicBezTo>
                  <a:close/>
                  <a:moveTo>
                    <a:pt x="73" y="5"/>
                  </a:moveTo>
                  <a:cubicBezTo>
                    <a:pt x="73" y="2"/>
                    <a:pt x="70" y="0"/>
                    <a:pt x="68" y="0"/>
                  </a:cubicBezTo>
                  <a:cubicBezTo>
                    <a:pt x="68" y="0"/>
                    <a:pt x="68" y="0"/>
                    <a:pt x="68" y="0"/>
                  </a:cubicBezTo>
                  <a:cubicBezTo>
                    <a:pt x="65" y="0"/>
                    <a:pt x="63" y="2"/>
                    <a:pt x="63" y="5"/>
                  </a:cubicBezTo>
                  <a:cubicBezTo>
                    <a:pt x="63" y="14"/>
                    <a:pt x="63" y="14"/>
                    <a:pt x="63" y="14"/>
                  </a:cubicBezTo>
                  <a:cubicBezTo>
                    <a:pt x="63" y="16"/>
                    <a:pt x="65" y="19"/>
                    <a:pt x="68" y="19"/>
                  </a:cubicBezTo>
                  <a:cubicBezTo>
                    <a:pt x="68" y="19"/>
                    <a:pt x="68" y="19"/>
                    <a:pt x="68" y="19"/>
                  </a:cubicBezTo>
                  <a:cubicBezTo>
                    <a:pt x="70" y="19"/>
                    <a:pt x="73" y="16"/>
                    <a:pt x="73" y="14"/>
                  </a:cubicBezTo>
                  <a:lnTo>
                    <a:pt x="73" y="5"/>
                  </a:lnTo>
                  <a:close/>
                  <a:moveTo>
                    <a:pt x="100" y="13"/>
                  </a:moveTo>
                  <a:cubicBezTo>
                    <a:pt x="101" y="10"/>
                    <a:pt x="100" y="7"/>
                    <a:pt x="98" y="6"/>
                  </a:cubicBezTo>
                  <a:cubicBezTo>
                    <a:pt x="98" y="6"/>
                    <a:pt x="98" y="6"/>
                    <a:pt x="98" y="6"/>
                  </a:cubicBezTo>
                  <a:cubicBezTo>
                    <a:pt x="95" y="5"/>
                    <a:pt x="92" y="6"/>
                    <a:pt x="91" y="8"/>
                  </a:cubicBezTo>
                  <a:cubicBezTo>
                    <a:pt x="87" y="16"/>
                    <a:pt x="87" y="16"/>
                    <a:pt x="87" y="16"/>
                  </a:cubicBezTo>
                  <a:cubicBezTo>
                    <a:pt x="86" y="18"/>
                    <a:pt x="86" y="21"/>
                    <a:pt x="89" y="23"/>
                  </a:cubicBezTo>
                  <a:cubicBezTo>
                    <a:pt x="89" y="23"/>
                    <a:pt x="89" y="23"/>
                    <a:pt x="89" y="23"/>
                  </a:cubicBezTo>
                  <a:cubicBezTo>
                    <a:pt x="91" y="24"/>
                    <a:pt x="94" y="23"/>
                    <a:pt x="95" y="21"/>
                  </a:cubicBezTo>
                  <a:lnTo>
                    <a:pt x="100" y="13"/>
                  </a:lnTo>
                  <a:close/>
                  <a:moveTo>
                    <a:pt x="120" y="28"/>
                  </a:moveTo>
                  <a:cubicBezTo>
                    <a:pt x="122" y="27"/>
                    <a:pt x="122" y="24"/>
                    <a:pt x="120" y="22"/>
                  </a:cubicBezTo>
                  <a:cubicBezTo>
                    <a:pt x="120" y="22"/>
                    <a:pt x="120" y="22"/>
                    <a:pt x="120" y="22"/>
                  </a:cubicBezTo>
                  <a:cubicBezTo>
                    <a:pt x="118" y="20"/>
                    <a:pt x="115" y="19"/>
                    <a:pt x="113" y="21"/>
                  </a:cubicBezTo>
                  <a:cubicBezTo>
                    <a:pt x="106" y="27"/>
                    <a:pt x="106" y="27"/>
                    <a:pt x="106" y="27"/>
                  </a:cubicBezTo>
                  <a:cubicBezTo>
                    <a:pt x="104" y="29"/>
                    <a:pt x="104" y="32"/>
                    <a:pt x="106" y="34"/>
                  </a:cubicBezTo>
                  <a:cubicBezTo>
                    <a:pt x="106" y="34"/>
                    <a:pt x="106" y="34"/>
                    <a:pt x="106" y="34"/>
                  </a:cubicBezTo>
                  <a:cubicBezTo>
                    <a:pt x="108" y="36"/>
                    <a:pt x="111" y="36"/>
                    <a:pt x="113" y="34"/>
                  </a:cubicBezTo>
                  <a:lnTo>
                    <a:pt x="120" y="28"/>
                  </a:lnTo>
                  <a:close/>
                  <a:moveTo>
                    <a:pt x="130" y="52"/>
                  </a:moveTo>
                  <a:cubicBezTo>
                    <a:pt x="133" y="52"/>
                    <a:pt x="134" y="49"/>
                    <a:pt x="134" y="47"/>
                  </a:cubicBezTo>
                  <a:cubicBezTo>
                    <a:pt x="134" y="47"/>
                    <a:pt x="134" y="47"/>
                    <a:pt x="134" y="47"/>
                  </a:cubicBezTo>
                  <a:cubicBezTo>
                    <a:pt x="134" y="44"/>
                    <a:pt x="131" y="42"/>
                    <a:pt x="128" y="43"/>
                  </a:cubicBezTo>
                  <a:cubicBezTo>
                    <a:pt x="119" y="44"/>
                    <a:pt x="119" y="44"/>
                    <a:pt x="119" y="44"/>
                  </a:cubicBezTo>
                  <a:cubicBezTo>
                    <a:pt x="117" y="45"/>
                    <a:pt x="115" y="47"/>
                    <a:pt x="116" y="50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6" y="53"/>
                    <a:pt x="119" y="54"/>
                    <a:pt x="121" y="54"/>
                  </a:cubicBezTo>
                  <a:lnTo>
                    <a:pt x="130" y="52"/>
                  </a:lnTo>
                  <a:close/>
                  <a:moveTo>
                    <a:pt x="128" y="78"/>
                  </a:moveTo>
                  <a:cubicBezTo>
                    <a:pt x="131" y="79"/>
                    <a:pt x="133" y="77"/>
                    <a:pt x="134" y="75"/>
                  </a:cubicBezTo>
                  <a:cubicBezTo>
                    <a:pt x="134" y="75"/>
                    <a:pt x="134" y="75"/>
                    <a:pt x="134" y="75"/>
                  </a:cubicBezTo>
                  <a:cubicBezTo>
                    <a:pt x="134" y="72"/>
                    <a:pt x="132" y="69"/>
                    <a:pt x="130" y="69"/>
                  </a:cubicBezTo>
                  <a:cubicBezTo>
                    <a:pt x="121" y="67"/>
                    <a:pt x="121" y="67"/>
                    <a:pt x="121" y="67"/>
                  </a:cubicBezTo>
                  <a:cubicBezTo>
                    <a:pt x="118" y="67"/>
                    <a:pt x="116" y="68"/>
                    <a:pt x="115" y="71"/>
                  </a:cubicBezTo>
                  <a:cubicBezTo>
                    <a:pt x="115" y="71"/>
                    <a:pt x="115" y="71"/>
                    <a:pt x="115" y="71"/>
                  </a:cubicBezTo>
                  <a:cubicBezTo>
                    <a:pt x="115" y="73"/>
                    <a:pt x="116" y="76"/>
                    <a:pt x="119" y="77"/>
                  </a:cubicBezTo>
                  <a:lnTo>
                    <a:pt x="128" y="78"/>
                  </a:lnTo>
                  <a:close/>
                  <a:moveTo>
                    <a:pt x="40" y="21"/>
                  </a:moveTo>
                  <a:cubicBezTo>
                    <a:pt x="41" y="23"/>
                    <a:pt x="44" y="24"/>
                    <a:pt x="46" y="23"/>
                  </a:cubicBezTo>
                  <a:cubicBezTo>
                    <a:pt x="46" y="23"/>
                    <a:pt x="46" y="23"/>
                    <a:pt x="46" y="23"/>
                  </a:cubicBezTo>
                  <a:cubicBezTo>
                    <a:pt x="49" y="21"/>
                    <a:pt x="49" y="18"/>
                    <a:pt x="48" y="16"/>
                  </a:cubicBezTo>
                  <a:cubicBezTo>
                    <a:pt x="44" y="8"/>
                    <a:pt x="44" y="8"/>
                    <a:pt x="44" y="8"/>
                  </a:cubicBezTo>
                  <a:cubicBezTo>
                    <a:pt x="43" y="6"/>
                    <a:pt x="40" y="5"/>
                    <a:pt x="37" y="6"/>
                  </a:cubicBezTo>
                  <a:cubicBezTo>
                    <a:pt x="37" y="6"/>
                    <a:pt x="37" y="6"/>
                    <a:pt x="37" y="6"/>
                  </a:cubicBezTo>
                  <a:cubicBezTo>
                    <a:pt x="35" y="7"/>
                    <a:pt x="34" y="10"/>
                    <a:pt x="35" y="13"/>
                  </a:cubicBezTo>
                  <a:lnTo>
                    <a:pt x="40" y="21"/>
                  </a:lnTo>
                  <a:close/>
                  <a:moveTo>
                    <a:pt x="22" y="34"/>
                  </a:moveTo>
                  <a:cubicBezTo>
                    <a:pt x="24" y="36"/>
                    <a:pt x="27" y="36"/>
                    <a:pt x="29" y="34"/>
                  </a:cubicBezTo>
                  <a:cubicBezTo>
                    <a:pt x="29" y="34"/>
                    <a:pt x="29" y="34"/>
                    <a:pt x="29" y="34"/>
                  </a:cubicBezTo>
                  <a:cubicBezTo>
                    <a:pt x="31" y="32"/>
                    <a:pt x="31" y="29"/>
                    <a:pt x="29" y="27"/>
                  </a:cubicBezTo>
                  <a:cubicBezTo>
                    <a:pt x="22" y="21"/>
                    <a:pt x="22" y="21"/>
                    <a:pt x="22" y="21"/>
                  </a:cubicBezTo>
                  <a:cubicBezTo>
                    <a:pt x="20" y="19"/>
                    <a:pt x="17" y="20"/>
                    <a:pt x="15" y="22"/>
                  </a:cubicBezTo>
                  <a:cubicBezTo>
                    <a:pt x="15" y="22"/>
                    <a:pt x="15" y="22"/>
                    <a:pt x="15" y="22"/>
                  </a:cubicBezTo>
                  <a:cubicBezTo>
                    <a:pt x="13" y="24"/>
                    <a:pt x="13" y="27"/>
                    <a:pt x="15" y="28"/>
                  </a:cubicBezTo>
                  <a:lnTo>
                    <a:pt x="22" y="34"/>
                  </a:lnTo>
                  <a:close/>
                  <a:moveTo>
                    <a:pt x="14" y="54"/>
                  </a:moveTo>
                  <a:cubicBezTo>
                    <a:pt x="16" y="54"/>
                    <a:pt x="19" y="53"/>
                    <a:pt x="19" y="50"/>
                  </a:cubicBezTo>
                  <a:cubicBezTo>
                    <a:pt x="19" y="50"/>
                    <a:pt x="19" y="50"/>
                    <a:pt x="19" y="50"/>
                  </a:cubicBezTo>
                  <a:cubicBezTo>
                    <a:pt x="20" y="47"/>
                    <a:pt x="18" y="45"/>
                    <a:pt x="15" y="44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4" y="42"/>
                    <a:pt x="1" y="44"/>
                    <a:pt x="1" y="4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49"/>
                    <a:pt x="2" y="52"/>
                    <a:pt x="5" y="52"/>
                  </a:cubicBezTo>
                  <a:lnTo>
                    <a:pt x="14" y="54"/>
                  </a:lnTo>
                  <a:close/>
                  <a:moveTo>
                    <a:pt x="16" y="77"/>
                  </a:moveTo>
                  <a:cubicBezTo>
                    <a:pt x="18" y="76"/>
                    <a:pt x="20" y="73"/>
                    <a:pt x="20" y="71"/>
                  </a:cubicBezTo>
                  <a:cubicBezTo>
                    <a:pt x="20" y="71"/>
                    <a:pt x="20" y="71"/>
                    <a:pt x="20" y="71"/>
                  </a:cubicBezTo>
                  <a:cubicBezTo>
                    <a:pt x="19" y="68"/>
                    <a:pt x="17" y="67"/>
                    <a:pt x="14" y="67"/>
                  </a:cubicBezTo>
                  <a:cubicBezTo>
                    <a:pt x="5" y="69"/>
                    <a:pt x="5" y="69"/>
                    <a:pt x="5" y="69"/>
                  </a:cubicBezTo>
                  <a:cubicBezTo>
                    <a:pt x="2" y="69"/>
                    <a:pt x="1" y="72"/>
                    <a:pt x="1" y="75"/>
                  </a:cubicBezTo>
                  <a:cubicBezTo>
                    <a:pt x="1" y="75"/>
                    <a:pt x="1" y="75"/>
                    <a:pt x="1" y="75"/>
                  </a:cubicBezTo>
                  <a:cubicBezTo>
                    <a:pt x="2" y="77"/>
                    <a:pt x="4" y="79"/>
                    <a:pt x="7" y="78"/>
                  </a:cubicBezTo>
                  <a:lnTo>
                    <a:pt x="16" y="77"/>
                  </a:lnTo>
                  <a:close/>
                </a:path>
              </a:pathLst>
            </a:custGeom>
            <a:solidFill>
              <a:srgbClr val="FFCC5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85" name="Google Shape;1985;p68"/>
            <p:cNvCxnSpPr/>
            <p:nvPr/>
          </p:nvCxnSpPr>
          <p:spPr>
            <a:xfrm>
              <a:off x="1074737" y="3906837"/>
              <a:ext cx="0" cy="982662"/>
            </a:xfrm>
            <a:prstGeom prst="straightConnector1">
              <a:avLst/>
            </a:prstGeom>
            <a:noFill/>
            <a:ln w="4127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DE763148-E0B7-0B4E-A93B-4764435DD548}"/>
              </a:ext>
            </a:extLst>
          </p:cNvPr>
          <p:cNvGrpSpPr/>
          <p:nvPr/>
        </p:nvGrpSpPr>
        <p:grpSpPr>
          <a:xfrm>
            <a:off x="3455987" y="3906837"/>
            <a:ext cx="835025" cy="1838325"/>
            <a:chOff x="3455987" y="3906837"/>
            <a:chExt cx="835025" cy="1838325"/>
          </a:xfrm>
        </p:grpSpPr>
        <p:sp>
          <p:nvSpPr>
            <p:cNvPr id="1955" name="Google Shape;1955;p68"/>
            <p:cNvSpPr/>
            <p:nvPr/>
          </p:nvSpPr>
          <p:spPr>
            <a:xfrm>
              <a:off x="3455987" y="5184775"/>
              <a:ext cx="835025" cy="560387"/>
            </a:xfrm>
            <a:custGeom>
              <a:avLst/>
              <a:gdLst/>
              <a:ahLst/>
              <a:cxnLst/>
              <a:rect l="l" t="t" r="r" b="b"/>
              <a:pathLst>
                <a:path w="187" h="125" extrusionOk="0">
                  <a:moveTo>
                    <a:pt x="149" y="12"/>
                  </a:moveTo>
                  <a:cubicBezTo>
                    <a:pt x="166" y="56"/>
                    <a:pt x="166" y="56"/>
                    <a:pt x="166" y="56"/>
                  </a:cubicBezTo>
                  <a:cubicBezTo>
                    <a:pt x="144" y="65"/>
                    <a:pt x="144" y="65"/>
                    <a:pt x="144" y="65"/>
                  </a:cubicBezTo>
                  <a:cubicBezTo>
                    <a:pt x="133" y="55"/>
                    <a:pt x="98" y="25"/>
                    <a:pt x="95" y="25"/>
                  </a:cubicBezTo>
                  <a:cubicBezTo>
                    <a:pt x="92" y="25"/>
                    <a:pt x="81" y="28"/>
                    <a:pt x="80" y="29"/>
                  </a:cubicBezTo>
                  <a:cubicBezTo>
                    <a:pt x="80" y="29"/>
                    <a:pt x="73" y="31"/>
                    <a:pt x="68" y="31"/>
                  </a:cubicBezTo>
                  <a:cubicBezTo>
                    <a:pt x="65" y="31"/>
                    <a:pt x="63" y="30"/>
                    <a:pt x="62" y="29"/>
                  </a:cubicBezTo>
                  <a:cubicBezTo>
                    <a:pt x="60" y="29"/>
                    <a:pt x="59" y="28"/>
                    <a:pt x="59" y="26"/>
                  </a:cubicBezTo>
                  <a:cubicBezTo>
                    <a:pt x="60" y="24"/>
                    <a:pt x="62" y="22"/>
                    <a:pt x="63" y="21"/>
                  </a:cubicBezTo>
                  <a:cubicBezTo>
                    <a:pt x="73" y="16"/>
                    <a:pt x="97" y="7"/>
                    <a:pt x="100" y="7"/>
                  </a:cubicBezTo>
                  <a:cubicBezTo>
                    <a:pt x="100" y="7"/>
                    <a:pt x="100" y="7"/>
                    <a:pt x="100" y="7"/>
                  </a:cubicBezTo>
                  <a:cubicBezTo>
                    <a:pt x="106" y="7"/>
                    <a:pt x="144" y="12"/>
                    <a:pt x="149" y="12"/>
                  </a:cubicBezTo>
                  <a:close/>
                  <a:moveTo>
                    <a:pt x="164" y="0"/>
                  </a:moveTo>
                  <a:cubicBezTo>
                    <a:pt x="163" y="0"/>
                    <a:pt x="163" y="0"/>
                    <a:pt x="162" y="1"/>
                  </a:cubicBezTo>
                  <a:cubicBezTo>
                    <a:pt x="155" y="3"/>
                    <a:pt x="155" y="3"/>
                    <a:pt x="155" y="3"/>
                  </a:cubicBezTo>
                  <a:cubicBezTo>
                    <a:pt x="154" y="4"/>
                    <a:pt x="153" y="5"/>
                    <a:pt x="152" y="6"/>
                  </a:cubicBezTo>
                  <a:cubicBezTo>
                    <a:pt x="152" y="7"/>
                    <a:pt x="152" y="8"/>
                    <a:pt x="152" y="10"/>
                  </a:cubicBezTo>
                  <a:cubicBezTo>
                    <a:pt x="170" y="55"/>
                    <a:pt x="170" y="55"/>
                    <a:pt x="170" y="55"/>
                  </a:cubicBezTo>
                  <a:cubicBezTo>
                    <a:pt x="171" y="58"/>
                    <a:pt x="174" y="59"/>
                    <a:pt x="177" y="58"/>
                  </a:cubicBezTo>
                  <a:cubicBezTo>
                    <a:pt x="184" y="55"/>
                    <a:pt x="184" y="55"/>
                    <a:pt x="184" y="55"/>
                  </a:cubicBezTo>
                  <a:cubicBezTo>
                    <a:pt x="185" y="55"/>
                    <a:pt x="186" y="54"/>
                    <a:pt x="186" y="52"/>
                  </a:cubicBezTo>
                  <a:cubicBezTo>
                    <a:pt x="187" y="51"/>
                    <a:pt x="187" y="50"/>
                    <a:pt x="187" y="49"/>
                  </a:cubicBezTo>
                  <a:cubicBezTo>
                    <a:pt x="169" y="3"/>
                    <a:pt x="169" y="3"/>
                    <a:pt x="169" y="3"/>
                  </a:cubicBezTo>
                  <a:cubicBezTo>
                    <a:pt x="168" y="1"/>
                    <a:pt x="166" y="0"/>
                    <a:pt x="164" y="0"/>
                  </a:cubicBezTo>
                  <a:close/>
                  <a:moveTo>
                    <a:pt x="0" y="63"/>
                  </a:moveTo>
                  <a:cubicBezTo>
                    <a:pt x="0" y="64"/>
                    <a:pt x="0" y="65"/>
                    <a:pt x="1" y="66"/>
                  </a:cubicBezTo>
                  <a:cubicBezTo>
                    <a:pt x="2" y="67"/>
                    <a:pt x="3" y="68"/>
                    <a:pt x="4" y="68"/>
                  </a:cubicBezTo>
                  <a:cubicBezTo>
                    <a:pt x="12" y="68"/>
                    <a:pt x="12" y="68"/>
                    <a:pt x="12" y="68"/>
                  </a:cubicBezTo>
                  <a:cubicBezTo>
                    <a:pt x="15" y="69"/>
                    <a:pt x="17" y="67"/>
                    <a:pt x="17" y="64"/>
                  </a:cubicBezTo>
                  <a:cubicBezTo>
                    <a:pt x="21" y="13"/>
                    <a:pt x="21" y="13"/>
                    <a:pt x="21" y="13"/>
                  </a:cubicBezTo>
                  <a:cubicBezTo>
                    <a:pt x="21" y="11"/>
                    <a:pt x="21" y="10"/>
                    <a:pt x="20" y="9"/>
                  </a:cubicBezTo>
                  <a:cubicBezTo>
                    <a:pt x="19" y="8"/>
                    <a:pt x="18" y="8"/>
                    <a:pt x="17" y="8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9" y="7"/>
                    <a:pt x="9" y="7"/>
                    <a:pt x="9" y="7"/>
                  </a:cubicBezTo>
                  <a:cubicBezTo>
                    <a:pt x="6" y="7"/>
                    <a:pt x="4" y="9"/>
                    <a:pt x="4" y="11"/>
                  </a:cubicBezTo>
                  <a:lnTo>
                    <a:pt x="0" y="63"/>
                  </a:lnTo>
                  <a:close/>
                  <a:moveTo>
                    <a:pt x="77" y="108"/>
                  </a:moveTo>
                  <a:cubicBezTo>
                    <a:pt x="76" y="107"/>
                    <a:pt x="75" y="105"/>
                    <a:pt x="74" y="104"/>
                  </a:cubicBezTo>
                  <a:cubicBezTo>
                    <a:pt x="71" y="101"/>
                    <a:pt x="67" y="101"/>
                    <a:pt x="64" y="105"/>
                  </a:cubicBezTo>
                  <a:cubicBezTo>
                    <a:pt x="61" y="109"/>
                    <a:pt x="61" y="109"/>
                    <a:pt x="61" y="109"/>
                  </a:cubicBezTo>
                  <a:cubicBezTo>
                    <a:pt x="60" y="110"/>
                    <a:pt x="60" y="110"/>
                    <a:pt x="60" y="110"/>
                  </a:cubicBezTo>
                  <a:cubicBezTo>
                    <a:pt x="57" y="113"/>
                    <a:pt x="57" y="113"/>
                    <a:pt x="57" y="113"/>
                  </a:cubicBezTo>
                  <a:cubicBezTo>
                    <a:pt x="53" y="118"/>
                    <a:pt x="57" y="122"/>
                    <a:pt x="59" y="123"/>
                  </a:cubicBezTo>
                  <a:cubicBezTo>
                    <a:pt x="60" y="125"/>
                    <a:pt x="61" y="125"/>
                    <a:pt x="63" y="125"/>
                  </a:cubicBezTo>
                  <a:cubicBezTo>
                    <a:pt x="65" y="125"/>
                    <a:pt x="66" y="124"/>
                    <a:pt x="68" y="122"/>
                  </a:cubicBezTo>
                  <a:cubicBezTo>
                    <a:pt x="73" y="116"/>
                    <a:pt x="73" y="116"/>
                    <a:pt x="73" y="116"/>
                  </a:cubicBezTo>
                  <a:cubicBezTo>
                    <a:pt x="73" y="116"/>
                    <a:pt x="73" y="116"/>
                    <a:pt x="73" y="116"/>
                  </a:cubicBezTo>
                  <a:cubicBezTo>
                    <a:pt x="75" y="114"/>
                    <a:pt x="75" y="114"/>
                    <a:pt x="75" y="114"/>
                  </a:cubicBezTo>
                  <a:cubicBezTo>
                    <a:pt x="76" y="112"/>
                    <a:pt x="77" y="110"/>
                    <a:pt x="77" y="108"/>
                  </a:cubicBezTo>
                  <a:close/>
                  <a:moveTo>
                    <a:pt x="40" y="105"/>
                  </a:moveTo>
                  <a:cubicBezTo>
                    <a:pt x="38" y="108"/>
                    <a:pt x="38" y="111"/>
                    <a:pt x="42" y="114"/>
                  </a:cubicBezTo>
                  <a:cubicBezTo>
                    <a:pt x="46" y="117"/>
                    <a:pt x="49" y="117"/>
                    <a:pt x="52" y="113"/>
                  </a:cubicBezTo>
                  <a:cubicBezTo>
                    <a:pt x="61" y="102"/>
                    <a:pt x="61" y="102"/>
                    <a:pt x="61" y="102"/>
                  </a:cubicBezTo>
                  <a:cubicBezTo>
                    <a:pt x="65" y="97"/>
                    <a:pt x="61" y="93"/>
                    <a:pt x="60" y="92"/>
                  </a:cubicBezTo>
                  <a:cubicBezTo>
                    <a:pt x="56" y="90"/>
                    <a:pt x="53" y="90"/>
                    <a:pt x="50" y="94"/>
                  </a:cubicBezTo>
                  <a:cubicBezTo>
                    <a:pt x="45" y="99"/>
                    <a:pt x="45" y="99"/>
                    <a:pt x="45" y="99"/>
                  </a:cubicBezTo>
                  <a:cubicBezTo>
                    <a:pt x="45" y="99"/>
                    <a:pt x="45" y="99"/>
                    <a:pt x="45" y="99"/>
                  </a:cubicBezTo>
                  <a:cubicBezTo>
                    <a:pt x="45" y="100"/>
                    <a:pt x="45" y="100"/>
                    <a:pt x="45" y="100"/>
                  </a:cubicBezTo>
                  <a:lnTo>
                    <a:pt x="40" y="105"/>
                  </a:lnTo>
                  <a:close/>
                  <a:moveTo>
                    <a:pt x="27" y="92"/>
                  </a:moveTo>
                  <a:cubicBezTo>
                    <a:pt x="26" y="94"/>
                    <a:pt x="25" y="96"/>
                    <a:pt x="26" y="98"/>
                  </a:cubicBezTo>
                  <a:cubicBezTo>
                    <a:pt x="26" y="99"/>
                    <a:pt x="27" y="101"/>
                    <a:pt x="29" y="102"/>
                  </a:cubicBezTo>
                  <a:cubicBezTo>
                    <a:pt x="32" y="105"/>
                    <a:pt x="35" y="105"/>
                    <a:pt x="38" y="101"/>
                  </a:cubicBezTo>
                  <a:cubicBezTo>
                    <a:pt x="48" y="90"/>
                    <a:pt x="48" y="90"/>
                    <a:pt x="48" y="90"/>
                  </a:cubicBezTo>
                  <a:cubicBezTo>
                    <a:pt x="49" y="88"/>
                    <a:pt x="50" y="86"/>
                    <a:pt x="50" y="84"/>
                  </a:cubicBezTo>
                  <a:cubicBezTo>
                    <a:pt x="49" y="82"/>
                    <a:pt x="48" y="81"/>
                    <a:pt x="47" y="79"/>
                  </a:cubicBezTo>
                  <a:cubicBezTo>
                    <a:pt x="43" y="77"/>
                    <a:pt x="40" y="77"/>
                    <a:pt x="37" y="81"/>
                  </a:cubicBezTo>
                  <a:cubicBezTo>
                    <a:pt x="32" y="87"/>
                    <a:pt x="32" y="87"/>
                    <a:pt x="32" y="87"/>
                  </a:cubicBezTo>
                  <a:cubicBezTo>
                    <a:pt x="32" y="87"/>
                    <a:pt x="32" y="87"/>
                    <a:pt x="32" y="87"/>
                  </a:cubicBezTo>
                  <a:cubicBezTo>
                    <a:pt x="32" y="87"/>
                    <a:pt x="32" y="87"/>
                    <a:pt x="32" y="87"/>
                  </a:cubicBezTo>
                  <a:lnTo>
                    <a:pt x="27" y="92"/>
                  </a:lnTo>
                  <a:close/>
                  <a:moveTo>
                    <a:pt x="25" y="88"/>
                  </a:moveTo>
                  <a:cubicBezTo>
                    <a:pt x="35" y="77"/>
                    <a:pt x="35" y="77"/>
                    <a:pt x="35" y="77"/>
                  </a:cubicBezTo>
                  <a:cubicBezTo>
                    <a:pt x="39" y="72"/>
                    <a:pt x="35" y="68"/>
                    <a:pt x="34" y="67"/>
                  </a:cubicBezTo>
                  <a:cubicBezTo>
                    <a:pt x="31" y="64"/>
                    <a:pt x="27" y="64"/>
                    <a:pt x="24" y="68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2"/>
                    <a:pt x="21" y="72"/>
                    <a:pt x="21" y="72"/>
                  </a:cubicBezTo>
                  <a:cubicBezTo>
                    <a:pt x="21" y="73"/>
                    <a:pt x="21" y="73"/>
                    <a:pt x="21" y="73"/>
                  </a:cubicBezTo>
                  <a:cubicBezTo>
                    <a:pt x="16" y="78"/>
                    <a:pt x="16" y="78"/>
                    <a:pt x="16" y="78"/>
                  </a:cubicBezTo>
                  <a:cubicBezTo>
                    <a:pt x="15" y="80"/>
                    <a:pt x="14" y="81"/>
                    <a:pt x="14" y="83"/>
                  </a:cubicBezTo>
                  <a:cubicBezTo>
                    <a:pt x="14" y="85"/>
                    <a:pt x="15" y="86"/>
                    <a:pt x="16" y="87"/>
                  </a:cubicBezTo>
                  <a:cubicBezTo>
                    <a:pt x="18" y="88"/>
                    <a:pt x="20" y="90"/>
                    <a:pt x="22" y="90"/>
                  </a:cubicBezTo>
                  <a:cubicBezTo>
                    <a:pt x="23" y="90"/>
                    <a:pt x="24" y="89"/>
                    <a:pt x="25" y="88"/>
                  </a:cubicBezTo>
                  <a:close/>
                  <a:moveTo>
                    <a:pt x="142" y="78"/>
                  </a:moveTo>
                  <a:cubicBezTo>
                    <a:pt x="144" y="76"/>
                    <a:pt x="145" y="72"/>
                    <a:pt x="141" y="68"/>
                  </a:cubicBezTo>
                  <a:cubicBezTo>
                    <a:pt x="137" y="65"/>
                    <a:pt x="137" y="65"/>
                    <a:pt x="137" y="65"/>
                  </a:cubicBezTo>
                  <a:cubicBezTo>
                    <a:pt x="120" y="50"/>
                    <a:pt x="99" y="32"/>
                    <a:pt x="94" y="29"/>
                  </a:cubicBezTo>
                  <a:cubicBezTo>
                    <a:pt x="92" y="30"/>
                    <a:pt x="86" y="31"/>
                    <a:pt x="82" y="33"/>
                  </a:cubicBezTo>
                  <a:cubicBezTo>
                    <a:pt x="81" y="33"/>
                    <a:pt x="81" y="33"/>
                    <a:pt x="81" y="33"/>
                  </a:cubicBezTo>
                  <a:cubicBezTo>
                    <a:pt x="81" y="33"/>
                    <a:pt x="74" y="35"/>
                    <a:pt x="68" y="35"/>
                  </a:cubicBezTo>
                  <a:cubicBezTo>
                    <a:pt x="64" y="35"/>
                    <a:pt x="61" y="35"/>
                    <a:pt x="59" y="33"/>
                  </a:cubicBezTo>
                  <a:cubicBezTo>
                    <a:pt x="55" y="31"/>
                    <a:pt x="55" y="28"/>
                    <a:pt x="55" y="26"/>
                  </a:cubicBezTo>
                  <a:cubicBezTo>
                    <a:pt x="55" y="22"/>
                    <a:pt x="58" y="19"/>
                    <a:pt x="61" y="17"/>
                  </a:cubicBezTo>
                  <a:cubicBezTo>
                    <a:pt x="25" y="13"/>
                    <a:pt x="25" y="13"/>
                    <a:pt x="25" y="13"/>
                  </a:cubicBezTo>
                  <a:cubicBezTo>
                    <a:pt x="22" y="64"/>
                    <a:pt x="22" y="64"/>
                    <a:pt x="22" y="64"/>
                  </a:cubicBezTo>
                  <a:cubicBezTo>
                    <a:pt x="25" y="61"/>
                    <a:pt x="28" y="60"/>
                    <a:pt x="30" y="60"/>
                  </a:cubicBezTo>
                  <a:cubicBezTo>
                    <a:pt x="32" y="60"/>
                    <a:pt x="34" y="61"/>
                    <a:pt x="37" y="63"/>
                  </a:cubicBezTo>
                  <a:cubicBezTo>
                    <a:pt x="40" y="66"/>
                    <a:pt x="42" y="70"/>
                    <a:pt x="41" y="73"/>
                  </a:cubicBezTo>
                  <a:cubicBezTo>
                    <a:pt x="44" y="73"/>
                    <a:pt x="47" y="74"/>
                    <a:pt x="49" y="76"/>
                  </a:cubicBezTo>
                  <a:cubicBezTo>
                    <a:pt x="53" y="79"/>
                    <a:pt x="54" y="83"/>
                    <a:pt x="54" y="86"/>
                  </a:cubicBezTo>
                  <a:cubicBezTo>
                    <a:pt x="57" y="86"/>
                    <a:pt x="60" y="87"/>
                    <a:pt x="62" y="89"/>
                  </a:cubicBezTo>
                  <a:cubicBezTo>
                    <a:pt x="65" y="91"/>
                    <a:pt x="67" y="95"/>
                    <a:pt x="67" y="98"/>
                  </a:cubicBezTo>
                  <a:cubicBezTo>
                    <a:pt x="70" y="97"/>
                    <a:pt x="74" y="98"/>
                    <a:pt x="77" y="100"/>
                  </a:cubicBezTo>
                  <a:cubicBezTo>
                    <a:pt x="81" y="104"/>
                    <a:pt x="82" y="108"/>
                    <a:pt x="81" y="113"/>
                  </a:cubicBezTo>
                  <a:cubicBezTo>
                    <a:pt x="84" y="115"/>
                    <a:pt x="84" y="115"/>
                    <a:pt x="84" y="115"/>
                  </a:cubicBezTo>
                  <a:cubicBezTo>
                    <a:pt x="84" y="115"/>
                    <a:pt x="84" y="116"/>
                    <a:pt x="84" y="116"/>
                  </a:cubicBezTo>
                  <a:cubicBezTo>
                    <a:pt x="84" y="116"/>
                    <a:pt x="84" y="116"/>
                    <a:pt x="84" y="116"/>
                  </a:cubicBezTo>
                  <a:cubicBezTo>
                    <a:pt x="86" y="117"/>
                    <a:pt x="87" y="117"/>
                    <a:pt x="88" y="117"/>
                  </a:cubicBezTo>
                  <a:cubicBezTo>
                    <a:pt x="90" y="117"/>
                    <a:pt x="92" y="116"/>
                    <a:pt x="93" y="114"/>
                  </a:cubicBezTo>
                  <a:cubicBezTo>
                    <a:pt x="95" y="112"/>
                    <a:pt x="96" y="110"/>
                    <a:pt x="94" y="107"/>
                  </a:cubicBezTo>
                  <a:cubicBezTo>
                    <a:pt x="94" y="107"/>
                    <a:pt x="94" y="107"/>
                    <a:pt x="94" y="107"/>
                  </a:cubicBezTo>
                  <a:cubicBezTo>
                    <a:pt x="78" y="93"/>
                    <a:pt x="78" y="93"/>
                    <a:pt x="78" y="93"/>
                  </a:cubicBezTo>
                  <a:cubicBezTo>
                    <a:pt x="77" y="93"/>
                    <a:pt x="77" y="92"/>
                    <a:pt x="77" y="92"/>
                  </a:cubicBezTo>
                  <a:cubicBezTo>
                    <a:pt x="77" y="91"/>
                    <a:pt x="77" y="90"/>
                    <a:pt x="77" y="90"/>
                  </a:cubicBezTo>
                  <a:cubicBezTo>
                    <a:pt x="78" y="89"/>
                    <a:pt x="80" y="89"/>
                    <a:pt x="81" y="89"/>
                  </a:cubicBezTo>
                  <a:cubicBezTo>
                    <a:pt x="102" y="107"/>
                    <a:pt x="102" y="107"/>
                    <a:pt x="102" y="107"/>
                  </a:cubicBezTo>
                  <a:cubicBezTo>
                    <a:pt x="103" y="108"/>
                    <a:pt x="104" y="108"/>
                    <a:pt x="105" y="108"/>
                  </a:cubicBezTo>
                  <a:cubicBezTo>
                    <a:pt x="107" y="108"/>
                    <a:pt x="109" y="107"/>
                    <a:pt x="111" y="105"/>
                  </a:cubicBezTo>
                  <a:cubicBezTo>
                    <a:pt x="112" y="103"/>
                    <a:pt x="113" y="102"/>
                    <a:pt x="113" y="100"/>
                  </a:cubicBezTo>
                  <a:cubicBezTo>
                    <a:pt x="112" y="98"/>
                    <a:pt x="111" y="97"/>
                    <a:pt x="109" y="95"/>
                  </a:cubicBezTo>
                  <a:cubicBezTo>
                    <a:pt x="107" y="93"/>
                    <a:pt x="107" y="93"/>
                    <a:pt x="107" y="93"/>
                  </a:cubicBezTo>
                  <a:cubicBezTo>
                    <a:pt x="107" y="93"/>
                    <a:pt x="107" y="93"/>
                    <a:pt x="107" y="93"/>
                  </a:cubicBezTo>
                  <a:cubicBezTo>
                    <a:pt x="96" y="84"/>
                    <a:pt x="96" y="84"/>
                    <a:pt x="96" y="84"/>
                  </a:cubicBezTo>
                  <a:cubicBezTo>
                    <a:pt x="95" y="83"/>
                    <a:pt x="95" y="83"/>
                    <a:pt x="95" y="82"/>
                  </a:cubicBezTo>
                  <a:cubicBezTo>
                    <a:pt x="95" y="81"/>
                    <a:pt x="95" y="81"/>
                    <a:pt x="95" y="80"/>
                  </a:cubicBezTo>
                  <a:cubicBezTo>
                    <a:pt x="96" y="79"/>
                    <a:pt x="98" y="79"/>
                    <a:pt x="99" y="80"/>
                  </a:cubicBezTo>
                  <a:cubicBezTo>
                    <a:pt x="118" y="95"/>
                    <a:pt x="118" y="95"/>
                    <a:pt x="118" y="95"/>
                  </a:cubicBezTo>
                  <a:cubicBezTo>
                    <a:pt x="119" y="96"/>
                    <a:pt x="121" y="97"/>
                    <a:pt x="122" y="97"/>
                  </a:cubicBezTo>
                  <a:cubicBezTo>
                    <a:pt x="124" y="97"/>
                    <a:pt x="127" y="96"/>
                    <a:pt x="128" y="93"/>
                  </a:cubicBezTo>
                  <a:cubicBezTo>
                    <a:pt x="130" y="92"/>
                    <a:pt x="130" y="90"/>
                    <a:pt x="130" y="88"/>
                  </a:cubicBezTo>
                  <a:cubicBezTo>
                    <a:pt x="130" y="87"/>
                    <a:pt x="129" y="85"/>
                    <a:pt x="127" y="83"/>
                  </a:cubicBezTo>
                  <a:cubicBezTo>
                    <a:pt x="122" y="79"/>
                    <a:pt x="122" y="79"/>
                    <a:pt x="122" y="79"/>
                  </a:cubicBezTo>
                  <a:cubicBezTo>
                    <a:pt x="122" y="79"/>
                    <a:pt x="122" y="79"/>
                    <a:pt x="122" y="79"/>
                  </a:cubicBezTo>
                  <a:cubicBezTo>
                    <a:pt x="112" y="71"/>
                    <a:pt x="112" y="71"/>
                    <a:pt x="112" y="71"/>
                  </a:cubicBezTo>
                  <a:cubicBezTo>
                    <a:pt x="111" y="70"/>
                    <a:pt x="111" y="68"/>
                    <a:pt x="111" y="67"/>
                  </a:cubicBezTo>
                  <a:cubicBezTo>
                    <a:pt x="112" y="66"/>
                    <a:pt x="114" y="66"/>
                    <a:pt x="115" y="67"/>
                  </a:cubicBezTo>
                  <a:cubicBezTo>
                    <a:pt x="131" y="80"/>
                    <a:pt x="131" y="80"/>
                    <a:pt x="131" y="80"/>
                  </a:cubicBezTo>
                  <a:cubicBezTo>
                    <a:pt x="134" y="83"/>
                    <a:pt x="139" y="82"/>
                    <a:pt x="142" y="78"/>
                  </a:cubicBezTo>
                  <a:close/>
                </a:path>
              </a:pathLst>
            </a:custGeom>
            <a:solidFill>
              <a:srgbClr val="E24956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86" name="Google Shape;1986;p68"/>
            <p:cNvCxnSpPr/>
            <p:nvPr/>
          </p:nvCxnSpPr>
          <p:spPr>
            <a:xfrm>
              <a:off x="3879850" y="3906837"/>
              <a:ext cx="0" cy="982662"/>
            </a:xfrm>
            <a:prstGeom prst="straightConnector1">
              <a:avLst/>
            </a:prstGeom>
            <a:noFill/>
            <a:ln w="4127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74008FA5-D974-834C-B2F9-902AD15C1B74}"/>
              </a:ext>
            </a:extLst>
          </p:cNvPr>
          <p:cNvGrpSpPr/>
          <p:nvPr/>
        </p:nvGrpSpPr>
        <p:grpSpPr>
          <a:xfrm>
            <a:off x="6332537" y="3906837"/>
            <a:ext cx="679450" cy="1814512"/>
            <a:chOff x="6332537" y="3906837"/>
            <a:chExt cx="679450" cy="1814512"/>
          </a:xfrm>
        </p:grpSpPr>
        <p:sp>
          <p:nvSpPr>
            <p:cNvPr id="1959" name="Google Shape;1959;p68"/>
            <p:cNvSpPr/>
            <p:nvPr/>
          </p:nvSpPr>
          <p:spPr>
            <a:xfrm>
              <a:off x="6332537" y="5113337"/>
              <a:ext cx="679450" cy="608012"/>
            </a:xfrm>
            <a:custGeom>
              <a:avLst/>
              <a:gdLst/>
              <a:ahLst/>
              <a:cxnLst/>
              <a:rect l="l" t="t" r="r" b="b"/>
              <a:pathLst>
                <a:path w="152" h="136" extrusionOk="0">
                  <a:moveTo>
                    <a:pt x="103" y="18"/>
                  </a:moveTo>
                  <a:cubicBezTo>
                    <a:pt x="94" y="18"/>
                    <a:pt x="94" y="18"/>
                    <a:pt x="94" y="18"/>
                  </a:cubicBezTo>
                  <a:cubicBezTo>
                    <a:pt x="94" y="13"/>
                    <a:pt x="89" y="8"/>
                    <a:pt x="84" y="8"/>
                  </a:cubicBezTo>
                  <a:cubicBezTo>
                    <a:pt x="67" y="8"/>
                    <a:pt x="67" y="8"/>
                    <a:pt x="67" y="8"/>
                  </a:cubicBezTo>
                  <a:cubicBezTo>
                    <a:pt x="62" y="8"/>
                    <a:pt x="58" y="13"/>
                    <a:pt x="58" y="18"/>
                  </a:cubicBezTo>
                  <a:cubicBezTo>
                    <a:pt x="48" y="18"/>
                    <a:pt x="48" y="18"/>
                    <a:pt x="48" y="18"/>
                  </a:cubicBezTo>
                  <a:cubicBezTo>
                    <a:pt x="49" y="8"/>
                    <a:pt x="56" y="0"/>
                    <a:pt x="65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96" y="0"/>
                    <a:pt x="103" y="8"/>
                    <a:pt x="103" y="18"/>
                  </a:cubicBezTo>
                  <a:close/>
                  <a:moveTo>
                    <a:pt x="23" y="76"/>
                  </a:moveTo>
                  <a:cubicBezTo>
                    <a:pt x="61" y="76"/>
                    <a:pt x="61" y="76"/>
                    <a:pt x="61" y="76"/>
                  </a:cubicBezTo>
                  <a:cubicBezTo>
                    <a:pt x="61" y="70"/>
                    <a:pt x="61" y="70"/>
                    <a:pt x="61" y="70"/>
                  </a:cubicBezTo>
                  <a:cubicBezTo>
                    <a:pt x="61" y="66"/>
                    <a:pt x="64" y="63"/>
                    <a:pt x="68" y="63"/>
                  </a:cubicBezTo>
                  <a:cubicBezTo>
                    <a:pt x="83" y="63"/>
                    <a:pt x="83" y="63"/>
                    <a:pt x="83" y="63"/>
                  </a:cubicBezTo>
                  <a:cubicBezTo>
                    <a:pt x="87" y="63"/>
                    <a:pt x="91" y="66"/>
                    <a:pt x="91" y="70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129" y="76"/>
                    <a:pt x="129" y="76"/>
                    <a:pt x="129" y="76"/>
                  </a:cubicBezTo>
                  <a:cubicBezTo>
                    <a:pt x="140" y="76"/>
                    <a:pt x="150" y="66"/>
                    <a:pt x="152" y="54"/>
                  </a:cubicBezTo>
                  <a:cubicBezTo>
                    <a:pt x="152" y="42"/>
                    <a:pt x="152" y="42"/>
                    <a:pt x="152" y="42"/>
                  </a:cubicBezTo>
                  <a:cubicBezTo>
                    <a:pt x="152" y="31"/>
                    <a:pt x="144" y="22"/>
                    <a:pt x="134" y="22"/>
                  </a:cubicBezTo>
                  <a:cubicBezTo>
                    <a:pt x="125" y="22"/>
                    <a:pt x="125" y="22"/>
                    <a:pt x="125" y="22"/>
                  </a:cubicBezTo>
                  <a:cubicBezTo>
                    <a:pt x="122" y="22"/>
                    <a:pt x="122" y="22"/>
                    <a:pt x="122" y="22"/>
                  </a:cubicBezTo>
                  <a:cubicBezTo>
                    <a:pt x="115" y="22"/>
                    <a:pt x="115" y="22"/>
                    <a:pt x="115" y="22"/>
                  </a:cubicBezTo>
                  <a:cubicBezTo>
                    <a:pt x="109" y="22"/>
                    <a:pt x="109" y="22"/>
                    <a:pt x="109" y="22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93" y="22"/>
                    <a:pt x="93" y="22"/>
                    <a:pt x="93" y="22"/>
                  </a:cubicBezTo>
                  <a:cubicBezTo>
                    <a:pt x="58" y="22"/>
                    <a:pt x="58" y="22"/>
                    <a:pt x="58" y="22"/>
                  </a:cubicBezTo>
                  <a:cubicBezTo>
                    <a:pt x="48" y="22"/>
                    <a:pt x="48" y="22"/>
                    <a:pt x="48" y="22"/>
                  </a:cubicBezTo>
                  <a:cubicBezTo>
                    <a:pt x="35" y="22"/>
                    <a:pt x="35" y="22"/>
                    <a:pt x="35" y="22"/>
                  </a:cubicBezTo>
                  <a:cubicBezTo>
                    <a:pt x="29" y="22"/>
                    <a:pt x="29" y="22"/>
                    <a:pt x="29" y="22"/>
                  </a:cubicBezTo>
                  <a:cubicBezTo>
                    <a:pt x="23" y="22"/>
                    <a:pt x="23" y="22"/>
                    <a:pt x="23" y="22"/>
                  </a:cubicBezTo>
                  <a:cubicBezTo>
                    <a:pt x="18" y="22"/>
                    <a:pt x="18" y="22"/>
                    <a:pt x="18" y="22"/>
                  </a:cubicBezTo>
                  <a:cubicBezTo>
                    <a:pt x="8" y="22"/>
                    <a:pt x="0" y="31"/>
                    <a:pt x="0" y="42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66"/>
                    <a:pt x="11" y="76"/>
                    <a:pt x="23" y="76"/>
                  </a:cubicBezTo>
                  <a:close/>
                  <a:moveTo>
                    <a:pt x="129" y="82"/>
                  </a:moveTo>
                  <a:cubicBezTo>
                    <a:pt x="91" y="82"/>
                    <a:pt x="91" y="82"/>
                    <a:pt x="91" y="82"/>
                  </a:cubicBezTo>
                  <a:cubicBezTo>
                    <a:pt x="91" y="87"/>
                    <a:pt x="91" y="87"/>
                    <a:pt x="91" y="87"/>
                  </a:cubicBezTo>
                  <a:cubicBezTo>
                    <a:pt x="91" y="92"/>
                    <a:pt x="87" y="95"/>
                    <a:pt x="83" y="95"/>
                  </a:cubicBezTo>
                  <a:cubicBezTo>
                    <a:pt x="68" y="95"/>
                    <a:pt x="68" y="95"/>
                    <a:pt x="68" y="95"/>
                  </a:cubicBezTo>
                  <a:cubicBezTo>
                    <a:pt x="64" y="95"/>
                    <a:pt x="61" y="92"/>
                    <a:pt x="61" y="87"/>
                  </a:cubicBezTo>
                  <a:cubicBezTo>
                    <a:pt x="61" y="82"/>
                    <a:pt x="61" y="82"/>
                    <a:pt x="61" y="82"/>
                  </a:cubicBezTo>
                  <a:cubicBezTo>
                    <a:pt x="23" y="82"/>
                    <a:pt x="23" y="82"/>
                    <a:pt x="23" y="82"/>
                  </a:cubicBezTo>
                  <a:cubicBezTo>
                    <a:pt x="13" y="82"/>
                    <a:pt x="5" y="77"/>
                    <a:pt x="0" y="6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0" y="127"/>
                    <a:pt x="8" y="136"/>
                    <a:pt x="18" y="136"/>
                  </a:cubicBezTo>
                  <a:cubicBezTo>
                    <a:pt x="23" y="136"/>
                    <a:pt x="23" y="136"/>
                    <a:pt x="23" y="136"/>
                  </a:cubicBezTo>
                  <a:cubicBezTo>
                    <a:pt x="29" y="136"/>
                    <a:pt x="29" y="136"/>
                    <a:pt x="29" y="136"/>
                  </a:cubicBezTo>
                  <a:cubicBezTo>
                    <a:pt x="35" y="136"/>
                    <a:pt x="35" y="136"/>
                    <a:pt x="35" y="136"/>
                  </a:cubicBezTo>
                  <a:cubicBezTo>
                    <a:pt x="115" y="136"/>
                    <a:pt x="115" y="136"/>
                    <a:pt x="115" y="136"/>
                  </a:cubicBezTo>
                  <a:cubicBezTo>
                    <a:pt x="122" y="136"/>
                    <a:pt x="122" y="136"/>
                    <a:pt x="122" y="136"/>
                  </a:cubicBezTo>
                  <a:cubicBezTo>
                    <a:pt x="125" y="136"/>
                    <a:pt x="125" y="136"/>
                    <a:pt x="125" y="136"/>
                  </a:cubicBezTo>
                  <a:cubicBezTo>
                    <a:pt x="134" y="136"/>
                    <a:pt x="134" y="136"/>
                    <a:pt x="134" y="136"/>
                  </a:cubicBezTo>
                  <a:cubicBezTo>
                    <a:pt x="144" y="136"/>
                    <a:pt x="152" y="127"/>
                    <a:pt x="152" y="116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7" y="77"/>
                    <a:pt x="138" y="82"/>
                    <a:pt x="129" y="82"/>
                  </a:cubicBezTo>
                  <a:close/>
                  <a:moveTo>
                    <a:pt x="83" y="68"/>
                  </a:moveTo>
                  <a:cubicBezTo>
                    <a:pt x="69" y="68"/>
                    <a:pt x="69" y="68"/>
                    <a:pt x="69" y="68"/>
                  </a:cubicBezTo>
                  <a:cubicBezTo>
                    <a:pt x="67" y="68"/>
                    <a:pt x="66" y="70"/>
                    <a:pt x="66" y="71"/>
                  </a:cubicBezTo>
                  <a:cubicBezTo>
                    <a:pt x="66" y="75"/>
                    <a:pt x="66" y="75"/>
                    <a:pt x="66" y="75"/>
                  </a:cubicBezTo>
                  <a:cubicBezTo>
                    <a:pt x="66" y="77"/>
                    <a:pt x="66" y="77"/>
                    <a:pt x="66" y="77"/>
                  </a:cubicBezTo>
                  <a:cubicBezTo>
                    <a:pt x="66" y="81"/>
                    <a:pt x="66" y="81"/>
                    <a:pt x="66" y="81"/>
                  </a:cubicBezTo>
                  <a:cubicBezTo>
                    <a:pt x="66" y="83"/>
                    <a:pt x="66" y="83"/>
                    <a:pt x="66" y="83"/>
                  </a:cubicBezTo>
                  <a:cubicBezTo>
                    <a:pt x="66" y="87"/>
                    <a:pt x="66" y="87"/>
                    <a:pt x="66" y="87"/>
                  </a:cubicBezTo>
                  <a:cubicBezTo>
                    <a:pt x="66" y="88"/>
                    <a:pt x="67" y="90"/>
                    <a:pt x="69" y="90"/>
                  </a:cubicBezTo>
                  <a:cubicBezTo>
                    <a:pt x="83" y="90"/>
                    <a:pt x="83" y="90"/>
                    <a:pt x="83" y="90"/>
                  </a:cubicBezTo>
                  <a:cubicBezTo>
                    <a:pt x="84" y="90"/>
                    <a:pt x="85" y="88"/>
                    <a:pt x="85" y="87"/>
                  </a:cubicBezTo>
                  <a:cubicBezTo>
                    <a:pt x="85" y="83"/>
                    <a:pt x="85" y="83"/>
                    <a:pt x="85" y="83"/>
                  </a:cubicBezTo>
                  <a:cubicBezTo>
                    <a:pt x="85" y="81"/>
                    <a:pt x="85" y="81"/>
                    <a:pt x="85" y="81"/>
                  </a:cubicBezTo>
                  <a:cubicBezTo>
                    <a:pt x="85" y="77"/>
                    <a:pt x="85" y="77"/>
                    <a:pt x="85" y="77"/>
                  </a:cubicBezTo>
                  <a:cubicBezTo>
                    <a:pt x="85" y="75"/>
                    <a:pt x="85" y="75"/>
                    <a:pt x="85" y="75"/>
                  </a:cubicBezTo>
                  <a:cubicBezTo>
                    <a:pt x="85" y="71"/>
                    <a:pt x="85" y="71"/>
                    <a:pt x="85" y="71"/>
                  </a:cubicBezTo>
                  <a:cubicBezTo>
                    <a:pt x="85" y="70"/>
                    <a:pt x="84" y="68"/>
                    <a:pt x="83" y="68"/>
                  </a:cubicBezTo>
                  <a:close/>
                </a:path>
              </a:pathLst>
            </a:custGeom>
            <a:solidFill>
              <a:srgbClr val="69DAAB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87" name="Google Shape;1987;p68"/>
            <p:cNvCxnSpPr/>
            <p:nvPr/>
          </p:nvCxnSpPr>
          <p:spPr>
            <a:xfrm>
              <a:off x="6681787" y="3906837"/>
              <a:ext cx="0" cy="982662"/>
            </a:xfrm>
            <a:prstGeom prst="straightConnector1">
              <a:avLst/>
            </a:prstGeom>
            <a:noFill/>
            <a:ln w="4127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09791DA6-3DAD-2443-8796-F26297784A8E}"/>
              </a:ext>
            </a:extLst>
          </p:cNvPr>
          <p:cNvGrpSpPr/>
          <p:nvPr/>
        </p:nvGrpSpPr>
        <p:grpSpPr>
          <a:xfrm>
            <a:off x="9112250" y="3906837"/>
            <a:ext cx="723900" cy="1860550"/>
            <a:chOff x="9112250" y="3906837"/>
            <a:chExt cx="723900" cy="1860550"/>
          </a:xfrm>
        </p:grpSpPr>
        <p:sp>
          <p:nvSpPr>
            <p:cNvPr id="1956" name="Google Shape;1956;p68"/>
            <p:cNvSpPr/>
            <p:nvPr/>
          </p:nvSpPr>
          <p:spPr>
            <a:xfrm>
              <a:off x="9112250" y="5157787"/>
              <a:ext cx="723900" cy="609600"/>
            </a:xfrm>
            <a:custGeom>
              <a:avLst/>
              <a:gdLst/>
              <a:ahLst/>
              <a:cxnLst/>
              <a:rect l="l" t="t" r="r" b="b"/>
              <a:pathLst>
                <a:path w="162" h="136" extrusionOk="0">
                  <a:moveTo>
                    <a:pt x="21" y="111"/>
                  </a:moveTo>
                  <a:cubicBezTo>
                    <a:pt x="21" y="74"/>
                    <a:pt x="21" y="74"/>
                    <a:pt x="21" y="74"/>
                  </a:cubicBezTo>
                  <a:cubicBezTo>
                    <a:pt x="21" y="71"/>
                    <a:pt x="24" y="69"/>
                    <a:pt x="27" y="69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39" y="69"/>
                    <a:pt x="41" y="71"/>
                    <a:pt x="41" y="74"/>
                  </a:cubicBezTo>
                  <a:cubicBezTo>
                    <a:pt x="41" y="111"/>
                    <a:pt x="41" y="111"/>
                    <a:pt x="41" y="111"/>
                  </a:cubicBezTo>
                  <a:cubicBezTo>
                    <a:pt x="41" y="114"/>
                    <a:pt x="39" y="116"/>
                    <a:pt x="36" y="116"/>
                  </a:cubicBezTo>
                  <a:cubicBezTo>
                    <a:pt x="27" y="116"/>
                    <a:pt x="27" y="116"/>
                    <a:pt x="27" y="116"/>
                  </a:cubicBezTo>
                  <a:cubicBezTo>
                    <a:pt x="24" y="116"/>
                    <a:pt x="21" y="114"/>
                    <a:pt x="21" y="111"/>
                  </a:cubicBezTo>
                  <a:close/>
                  <a:moveTo>
                    <a:pt x="59" y="56"/>
                  </a:moveTo>
                  <a:cubicBezTo>
                    <a:pt x="56" y="56"/>
                    <a:pt x="54" y="58"/>
                    <a:pt x="54" y="61"/>
                  </a:cubicBezTo>
                  <a:cubicBezTo>
                    <a:pt x="54" y="111"/>
                    <a:pt x="54" y="111"/>
                    <a:pt x="54" y="111"/>
                  </a:cubicBezTo>
                  <a:cubicBezTo>
                    <a:pt x="54" y="114"/>
                    <a:pt x="56" y="116"/>
                    <a:pt x="59" y="116"/>
                  </a:cubicBezTo>
                  <a:cubicBezTo>
                    <a:pt x="68" y="116"/>
                    <a:pt x="68" y="116"/>
                    <a:pt x="68" y="116"/>
                  </a:cubicBezTo>
                  <a:cubicBezTo>
                    <a:pt x="71" y="116"/>
                    <a:pt x="73" y="114"/>
                    <a:pt x="73" y="111"/>
                  </a:cubicBezTo>
                  <a:cubicBezTo>
                    <a:pt x="73" y="61"/>
                    <a:pt x="73" y="61"/>
                    <a:pt x="73" y="61"/>
                  </a:cubicBezTo>
                  <a:cubicBezTo>
                    <a:pt x="73" y="58"/>
                    <a:pt x="71" y="56"/>
                    <a:pt x="68" y="56"/>
                  </a:cubicBezTo>
                  <a:lnTo>
                    <a:pt x="59" y="56"/>
                  </a:lnTo>
                  <a:close/>
                  <a:moveTo>
                    <a:pt x="91" y="45"/>
                  </a:moveTo>
                  <a:cubicBezTo>
                    <a:pt x="89" y="45"/>
                    <a:pt x="86" y="47"/>
                    <a:pt x="86" y="50"/>
                  </a:cubicBezTo>
                  <a:cubicBezTo>
                    <a:pt x="86" y="111"/>
                    <a:pt x="86" y="111"/>
                    <a:pt x="86" y="111"/>
                  </a:cubicBezTo>
                  <a:cubicBezTo>
                    <a:pt x="86" y="114"/>
                    <a:pt x="89" y="116"/>
                    <a:pt x="91" y="116"/>
                  </a:cubicBezTo>
                  <a:cubicBezTo>
                    <a:pt x="100" y="116"/>
                    <a:pt x="100" y="116"/>
                    <a:pt x="100" y="116"/>
                  </a:cubicBezTo>
                  <a:cubicBezTo>
                    <a:pt x="103" y="116"/>
                    <a:pt x="106" y="114"/>
                    <a:pt x="106" y="111"/>
                  </a:cubicBezTo>
                  <a:cubicBezTo>
                    <a:pt x="106" y="50"/>
                    <a:pt x="106" y="50"/>
                    <a:pt x="106" y="50"/>
                  </a:cubicBezTo>
                  <a:cubicBezTo>
                    <a:pt x="106" y="47"/>
                    <a:pt x="103" y="45"/>
                    <a:pt x="100" y="45"/>
                  </a:cubicBezTo>
                  <a:lnTo>
                    <a:pt x="91" y="45"/>
                  </a:lnTo>
                  <a:close/>
                  <a:moveTo>
                    <a:pt x="124" y="33"/>
                  </a:moveTo>
                  <a:cubicBezTo>
                    <a:pt x="121" y="33"/>
                    <a:pt x="119" y="36"/>
                    <a:pt x="119" y="39"/>
                  </a:cubicBezTo>
                  <a:cubicBezTo>
                    <a:pt x="119" y="111"/>
                    <a:pt x="119" y="111"/>
                    <a:pt x="119" y="111"/>
                  </a:cubicBezTo>
                  <a:cubicBezTo>
                    <a:pt x="119" y="114"/>
                    <a:pt x="121" y="116"/>
                    <a:pt x="124" y="116"/>
                  </a:cubicBezTo>
                  <a:cubicBezTo>
                    <a:pt x="133" y="116"/>
                    <a:pt x="133" y="116"/>
                    <a:pt x="133" y="116"/>
                  </a:cubicBezTo>
                  <a:cubicBezTo>
                    <a:pt x="136" y="116"/>
                    <a:pt x="138" y="114"/>
                    <a:pt x="138" y="111"/>
                  </a:cubicBezTo>
                  <a:cubicBezTo>
                    <a:pt x="138" y="39"/>
                    <a:pt x="138" y="39"/>
                    <a:pt x="138" y="39"/>
                  </a:cubicBezTo>
                  <a:cubicBezTo>
                    <a:pt x="138" y="36"/>
                    <a:pt x="136" y="33"/>
                    <a:pt x="133" y="33"/>
                  </a:cubicBezTo>
                  <a:lnTo>
                    <a:pt x="124" y="33"/>
                  </a:lnTo>
                  <a:close/>
                  <a:moveTo>
                    <a:pt x="24" y="55"/>
                  </a:moveTo>
                  <a:cubicBezTo>
                    <a:pt x="58" y="48"/>
                    <a:pt x="91" y="36"/>
                    <a:pt x="120" y="19"/>
                  </a:cubicBezTo>
                  <a:cubicBezTo>
                    <a:pt x="123" y="24"/>
                    <a:pt x="123" y="24"/>
                    <a:pt x="123" y="24"/>
                  </a:cubicBezTo>
                  <a:cubicBezTo>
                    <a:pt x="133" y="8"/>
                    <a:pt x="133" y="8"/>
                    <a:pt x="133" y="8"/>
                  </a:cubicBezTo>
                  <a:cubicBezTo>
                    <a:pt x="114" y="7"/>
                    <a:pt x="114" y="7"/>
                    <a:pt x="114" y="7"/>
                  </a:cubicBezTo>
                  <a:cubicBezTo>
                    <a:pt x="117" y="12"/>
                    <a:pt x="117" y="12"/>
                    <a:pt x="117" y="12"/>
                  </a:cubicBezTo>
                  <a:cubicBezTo>
                    <a:pt x="88" y="29"/>
                    <a:pt x="57" y="41"/>
                    <a:pt x="23" y="48"/>
                  </a:cubicBezTo>
                  <a:lnTo>
                    <a:pt x="24" y="55"/>
                  </a:lnTo>
                  <a:close/>
                  <a:moveTo>
                    <a:pt x="162" y="126"/>
                  </a:moveTo>
                  <a:cubicBezTo>
                    <a:pt x="145" y="117"/>
                    <a:pt x="145" y="117"/>
                    <a:pt x="145" y="117"/>
                  </a:cubicBezTo>
                  <a:cubicBezTo>
                    <a:pt x="145" y="123"/>
                    <a:pt x="145" y="123"/>
                    <a:pt x="145" y="123"/>
                  </a:cubicBezTo>
                  <a:cubicBezTo>
                    <a:pt x="13" y="123"/>
                    <a:pt x="13" y="123"/>
                    <a:pt x="13" y="123"/>
                  </a:cubicBezTo>
                  <a:cubicBezTo>
                    <a:pt x="13" y="17"/>
                    <a:pt x="13" y="17"/>
                    <a:pt x="13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6" y="123"/>
                    <a:pt x="6" y="123"/>
                    <a:pt x="6" y="123"/>
                  </a:cubicBezTo>
                  <a:cubicBezTo>
                    <a:pt x="6" y="126"/>
                    <a:pt x="6" y="126"/>
                    <a:pt x="6" y="126"/>
                  </a:cubicBezTo>
                  <a:cubicBezTo>
                    <a:pt x="6" y="130"/>
                    <a:pt x="6" y="130"/>
                    <a:pt x="6" y="130"/>
                  </a:cubicBezTo>
                  <a:cubicBezTo>
                    <a:pt x="145" y="130"/>
                    <a:pt x="145" y="130"/>
                    <a:pt x="145" y="130"/>
                  </a:cubicBezTo>
                  <a:cubicBezTo>
                    <a:pt x="145" y="136"/>
                    <a:pt x="145" y="136"/>
                    <a:pt x="145" y="136"/>
                  </a:cubicBezTo>
                  <a:lnTo>
                    <a:pt x="162" y="126"/>
                  </a:lnTo>
                  <a:close/>
                </a:path>
              </a:pathLst>
            </a:custGeom>
            <a:solidFill>
              <a:srgbClr val="34B2E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88" name="Google Shape;1988;p68"/>
            <p:cNvCxnSpPr/>
            <p:nvPr/>
          </p:nvCxnSpPr>
          <p:spPr>
            <a:xfrm>
              <a:off x="9496425" y="3906837"/>
              <a:ext cx="0" cy="982662"/>
            </a:xfrm>
            <a:prstGeom prst="straightConnector1">
              <a:avLst/>
            </a:prstGeom>
            <a:noFill/>
            <a:ln w="4127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15" name="Группа 14">
            <a:extLst>
              <a:ext uri="{FF2B5EF4-FFF2-40B4-BE49-F238E27FC236}">
                <a16:creationId xmlns:a16="http://schemas.microsoft.com/office/drawing/2014/main" id="{9BF2DD95-E641-A84F-920B-B0151B0B056E}"/>
              </a:ext>
            </a:extLst>
          </p:cNvPr>
          <p:cNvGrpSpPr/>
          <p:nvPr/>
        </p:nvGrpSpPr>
        <p:grpSpPr>
          <a:xfrm>
            <a:off x="10653712" y="1150937"/>
            <a:ext cx="447675" cy="1806575"/>
            <a:chOff x="10653712" y="1150937"/>
            <a:chExt cx="447675" cy="1806575"/>
          </a:xfrm>
        </p:grpSpPr>
        <p:sp>
          <p:nvSpPr>
            <p:cNvPr id="1958" name="Google Shape;1958;p68"/>
            <p:cNvSpPr/>
            <p:nvPr/>
          </p:nvSpPr>
          <p:spPr>
            <a:xfrm>
              <a:off x="10653712" y="1150937"/>
              <a:ext cx="447675" cy="652462"/>
            </a:xfrm>
            <a:custGeom>
              <a:avLst/>
              <a:gdLst/>
              <a:ahLst/>
              <a:cxnLst/>
              <a:rect l="l" t="t" r="r" b="b"/>
              <a:pathLst>
                <a:path w="100" h="146" extrusionOk="0">
                  <a:moveTo>
                    <a:pt x="100" y="97"/>
                  </a:moveTo>
                  <a:cubicBezTo>
                    <a:pt x="100" y="82"/>
                    <a:pt x="88" y="70"/>
                    <a:pt x="65" y="64"/>
                  </a:cubicBezTo>
                  <a:cubicBezTo>
                    <a:pt x="62" y="63"/>
                    <a:pt x="49" y="60"/>
                    <a:pt x="47" y="59"/>
                  </a:cubicBezTo>
                  <a:cubicBezTo>
                    <a:pt x="29" y="55"/>
                    <a:pt x="24" y="52"/>
                    <a:pt x="24" y="47"/>
                  </a:cubicBezTo>
                  <a:cubicBezTo>
                    <a:pt x="24" y="42"/>
                    <a:pt x="30" y="36"/>
                    <a:pt x="48" y="36"/>
                  </a:cubicBezTo>
                  <a:cubicBezTo>
                    <a:pt x="61" y="36"/>
                    <a:pt x="74" y="46"/>
                    <a:pt x="74" y="46"/>
                  </a:cubicBezTo>
                  <a:cubicBezTo>
                    <a:pt x="79" y="49"/>
                    <a:pt x="82" y="49"/>
                    <a:pt x="87" y="45"/>
                  </a:cubicBezTo>
                  <a:cubicBezTo>
                    <a:pt x="87" y="45"/>
                    <a:pt x="92" y="40"/>
                    <a:pt x="92" y="36"/>
                  </a:cubicBezTo>
                  <a:cubicBezTo>
                    <a:pt x="92" y="29"/>
                    <a:pt x="77" y="20"/>
                    <a:pt x="60" y="17"/>
                  </a:cubicBezTo>
                  <a:cubicBezTo>
                    <a:pt x="60" y="5"/>
                    <a:pt x="60" y="5"/>
                    <a:pt x="60" y="5"/>
                  </a:cubicBezTo>
                  <a:cubicBezTo>
                    <a:pt x="60" y="2"/>
                    <a:pt x="57" y="0"/>
                    <a:pt x="53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42" y="0"/>
                    <a:pt x="39" y="2"/>
                    <a:pt x="39" y="5"/>
                  </a:cubicBezTo>
                  <a:cubicBezTo>
                    <a:pt x="39" y="16"/>
                    <a:pt x="39" y="16"/>
                    <a:pt x="39" y="16"/>
                  </a:cubicBezTo>
                  <a:cubicBezTo>
                    <a:pt x="13" y="18"/>
                    <a:pt x="0" y="32"/>
                    <a:pt x="0" y="48"/>
                  </a:cubicBezTo>
                  <a:cubicBezTo>
                    <a:pt x="0" y="67"/>
                    <a:pt x="17" y="74"/>
                    <a:pt x="37" y="79"/>
                  </a:cubicBezTo>
                  <a:cubicBezTo>
                    <a:pt x="40" y="80"/>
                    <a:pt x="56" y="84"/>
                    <a:pt x="58" y="84"/>
                  </a:cubicBezTo>
                  <a:cubicBezTo>
                    <a:pt x="73" y="88"/>
                    <a:pt x="76" y="93"/>
                    <a:pt x="76" y="97"/>
                  </a:cubicBezTo>
                  <a:cubicBezTo>
                    <a:pt x="76" y="103"/>
                    <a:pt x="69" y="109"/>
                    <a:pt x="51" y="109"/>
                  </a:cubicBezTo>
                  <a:cubicBezTo>
                    <a:pt x="38" y="109"/>
                    <a:pt x="20" y="98"/>
                    <a:pt x="20" y="98"/>
                  </a:cubicBezTo>
                  <a:cubicBezTo>
                    <a:pt x="15" y="95"/>
                    <a:pt x="11" y="96"/>
                    <a:pt x="7" y="101"/>
                  </a:cubicBezTo>
                  <a:cubicBezTo>
                    <a:pt x="7" y="101"/>
                    <a:pt x="3" y="105"/>
                    <a:pt x="3" y="109"/>
                  </a:cubicBezTo>
                  <a:cubicBezTo>
                    <a:pt x="3" y="116"/>
                    <a:pt x="22" y="125"/>
                    <a:pt x="39" y="129"/>
                  </a:cubicBezTo>
                  <a:cubicBezTo>
                    <a:pt x="39" y="140"/>
                    <a:pt x="39" y="140"/>
                    <a:pt x="39" y="140"/>
                  </a:cubicBezTo>
                  <a:cubicBezTo>
                    <a:pt x="39" y="143"/>
                    <a:pt x="42" y="146"/>
                    <a:pt x="46" y="146"/>
                  </a:cubicBezTo>
                  <a:cubicBezTo>
                    <a:pt x="53" y="146"/>
                    <a:pt x="53" y="146"/>
                    <a:pt x="53" y="146"/>
                  </a:cubicBezTo>
                  <a:cubicBezTo>
                    <a:pt x="57" y="146"/>
                    <a:pt x="60" y="143"/>
                    <a:pt x="60" y="140"/>
                  </a:cubicBezTo>
                  <a:cubicBezTo>
                    <a:pt x="60" y="129"/>
                    <a:pt x="60" y="129"/>
                    <a:pt x="60" y="129"/>
                  </a:cubicBezTo>
                  <a:cubicBezTo>
                    <a:pt x="87" y="127"/>
                    <a:pt x="100" y="112"/>
                    <a:pt x="100" y="97"/>
                  </a:cubicBezTo>
                  <a:close/>
                </a:path>
              </a:pathLst>
            </a:custGeom>
            <a:solidFill>
              <a:srgbClr val="06528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89" name="Google Shape;1989;p68"/>
            <p:cNvCxnSpPr/>
            <p:nvPr/>
          </p:nvCxnSpPr>
          <p:spPr>
            <a:xfrm>
              <a:off x="10877550" y="1970087"/>
              <a:ext cx="0" cy="987425"/>
            </a:xfrm>
            <a:prstGeom prst="straightConnector1">
              <a:avLst/>
            </a:prstGeom>
            <a:noFill/>
            <a:ln w="4127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ADF55EAC-DDDC-CF40-9568-9486C60FD099}"/>
              </a:ext>
            </a:extLst>
          </p:cNvPr>
          <p:cNvGrpSpPr/>
          <p:nvPr/>
        </p:nvGrpSpPr>
        <p:grpSpPr>
          <a:xfrm>
            <a:off x="7740650" y="1146175"/>
            <a:ext cx="665162" cy="1811337"/>
            <a:chOff x="7740650" y="1146175"/>
            <a:chExt cx="665162" cy="1811337"/>
          </a:xfrm>
        </p:grpSpPr>
        <p:sp>
          <p:nvSpPr>
            <p:cNvPr id="1961" name="Google Shape;1961;p68"/>
            <p:cNvSpPr/>
            <p:nvPr/>
          </p:nvSpPr>
          <p:spPr>
            <a:xfrm>
              <a:off x="7740650" y="1146175"/>
              <a:ext cx="665162" cy="661987"/>
            </a:xfrm>
            <a:custGeom>
              <a:avLst/>
              <a:gdLst/>
              <a:ahLst/>
              <a:cxnLst/>
              <a:rect l="l" t="t" r="r" b="b"/>
              <a:pathLst>
                <a:path w="149" h="148" extrusionOk="0">
                  <a:moveTo>
                    <a:pt x="70" y="78"/>
                  </a:moveTo>
                  <a:cubicBezTo>
                    <a:pt x="140" y="78"/>
                    <a:pt x="140" y="78"/>
                    <a:pt x="140" y="78"/>
                  </a:cubicBezTo>
                  <a:cubicBezTo>
                    <a:pt x="140" y="116"/>
                    <a:pt x="109" y="148"/>
                    <a:pt x="70" y="148"/>
                  </a:cubicBezTo>
                  <a:cubicBezTo>
                    <a:pt x="32" y="148"/>
                    <a:pt x="0" y="116"/>
                    <a:pt x="0" y="78"/>
                  </a:cubicBezTo>
                  <a:cubicBezTo>
                    <a:pt x="0" y="39"/>
                    <a:pt x="32" y="8"/>
                    <a:pt x="70" y="8"/>
                  </a:cubicBezTo>
                  <a:lnTo>
                    <a:pt x="70" y="78"/>
                  </a:lnTo>
                  <a:close/>
                  <a:moveTo>
                    <a:pt x="79" y="0"/>
                  </a:moveTo>
                  <a:cubicBezTo>
                    <a:pt x="79" y="69"/>
                    <a:pt x="79" y="69"/>
                    <a:pt x="79" y="69"/>
                  </a:cubicBezTo>
                  <a:cubicBezTo>
                    <a:pt x="149" y="69"/>
                    <a:pt x="149" y="69"/>
                    <a:pt x="149" y="69"/>
                  </a:cubicBezTo>
                  <a:cubicBezTo>
                    <a:pt x="149" y="31"/>
                    <a:pt x="117" y="0"/>
                    <a:pt x="79" y="0"/>
                  </a:cubicBezTo>
                  <a:close/>
                </a:path>
              </a:pathLst>
            </a:custGeom>
            <a:solidFill>
              <a:srgbClr val="64D1DA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90" name="Google Shape;1990;p68"/>
            <p:cNvCxnSpPr/>
            <p:nvPr/>
          </p:nvCxnSpPr>
          <p:spPr>
            <a:xfrm>
              <a:off x="8070850" y="1970087"/>
              <a:ext cx="0" cy="987425"/>
            </a:xfrm>
            <a:prstGeom prst="straightConnector1">
              <a:avLst/>
            </a:prstGeom>
            <a:noFill/>
            <a:ln w="4127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11" name="Группа 10">
            <a:extLst>
              <a:ext uri="{FF2B5EF4-FFF2-40B4-BE49-F238E27FC236}">
                <a16:creationId xmlns:a16="http://schemas.microsoft.com/office/drawing/2014/main" id="{4C049F9A-1BD0-1C44-AEC9-C99F6A3EF389}"/>
              </a:ext>
            </a:extLst>
          </p:cNvPr>
          <p:cNvGrpSpPr/>
          <p:nvPr/>
        </p:nvGrpSpPr>
        <p:grpSpPr>
          <a:xfrm>
            <a:off x="4741862" y="1200150"/>
            <a:ext cx="1060450" cy="1757362"/>
            <a:chOff x="4741862" y="1200150"/>
            <a:chExt cx="1060450" cy="1757362"/>
          </a:xfrm>
        </p:grpSpPr>
        <p:sp>
          <p:nvSpPr>
            <p:cNvPr id="1957" name="Google Shape;1957;p68"/>
            <p:cNvSpPr/>
            <p:nvPr/>
          </p:nvSpPr>
          <p:spPr>
            <a:xfrm>
              <a:off x="4741862" y="1200150"/>
              <a:ext cx="1060450" cy="554037"/>
            </a:xfrm>
            <a:custGeom>
              <a:avLst/>
              <a:gdLst/>
              <a:ahLst/>
              <a:cxnLst/>
              <a:rect l="l" t="t" r="r" b="b"/>
              <a:pathLst>
                <a:path w="237" h="124" extrusionOk="0">
                  <a:moveTo>
                    <a:pt x="171" y="116"/>
                  </a:moveTo>
                  <a:cubicBezTo>
                    <a:pt x="168" y="118"/>
                    <a:pt x="164" y="119"/>
                    <a:pt x="161" y="120"/>
                  </a:cubicBezTo>
                  <a:cubicBezTo>
                    <a:pt x="149" y="123"/>
                    <a:pt x="137" y="123"/>
                    <a:pt x="122" y="124"/>
                  </a:cubicBezTo>
                  <a:cubicBezTo>
                    <a:pt x="106" y="123"/>
                    <a:pt x="94" y="123"/>
                    <a:pt x="82" y="120"/>
                  </a:cubicBezTo>
                  <a:cubicBezTo>
                    <a:pt x="79" y="119"/>
                    <a:pt x="75" y="118"/>
                    <a:pt x="72" y="116"/>
                  </a:cubicBezTo>
                  <a:cubicBezTo>
                    <a:pt x="62" y="111"/>
                    <a:pt x="61" y="103"/>
                    <a:pt x="67" y="97"/>
                  </a:cubicBezTo>
                  <a:cubicBezTo>
                    <a:pt x="74" y="91"/>
                    <a:pt x="81" y="87"/>
                    <a:pt x="89" y="83"/>
                  </a:cubicBezTo>
                  <a:cubicBezTo>
                    <a:pt x="93" y="81"/>
                    <a:pt x="97" y="80"/>
                    <a:pt x="100" y="78"/>
                  </a:cubicBezTo>
                  <a:cubicBezTo>
                    <a:pt x="107" y="76"/>
                    <a:pt x="109" y="69"/>
                    <a:pt x="104" y="64"/>
                  </a:cubicBezTo>
                  <a:cubicBezTo>
                    <a:pt x="94" y="53"/>
                    <a:pt x="90" y="41"/>
                    <a:pt x="90" y="27"/>
                  </a:cubicBezTo>
                  <a:cubicBezTo>
                    <a:pt x="91" y="12"/>
                    <a:pt x="99" y="4"/>
                    <a:pt x="113" y="1"/>
                  </a:cubicBezTo>
                  <a:cubicBezTo>
                    <a:pt x="116" y="0"/>
                    <a:pt x="119" y="0"/>
                    <a:pt x="122" y="0"/>
                  </a:cubicBezTo>
                  <a:cubicBezTo>
                    <a:pt x="124" y="0"/>
                    <a:pt x="127" y="0"/>
                    <a:pt x="130" y="1"/>
                  </a:cubicBezTo>
                  <a:cubicBezTo>
                    <a:pt x="144" y="4"/>
                    <a:pt x="152" y="12"/>
                    <a:pt x="153" y="27"/>
                  </a:cubicBezTo>
                  <a:cubicBezTo>
                    <a:pt x="153" y="41"/>
                    <a:pt x="150" y="53"/>
                    <a:pt x="139" y="64"/>
                  </a:cubicBezTo>
                  <a:cubicBezTo>
                    <a:pt x="134" y="69"/>
                    <a:pt x="136" y="76"/>
                    <a:pt x="143" y="78"/>
                  </a:cubicBezTo>
                  <a:cubicBezTo>
                    <a:pt x="147" y="80"/>
                    <a:pt x="150" y="81"/>
                    <a:pt x="154" y="83"/>
                  </a:cubicBezTo>
                  <a:cubicBezTo>
                    <a:pt x="162" y="87"/>
                    <a:pt x="170" y="91"/>
                    <a:pt x="176" y="97"/>
                  </a:cubicBezTo>
                  <a:cubicBezTo>
                    <a:pt x="180" y="101"/>
                    <a:pt x="181" y="111"/>
                    <a:pt x="171" y="116"/>
                  </a:cubicBezTo>
                  <a:close/>
                  <a:moveTo>
                    <a:pt x="234" y="105"/>
                  </a:moveTo>
                  <a:cubicBezTo>
                    <a:pt x="229" y="101"/>
                    <a:pt x="224" y="98"/>
                    <a:pt x="218" y="95"/>
                  </a:cubicBezTo>
                  <a:cubicBezTo>
                    <a:pt x="216" y="94"/>
                    <a:pt x="213" y="93"/>
                    <a:pt x="211" y="92"/>
                  </a:cubicBezTo>
                  <a:cubicBezTo>
                    <a:pt x="206" y="90"/>
                    <a:pt x="204" y="85"/>
                    <a:pt x="208" y="82"/>
                  </a:cubicBezTo>
                  <a:cubicBezTo>
                    <a:pt x="215" y="75"/>
                    <a:pt x="218" y="66"/>
                    <a:pt x="218" y="56"/>
                  </a:cubicBezTo>
                  <a:cubicBezTo>
                    <a:pt x="217" y="46"/>
                    <a:pt x="211" y="41"/>
                    <a:pt x="202" y="38"/>
                  </a:cubicBezTo>
                  <a:cubicBezTo>
                    <a:pt x="200" y="38"/>
                    <a:pt x="198" y="37"/>
                    <a:pt x="196" y="37"/>
                  </a:cubicBezTo>
                  <a:cubicBezTo>
                    <a:pt x="194" y="37"/>
                    <a:pt x="192" y="38"/>
                    <a:pt x="190" y="38"/>
                  </a:cubicBezTo>
                  <a:cubicBezTo>
                    <a:pt x="180" y="41"/>
                    <a:pt x="174" y="46"/>
                    <a:pt x="174" y="56"/>
                  </a:cubicBezTo>
                  <a:cubicBezTo>
                    <a:pt x="174" y="66"/>
                    <a:pt x="176" y="75"/>
                    <a:pt x="184" y="82"/>
                  </a:cubicBezTo>
                  <a:cubicBezTo>
                    <a:pt x="187" y="85"/>
                    <a:pt x="186" y="90"/>
                    <a:pt x="181" y="92"/>
                  </a:cubicBezTo>
                  <a:cubicBezTo>
                    <a:pt x="181" y="92"/>
                    <a:pt x="181" y="92"/>
                    <a:pt x="180" y="92"/>
                  </a:cubicBezTo>
                  <a:cubicBezTo>
                    <a:pt x="181" y="93"/>
                    <a:pt x="182" y="94"/>
                    <a:pt x="183" y="94"/>
                  </a:cubicBezTo>
                  <a:cubicBezTo>
                    <a:pt x="186" y="98"/>
                    <a:pt x="187" y="103"/>
                    <a:pt x="187" y="108"/>
                  </a:cubicBezTo>
                  <a:cubicBezTo>
                    <a:pt x="186" y="113"/>
                    <a:pt x="182" y="118"/>
                    <a:pt x="177" y="120"/>
                  </a:cubicBezTo>
                  <a:cubicBezTo>
                    <a:pt x="175" y="121"/>
                    <a:pt x="174" y="121"/>
                    <a:pt x="173" y="122"/>
                  </a:cubicBezTo>
                  <a:cubicBezTo>
                    <a:pt x="180" y="123"/>
                    <a:pt x="187" y="123"/>
                    <a:pt x="196" y="124"/>
                  </a:cubicBezTo>
                  <a:cubicBezTo>
                    <a:pt x="206" y="123"/>
                    <a:pt x="215" y="123"/>
                    <a:pt x="223" y="121"/>
                  </a:cubicBezTo>
                  <a:cubicBezTo>
                    <a:pt x="225" y="120"/>
                    <a:pt x="228" y="120"/>
                    <a:pt x="230" y="118"/>
                  </a:cubicBezTo>
                  <a:cubicBezTo>
                    <a:pt x="237" y="115"/>
                    <a:pt x="236" y="108"/>
                    <a:pt x="234" y="105"/>
                  </a:cubicBezTo>
                  <a:close/>
                  <a:moveTo>
                    <a:pt x="56" y="108"/>
                  </a:moveTo>
                  <a:cubicBezTo>
                    <a:pt x="55" y="103"/>
                    <a:pt x="57" y="98"/>
                    <a:pt x="61" y="94"/>
                  </a:cubicBezTo>
                  <a:cubicBezTo>
                    <a:pt x="62" y="93"/>
                    <a:pt x="64" y="91"/>
                    <a:pt x="66" y="90"/>
                  </a:cubicBezTo>
                  <a:cubicBezTo>
                    <a:pt x="64" y="90"/>
                    <a:pt x="63" y="89"/>
                    <a:pt x="62" y="89"/>
                  </a:cubicBezTo>
                  <a:cubicBezTo>
                    <a:pt x="57" y="87"/>
                    <a:pt x="56" y="81"/>
                    <a:pt x="60" y="77"/>
                  </a:cubicBezTo>
                  <a:cubicBezTo>
                    <a:pt x="68" y="70"/>
                    <a:pt x="71" y="60"/>
                    <a:pt x="70" y="49"/>
                  </a:cubicBezTo>
                  <a:cubicBezTo>
                    <a:pt x="70" y="38"/>
                    <a:pt x="63" y="32"/>
                    <a:pt x="53" y="29"/>
                  </a:cubicBezTo>
                  <a:cubicBezTo>
                    <a:pt x="50" y="29"/>
                    <a:pt x="48" y="28"/>
                    <a:pt x="46" y="28"/>
                  </a:cubicBezTo>
                  <a:cubicBezTo>
                    <a:pt x="44" y="28"/>
                    <a:pt x="42" y="29"/>
                    <a:pt x="39" y="29"/>
                  </a:cubicBezTo>
                  <a:cubicBezTo>
                    <a:pt x="29" y="32"/>
                    <a:pt x="22" y="38"/>
                    <a:pt x="22" y="49"/>
                  </a:cubicBezTo>
                  <a:cubicBezTo>
                    <a:pt x="22" y="60"/>
                    <a:pt x="24" y="69"/>
                    <a:pt x="32" y="77"/>
                  </a:cubicBezTo>
                  <a:cubicBezTo>
                    <a:pt x="36" y="81"/>
                    <a:pt x="35" y="87"/>
                    <a:pt x="30" y="89"/>
                  </a:cubicBezTo>
                  <a:cubicBezTo>
                    <a:pt x="27" y="90"/>
                    <a:pt x="24" y="91"/>
                    <a:pt x="21" y="92"/>
                  </a:cubicBezTo>
                  <a:cubicBezTo>
                    <a:pt x="15" y="95"/>
                    <a:pt x="9" y="99"/>
                    <a:pt x="4" y="103"/>
                  </a:cubicBezTo>
                  <a:cubicBezTo>
                    <a:pt x="0" y="108"/>
                    <a:pt x="0" y="114"/>
                    <a:pt x="8" y="118"/>
                  </a:cubicBezTo>
                  <a:cubicBezTo>
                    <a:pt x="10" y="119"/>
                    <a:pt x="13" y="120"/>
                    <a:pt x="16" y="121"/>
                  </a:cubicBezTo>
                  <a:cubicBezTo>
                    <a:pt x="25" y="123"/>
                    <a:pt x="34" y="123"/>
                    <a:pt x="46" y="124"/>
                  </a:cubicBezTo>
                  <a:cubicBezTo>
                    <a:pt x="55" y="123"/>
                    <a:pt x="63" y="123"/>
                    <a:pt x="71" y="122"/>
                  </a:cubicBezTo>
                  <a:cubicBezTo>
                    <a:pt x="69" y="121"/>
                    <a:pt x="68" y="121"/>
                    <a:pt x="66" y="120"/>
                  </a:cubicBezTo>
                  <a:cubicBezTo>
                    <a:pt x="60" y="117"/>
                    <a:pt x="57" y="113"/>
                    <a:pt x="56" y="108"/>
                  </a:cubicBezTo>
                  <a:close/>
                </a:path>
              </a:pathLst>
            </a:custGeom>
            <a:solidFill>
              <a:srgbClr val="8C103D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91" name="Google Shape;1991;p68"/>
            <p:cNvCxnSpPr/>
            <p:nvPr/>
          </p:nvCxnSpPr>
          <p:spPr>
            <a:xfrm>
              <a:off x="5283200" y="1970087"/>
              <a:ext cx="0" cy="987425"/>
            </a:xfrm>
            <a:prstGeom prst="straightConnector1">
              <a:avLst/>
            </a:prstGeom>
            <a:noFill/>
            <a:ln w="4127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1631AA54-F635-A343-8EC0-25211AA15082}"/>
              </a:ext>
            </a:extLst>
          </p:cNvPr>
          <p:cNvGrpSpPr/>
          <p:nvPr/>
        </p:nvGrpSpPr>
        <p:grpSpPr>
          <a:xfrm>
            <a:off x="2155825" y="1150937"/>
            <a:ext cx="652462" cy="1806575"/>
            <a:chOff x="2155825" y="1150937"/>
            <a:chExt cx="652462" cy="1806575"/>
          </a:xfrm>
        </p:grpSpPr>
        <p:sp>
          <p:nvSpPr>
            <p:cNvPr id="1960" name="Google Shape;1960;p68"/>
            <p:cNvSpPr/>
            <p:nvPr/>
          </p:nvSpPr>
          <p:spPr>
            <a:xfrm>
              <a:off x="2155825" y="1150937"/>
              <a:ext cx="652462" cy="652462"/>
            </a:xfrm>
            <a:custGeom>
              <a:avLst/>
              <a:gdLst/>
              <a:ahLst/>
              <a:cxnLst/>
              <a:rect l="l" t="t" r="r" b="b"/>
              <a:pathLst>
                <a:path w="146" h="146" extrusionOk="0">
                  <a:moveTo>
                    <a:pt x="144" y="62"/>
                  </a:moveTo>
                  <a:cubicBezTo>
                    <a:pt x="126" y="59"/>
                    <a:pt x="126" y="59"/>
                    <a:pt x="126" y="59"/>
                  </a:cubicBezTo>
                  <a:cubicBezTo>
                    <a:pt x="124" y="54"/>
                    <a:pt x="122" y="50"/>
                    <a:pt x="120" y="45"/>
                  </a:cubicBezTo>
                  <a:cubicBezTo>
                    <a:pt x="131" y="30"/>
                    <a:pt x="131" y="30"/>
                    <a:pt x="131" y="30"/>
                  </a:cubicBezTo>
                  <a:cubicBezTo>
                    <a:pt x="131" y="29"/>
                    <a:pt x="131" y="27"/>
                    <a:pt x="130" y="26"/>
                  </a:cubicBezTo>
                  <a:cubicBezTo>
                    <a:pt x="120" y="16"/>
                    <a:pt x="120" y="16"/>
                    <a:pt x="120" y="16"/>
                  </a:cubicBezTo>
                  <a:cubicBezTo>
                    <a:pt x="119" y="15"/>
                    <a:pt x="117" y="15"/>
                    <a:pt x="116" y="15"/>
                  </a:cubicBezTo>
                  <a:cubicBezTo>
                    <a:pt x="101" y="26"/>
                    <a:pt x="101" y="26"/>
                    <a:pt x="101" y="26"/>
                  </a:cubicBezTo>
                  <a:cubicBezTo>
                    <a:pt x="96" y="24"/>
                    <a:pt x="92" y="22"/>
                    <a:pt x="87" y="21"/>
                  </a:cubicBezTo>
                  <a:cubicBezTo>
                    <a:pt x="84" y="2"/>
                    <a:pt x="84" y="2"/>
                    <a:pt x="84" y="2"/>
                  </a:cubicBezTo>
                  <a:cubicBezTo>
                    <a:pt x="84" y="1"/>
                    <a:pt x="82" y="0"/>
                    <a:pt x="81" y="0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64" y="0"/>
                    <a:pt x="63" y="1"/>
                    <a:pt x="63" y="2"/>
                  </a:cubicBezTo>
                  <a:cubicBezTo>
                    <a:pt x="60" y="21"/>
                    <a:pt x="60" y="21"/>
                    <a:pt x="60" y="21"/>
                  </a:cubicBezTo>
                  <a:cubicBezTo>
                    <a:pt x="55" y="22"/>
                    <a:pt x="50" y="24"/>
                    <a:pt x="46" y="26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30" y="15"/>
                    <a:pt x="28" y="15"/>
                    <a:pt x="27" y="16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16" y="27"/>
                    <a:pt x="15" y="29"/>
                    <a:pt x="16" y="30"/>
                  </a:cubicBezTo>
                  <a:cubicBezTo>
                    <a:pt x="27" y="45"/>
                    <a:pt x="27" y="45"/>
                    <a:pt x="27" y="45"/>
                  </a:cubicBezTo>
                  <a:cubicBezTo>
                    <a:pt x="25" y="50"/>
                    <a:pt x="23" y="54"/>
                    <a:pt x="21" y="59"/>
                  </a:cubicBezTo>
                  <a:cubicBezTo>
                    <a:pt x="3" y="62"/>
                    <a:pt x="3" y="62"/>
                    <a:pt x="3" y="62"/>
                  </a:cubicBezTo>
                  <a:cubicBezTo>
                    <a:pt x="2" y="62"/>
                    <a:pt x="0" y="64"/>
                    <a:pt x="0" y="65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82"/>
                    <a:pt x="2" y="83"/>
                    <a:pt x="3" y="83"/>
                  </a:cubicBezTo>
                  <a:cubicBezTo>
                    <a:pt x="21" y="86"/>
                    <a:pt x="21" y="86"/>
                    <a:pt x="21" y="86"/>
                  </a:cubicBezTo>
                  <a:cubicBezTo>
                    <a:pt x="23" y="91"/>
                    <a:pt x="25" y="96"/>
                    <a:pt x="27" y="100"/>
                  </a:cubicBezTo>
                  <a:cubicBezTo>
                    <a:pt x="16" y="115"/>
                    <a:pt x="16" y="115"/>
                    <a:pt x="16" y="115"/>
                  </a:cubicBezTo>
                  <a:cubicBezTo>
                    <a:pt x="15" y="116"/>
                    <a:pt x="16" y="118"/>
                    <a:pt x="17" y="119"/>
                  </a:cubicBezTo>
                  <a:cubicBezTo>
                    <a:pt x="27" y="130"/>
                    <a:pt x="27" y="130"/>
                    <a:pt x="27" y="130"/>
                  </a:cubicBezTo>
                  <a:cubicBezTo>
                    <a:pt x="28" y="131"/>
                    <a:pt x="30" y="131"/>
                    <a:pt x="31" y="130"/>
                  </a:cubicBezTo>
                  <a:cubicBezTo>
                    <a:pt x="46" y="119"/>
                    <a:pt x="46" y="119"/>
                    <a:pt x="46" y="119"/>
                  </a:cubicBezTo>
                  <a:cubicBezTo>
                    <a:pt x="50" y="122"/>
                    <a:pt x="55" y="123"/>
                    <a:pt x="60" y="125"/>
                  </a:cubicBezTo>
                  <a:cubicBezTo>
                    <a:pt x="63" y="143"/>
                    <a:pt x="63" y="143"/>
                    <a:pt x="63" y="143"/>
                  </a:cubicBezTo>
                  <a:cubicBezTo>
                    <a:pt x="63" y="144"/>
                    <a:pt x="64" y="146"/>
                    <a:pt x="66" y="146"/>
                  </a:cubicBezTo>
                  <a:cubicBezTo>
                    <a:pt x="81" y="146"/>
                    <a:pt x="81" y="146"/>
                    <a:pt x="81" y="146"/>
                  </a:cubicBezTo>
                  <a:cubicBezTo>
                    <a:pt x="82" y="146"/>
                    <a:pt x="84" y="144"/>
                    <a:pt x="84" y="143"/>
                  </a:cubicBezTo>
                  <a:cubicBezTo>
                    <a:pt x="87" y="125"/>
                    <a:pt x="87" y="125"/>
                    <a:pt x="87" y="125"/>
                  </a:cubicBezTo>
                  <a:cubicBezTo>
                    <a:pt x="92" y="123"/>
                    <a:pt x="96" y="122"/>
                    <a:pt x="101" y="119"/>
                  </a:cubicBezTo>
                  <a:cubicBezTo>
                    <a:pt x="116" y="130"/>
                    <a:pt x="116" y="130"/>
                    <a:pt x="116" y="130"/>
                  </a:cubicBezTo>
                  <a:cubicBezTo>
                    <a:pt x="117" y="131"/>
                    <a:pt x="119" y="131"/>
                    <a:pt x="120" y="130"/>
                  </a:cubicBezTo>
                  <a:cubicBezTo>
                    <a:pt x="130" y="119"/>
                    <a:pt x="130" y="119"/>
                    <a:pt x="130" y="119"/>
                  </a:cubicBezTo>
                  <a:cubicBezTo>
                    <a:pt x="131" y="118"/>
                    <a:pt x="131" y="116"/>
                    <a:pt x="131" y="115"/>
                  </a:cubicBezTo>
                  <a:cubicBezTo>
                    <a:pt x="120" y="100"/>
                    <a:pt x="120" y="100"/>
                    <a:pt x="120" y="100"/>
                  </a:cubicBezTo>
                  <a:cubicBezTo>
                    <a:pt x="122" y="96"/>
                    <a:pt x="124" y="91"/>
                    <a:pt x="126" y="86"/>
                  </a:cubicBezTo>
                  <a:cubicBezTo>
                    <a:pt x="144" y="83"/>
                    <a:pt x="144" y="83"/>
                    <a:pt x="144" y="83"/>
                  </a:cubicBezTo>
                  <a:cubicBezTo>
                    <a:pt x="145" y="83"/>
                    <a:pt x="146" y="82"/>
                    <a:pt x="146" y="80"/>
                  </a:cubicBezTo>
                  <a:cubicBezTo>
                    <a:pt x="146" y="65"/>
                    <a:pt x="146" y="65"/>
                    <a:pt x="146" y="65"/>
                  </a:cubicBezTo>
                  <a:cubicBezTo>
                    <a:pt x="146" y="64"/>
                    <a:pt x="145" y="62"/>
                    <a:pt x="144" y="62"/>
                  </a:cubicBezTo>
                  <a:close/>
                  <a:moveTo>
                    <a:pt x="73" y="100"/>
                  </a:moveTo>
                  <a:cubicBezTo>
                    <a:pt x="59" y="100"/>
                    <a:pt x="47" y="88"/>
                    <a:pt x="47" y="73"/>
                  </a:cubicBezTo>
                  <a:cubicBezTo>
                    <a:pt x="47" y="58"/>
                    <a:pt x="59" y="46"/>
                    <a:pt x="73" y="46"/>
                  </a:cubicBezTo>
                  <a:cubicBezTo>
                    <a:pt x="88" y="46"/>
                    <a:pt x="100" y="58"/>
                    <a:pt x="100" y="73"/>
                  </a:cubicBezTo>
                  <a:cubicBezTo>
                    <a:pt x="100" y="88"/>
                    <a:pt x="88" y="100"/>
                    <a:pt x="73" y="100"/>
                  </a:cubicBezTo>
                  <a:close/>
                </a:path>
              </a:pathLst>
            </a:custGeom>
            <a:solidFill>
              <a:srgbClr val="FF943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92" name="Google Shape;1992;p68"/>
            <p:cNvCxnSpPr/>
            <p:nvPr/>
          </p:nvCxnSpPr>
          <p:spPr>
            <a:xfrm>
              <a:off x="2481262" y="1970087"/>
              <a:ext cx="0" cy="987425"/>
            </a:xfrm>
            <a:prstGeom prst="straightConnector1">
              <a:avLst/>
            </a:prstGeom>
            <a:noFill/>
            <a:ln w="41275" cap="flat" cmpd="sng">
              <a:solidFill>
                <a:srgbClr val="414042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</p:grpSp>
      <p:sp>
        <p:nvSpPr>
          <p:cNvPr id="1993" name="Google Shape;1993;p68"/>
          <p:cNvSpPr txBox="1"/>
          <p:nvPr/>
        </p:nvSpPr>
        <p:spPr>
          <a:xfrm>
            <a:off x="3265487" y="1000125"/>
            <a:ext cx="1216025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400"/>
            </a:pPr>
            <a:r>
              <a:rPr lang="en-IN" dirty="0"/>
              <a:t> </a:t>
            </a:r>
            <a:endParaRPr dirty="0"/>
          </a:p>
        </p:txBody>
      </p:sp>
      <p:sp>
        <p:nvSpPr>
          <p:cNvPr id="1994" name="Google Shape;1994;p68"/>
          <p:cNvSpPr txBox="1"/>
          <p:nvPr/>
        </p:nvSpPr>
        <p:spPr>
          <a:xfrm>
            <a:off x="6049962" y="1000125"/>
            <a:ext cx="1214437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400"/>
            </a:pPr>
            <a:r>
              <a:rPr lang="en-IN" dirty="0"/>
              <a:t> </a:t>
            </a:r>
            <a:endParaRPr dirty="0"/>
          </a:p>
        </p:txBody>
      </p:sp>
      <p:sp>
        <p:nvSpPr>
          <p:cNvPr id="1995" name="Google Shape;1995;p68"/>
          <p:cNvSpPr txBox="1"/>
          <p:nvPr/>
        </p:nvSpPr>
        <p:spPr>
          <a:xfrm>
            <a:off x="8848725" y="1000125"/>
            <a:ext cx="1216025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400"/>
            </a:pPr>
            <a:r>
              <a:rPr lang="en-IN" dirty="0"/>
              <a:t> </a:t>
            </a:r>
            <a:endParaRPr dirty="0"/>
          </a:p>
        </p:txBody>
      </p:sp>
      <p:sp>
        <p:nvSpPr>
          <p:cNvPr id="1996" name="Google Shape;1996;p68"/>
          <p:cNvSpPr txBox="1"/>
          <p:nvPr/>
        </p:nvSpPr>
        <p:spPr>
          <a:xfrm>
            <a:off x="1873250" y="4951412"/>
            <a:ext cx="1216025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400"/>
            </a:pPr>
            <a:r>
              <a:rPr lang="en-IN" dirty="0"/>
              <a:t> </a:t>
            </a:r>
            <a:endParaRPr dirty="0"/>
          </a:p>
        </p:txBody>
      </p:sp>
      <p:sp>
        <p:nvSpPr>
          <p:cNvPr id="1997" name="Google Shape;1997;p68"/>
          <p:cNvSpPr txBox="1"/>
          <p:nvPr/>
        </p:nvSpPr>
        <p:spPr>
          <a:xfrm>
            <a:off x="4673600" y="4951412"/>
            <a:ext cx="1214437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400"/>
            </a:pPr>
            <a:r>
              <a:rPr lang="en-IN" dirty="0"/>
              <a:t> </a:t>
            </a:r>
            <a:endParaRPr dirty="0"/>
          </a:p>
        </p:txBody>
      </p:sp>
      <p:sp>
        <p:nvSpPr>
          <p:cNvPr id="1998" name="Google Shape;1998;p68"/>
          <p:cNvSpPr txBox="1"/>
          <p:nvPr/>
        </p:nvSpPr>
        <p:spPr>
          <a:xfrm>
            <a:off x="7456487" y="4951412"/>
            <a:ext cx="1216025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400"/>
            </a:pPr>
            <a:r>
              <a:rPr lang="en-IN" dirty="0"/>
              <a:t> </a:t>
            </a:r>
            <a:endParaRPr dirty="0"/>
          </a:p>
        </p:txBody>
      </p:sp>
      <p:sp>
        <p:nvSpPr>
          <p:cNvPr id="1999" name="Google Shape;1999;p68"/>
          <p:cNvSpPr txBox="1"/>
          <p:nvPr/>
        </p:nvSpPr>
        <p:spPr>
          <a:xfrm>
            <a:off x="10256837" y="4951412"/>
            <a:ext cx="1214437" cy="9540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 algn="ctr">
              <a:buClr>
                <a:schemeClr val="dk1"/>
              </a:buClr>
              <a:buSzPts val="1400"/>
            </a:pPr>
            <a:r>
              <a:rPr lang="en-IN" dirty="0"/>
              <a:t> 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53" presetClass="entr" presetSubtype="16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300" fill="hold"/>
                                        <p:tgtEl>
                                          <p:spTgt spid="1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300" fill="hold"/>
                                        <p:tgtEl>
                                          <p:spTgt spid="1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600"/>
                            </p:stCondLst>
                            <p:childTnLst>
                              <p:par>
                                <p:cTn id="19" presetID="2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300"/>
                                        <p:tgtEl>
                                          <p:spTgt spid="1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900"/>
                            </p:stCondLst>
                            <p:childTnLst>
                              <p:par>
                                <p:cTn id="23" presetID="10" presetClass="entr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200"/>
                            </p:stCondLst>
                            <p:childTnLst>
                              <p:par>
                                <p:cTn id="27" presetID="22" presetClass="entr" presetSubtype="4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300" fill="hold"/>
                                        <p:tgtEl>
                                          <p:spTgt spid="19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300" fill="hold"/>
                                        <p:tgtEl>
                                          <p:spTgt spid="19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300"/>
                                        <p:tgtEl>
                                          <p:spTgt spid="19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800"/>
                            </p:stCondLst>
                            <p:childTnLst>
                              <p:par>
                                <p:cTn id="39" presetID="10" presetClass="entr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100"/>
                            </p:stCondLst>
                            <p:childTnLst>
                              <p:par>
                                <p:cTn id="43" presetID="22" presetClass="entr" presetSubtype="1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300" fill="hold"/>
                                        <p:tgtEl>
                                          <p:spTgt spid="19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300" fill="hold"/>
                                        <p:tgtEl>
                                          <p:spTgt spid="19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400"/>
                            </p:stCondLst>
                            <p:childTnLst>
                              <p:par>
                                <p:cTn id="51" presetID="2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300"/>
                                        <p:tgtEl>
                                          <p:spTgt spid="19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2700"/>
                            </p:stCondLst>
                            <p:childTnLst>
                              <p:par>
                                <p:cTn id="55" presetID="10" presetClass="entr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3000"/>
                            </p:stCondLst>
                            <p:childTnLst>
                              <p:par>
                                <p:cTn id="59" presetID="22" presetClass="entr" presetSubtype="4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300" fill="hold"/>
                                        <p:tgtEl>
                                          <p:spTgt spid="1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300" fill="hold"/>
                                        <p:tgtEl>
                                          <p:spTgt spid="1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300"/>
                            </p:stCondLst>
                            <p:childTnLst>
                              <p:par>
                                <p:cTn id="67" presetID="2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300"/>
                                        <p:tgtEl>
                                          <p:spTgt spid="1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600"/>
                            </p:stCondLst>
                            <p:childTnLst>
                              <p:par>
                                <p:cTn id="71" presetID="10" presetClass="entr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3900"/>
                            </p:stCondLst>
                            <p:childTnLst>
                              <p:par>
                                <p:cTn id="75" presetID="22" presetClass="entr" presetSubtype="1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300" fill="hold"/>
                                        <p:tgtEl>
                                          <p:spTgt spid="19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300" fill="hold"/>
                                        <p:tgtEl>
                                          <p:spTgt spid="19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4200"/>
                            </p:stCondLst>
                            <p:childTnLst>
                              <p:par>
                                <p:cTn id="83" presetID="2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300"/>
                                        <p:tgtEl>
                                          <p:spTgt spid="1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4500"/>
                            </p:stCondLst>
                            <p:childTnLst>
                              <p:par>
                                <p:cTn id="87" presetID="10" presetClass="entr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4800"/>
                            </p:stCondLst>
                            <p:childTnLst>
                              <p:par>
                                <p:cTn id="91" presetID="22" presetClass="entr" presetSubtype="4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300" fill="hold"/>
                                        <p:tgtEl>
                                          <p:spTgt spid="19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7" dur="300" fill="hold"/>
                                        <p:tgtEl>
                                          <p:spTgt spid="19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5100"/>
                            </p:stCondLst>
                            <p:childTnLst>
                              <p:par>
                                <p:cTn id="99" presetID="2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300"/>
                                        <p:tgtEl>
                                          <p:spTgt spid="19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5400"/>
                            </p:stCondLst>
                            <p:childTnLst>
                              <p:par>
                                <p:cTn id="103" presetID="10" presetClass="entr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700"/>
                            </p:stCondLst>
                            <p:childTnLst>
                              <p:par>
                                <p:cTn id="107" presetID="22" presetClass="entr" presetSubtype="1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" presetClass="entr" presetSubtype="1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300" fill="hold"/>
                                        <p:tgtEl>
                                          <p:spTgt spid="19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300" fill="hold"/>
                                        <p:tgtEl>
                                          <p:spTgt spid="19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6000"/>
                            </p:stCondLst>
                            <p:childTnLst>
                              <p:par>
                                <p:cTn id="115" presetID="22" presetClass="entr" presetSubtype="8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300"/>
                                        <p:tgtEl>
                                          <p:spTgt spid="1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6300"/>
                            </p:stCondLst>
                            <p:childTnLst>
                              <p:par>
                                <p:cTn id="119" presetID="10" presetClass="entr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6600"/>
                            </p:stCondLst>
                            <p:childTnLst>
                              <p:par>
                                <p:cTn id="123" presetID="22" presetClass="entr" presetSubtype="4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" presetClass="entr" presetSubtype="4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8" dur="300" fill="hold"/>
                                        <p:tgtEl>
                                          <p:spTgt spid="19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9" dur="300" fill="hold"/>
                                        <p:tgtEl>
                                          <p:spTgt spid="19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3" grpId="0"/>
      <p:bldP spid="1993" grpId="0"/>
      <p:bldP spid="1994" grpId="0"/>
      <p:bldP spid="1995" grpId="0"/>
      <p:bldP spid="1996" grpId="0"/>
      <p:bldP spid="1997" grpId="0"/>
      <p:bldP spid="1998" grpId="0"/>
      <p:bldP spid="199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56</Words>
  <Application>Microsoft Office PowerPoint</Application>
  <PresentationFormat>Widescreen</PresentationFormat>
  <Paragraphs>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Montserrat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Gajendrula Vasavi</dc:creator>
  <cp:lastModifiedBy>Gajendrula Vasavi</cp:lastModifiedBy>
  <cp:revision>1</cp:revision>
  <dcterms:created xsi:type="dcterms:W3CDTF">2026-06-22T07:19:32Z</dcterms:created>
  <dcterms:modified xsi:type="dcterms:W3CDTF">2026-06-22T09:42:27Z</dcterms:modified>
</cp:coreProperties>
</file>