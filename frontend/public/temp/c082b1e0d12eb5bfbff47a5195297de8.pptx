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44C490-A850-4A8E-AF73-A4C552A75F30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6D0057-DEAD-4DC9-AAAA-26834AB06F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859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866F13-62B0-0E40-8F71-1C192F656F6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14AFE9E-F23C-F14B-957F-BB9659128B2F}" type="slidenum">
              <a:rPr lang="en-US" altLang="ru-UA"/>
              <a:pPr/>
              <a:t>1</a:t>
            </a:fld>
            <a:endParaRPr lang="en-US" altLang="ru-UA"/>
          </a:p>
        </p:txBody>
      </p:sp>
      <p:sp>
        <p:nvSpPr>
          <p:cNvPr id="4097" name="Text Box 1">
            <a:extLst>
              <a:ext uri="{FF2B5EF4-FFF2-40B4-BE49-F238E27FC236}">
                <a16:creationId xmlns:a16="http://schemas.microsoft.com/office/drawing/2014/main" id="{5A87B2B8-0315-374D-B313-8E40C1E25C1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17488" y="812800"/>
            <a:ext cx="7123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Text Box 2">
            <a:extLst>
              <a:ext uri="{FF2B5EF4-FFF2-40B4-BE49-F238E27FC236}">
                <a16:creationId xmlns:a16="http://schemas.microsoft.com/office/drawing/2014/main" id="{9547B700-11DC-AB45-A6D7-6CD71D84D72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UA" altLang="ru-UA"/>
          </a:p>
        </p:txBody>
      </p:sp>
    </p:spTree>
    <p:extLst>
      <p:ext uri="{BB962C8B-B14F-4D97-AF65-F5344CB8AC3E}">
        <p14:creationId xmlns:p14="http://schemas.microsoft.com/office/powerpoint/2010/main" val="191970066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9A881-8230-F216-9259-F4F0676F80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F1F9DB-18CC-E029-295F-9FE378669F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EB0AD-A6A3-9BF8-294D-A96D7C030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E997E-4ECF-4763-0BBF-4DE7F498C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FBBFC-4B00-4008-1ECE-30262C1FF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525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E39E5-1B53-08C1-EDC7-4EF60A351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8C848-2D12-2FC0-E6D1-4BAADD903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5C683-C238-2D9E-BDBE-089CE3DE0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1C2CA-CD4B-CBE3-760F-39E9DAEE7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0FC3-0602-0E63-3403-C34A672C4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7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5D35B-16F4-FABE-B3BE-907DEAC9B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6CE24-2FD8-C21F-5DD6-296A92529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B82ED-5528-3FCA-C527-B71ED177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E4DE7-1FE8-ED2E-4D0D-EECA97D6E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3801E-C7F3-CF15-8853-8B7B0EC6C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238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7A28-7987-523D-1337-F8D96D8BD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3F27A-8C10-3DD5-2F8A-4C22417972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69236-86F3-78D6-413B-E1B913AE0B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ADEA3-CCAF-9FD8-1FC7-61AB5D26A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9AA58-5F23-49C6-768A-C6F239E3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22846C-44EB-C3E0-CBD0-EEF6F7AEA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572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F88D0-C62C-A3A9-49DD-442CF2BD0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6635C-BC26-3FC0-B53C-A792BEFD0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9F414-A008-5C7D-FE9D-5EFBCB346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120320-3495-4B8C-022F-9F723BB2BC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165FB9-494E-07D7-234F-EFE5083103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E24AAF-14BC-4810-A5DE-57A7F8FB1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3905AE-35E4-52CC-FB31-70A0FCA88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CF3193-C799-77AC-A39A-75770F4E2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000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CF72E-9638-A184-4F5C-9D9E418E1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03D49D-59F4-0BFD-10D6-FAC0A2D8E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28662-9DA7-2A9F-1658-F74917A8E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896855-3F42-6EA2-D046-1D2269744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360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1CC4DF-9400-09E4-84F6-A7C4768BD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585FDF-2FAB-4FB0-C492-A9D773696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70C73-47A5-EE70-690D-8A0E298B8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639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426D9-75D4-7FB6-AB83-591A0A051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DC73C-1239-3F9E-AB3F-08CCA2E07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1111E6-1632-17AB-A4C3-09D943AC2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A94D70-4D2E-BE3B-8C96-99803B12D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CEFE6-80BD-A3EE-2559-DFC46DC0B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E82AC-0042-ECB6-8F83-3FBCC7728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042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84269-6F0C-2F42-0004-2E5223A4D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E91DCE-E4A1-ADC8-F51B-99D25D4E29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4E61BA-A36F-4A76-1052-39EEBCEDD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F8FD7-F14E-5124-3BF0-A3CD1D1C1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8A03D-ECB4-63C4-F8DA-184B7F86F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31F1CA-8EAD-7A25-8023-D7788B674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14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5A028-7300-02D5-9D25-B8F2C8580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1F35EB-61CE-326D-D5BA-6A01B8194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F10F4-A6C2-E09E-800F-9836CA90C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72EAD-8120-C778-F368-FB2047D6A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67B1A-48EA-BC21-8ECD-EBFA5AF66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933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ECFF77-CADD-BF41-186F-B41C523046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F92D9-91EB-6FD8-E1EE-8F06A33F7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15B4F-1925-85E6-1BF8-3A43A429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01C0E-4A97-4A3D-ADF7-0CD26DA4273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72CF9-04C3-0004-6A44-CD2D13D3E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BEA45-CB55-0711-A500-784175FD4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225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0C0EA2-3DB5-0745-AB12-D62A6DA56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865" y="273844"/>
            <a:ext cx="10970948" cy="114432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847E7B0-1532-D440-B280-13E19FFFD34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09866" y="6248136"/>
            <a:ext cx="2838979" cy="470958"/>
          </a:xfrm>
        </p:spPr>
        <p:txBody>
          <a:bodyPr/>
          <a:lstStyle>
            <a:lvl1pPr>
              <a:defRPr/>
            </a:lvl1pPr>
          </a:lstStyle>
          <a:p>
            <a:endParaRPr lang="en-US" altLang="ru-UA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ABC7327-3421-2547-A016-FEC88D7653D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169833" y="6248136"/>
            <a:ext cx="3862917" cy="470958"/>
          </a:xfrm>
        </p:spPr>
        <p:txBody>
          <a:bodyPr/>
          <a:lstStyle>
            <a:lvl1pPr>
              <a:defRPr/>
            </a:lvl1pPr>
          </a:lstStyle>
          <a:p>
            <a:endParaRPr lang="en-US" altLang="ru-U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0E3B868-079C-5945-BCD6-42CBDF03A7C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41834" y="6248136"/>
            <a:ext cx="2838979" cy="470958"/>
          </a:xfrm>
        </p:spPr>
        <p:txBody>
          <a:bodyPr/>
          <a:lstStyle>
            <a:lvl1pPr>
              <a:defRPr/>
            </a:lvl1pPr>
          </a:lstStyle>
          <a:p>
            <a:fld id="{212868A6-F20F-0A47-8179-C6ED53E6FA32}" type="slidenum">
              <a:rPr lang="en-US" altLang="ru-UA"/>
              <a:pPr/>
              <a:t>‹#›</a:t>
            </a:fld>
            <a:endParaRPr lang="en-US" altLang="ru-UA"/>
          </a:p>
        </p:txBody>
      </p:sp>
    </p:spTree>
    <p:extLst>
      <p:ext uri="{BB962C8B-B14F-4D97-AF65-F5344CB8AC3E}">
        <p14:creationId xmlns:p14="http://schemas.microsoft.com/office/powerpoint/2010/main" val="39280671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ADFCE9-7866-7792-BE0E-5285A1BDD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BC9B1-F50C-BF9F-C1F5-AEB62B6F8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AA452-F87E-3678-8A5F-B9489C5B6F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01C0E-4A97-4A3D-ADF7-0CD26DA4273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0C324-47B0-0C93-564F-7BDBAB4CEF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EB8D0-592D-39E5-73DB-FF6765C5F6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136B5-15D6-419F-8562-376F09E2D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800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reeform 2">
            <a:extLst>
              <a:ext uri="{FF2B5EF4-FFF2-40B4-BE49-F238E27FC236}">
                <a16:creationId xmlns:a16="http://schemas.microsoft.com/office/drawing/2014/main" id="{1D5A4CCA-A355-1F4C-AFE7-EEC757DBA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990" y="3431646"/>
            <a:ext cx="2241021" cy="1332178"/>
          </a:xfrm>
          <a:custGeom>
            <a:avLst/>
            <a:gdLst>
              <a:gd name="T0" fmla="*/ 6011 w 7472"/>
              <a:gd name="T1" fmla="*/ 4439 h 4440"/>
              <a:gd name="T2" fmla="*/ 0 w 7472"/>
              <a:gd name="T3" fmla="*/ 4439 h 4440"/>
              <a:gd name="T4" fmla="*/ 1460 w 7472"/>
              <a:gd name="T5" fmla="*/ 2219 h 4440"/>
              <a:gd name="T6" fmla="*/ 0 w 7472"/>
              <a:gd name="T7" fmla="*/ 0 h 4440"/>
              <a:gd name="T8" fmla="*/ 6011 w 7472"/>
              <a:gd name="T9" fmla="*/ 0 h 4440"/>
              <a:gd name="T10" fmla="*/ 7471 w 7472"/>
              <a:gd name="T11" fmla="*/ 2219 h 4440"/>
              <a:gd name="T12" fmla="*/ 6011 w 7472"/>
              <a:gd name="T13" fmla="*/ 4439 h 4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472" h="4440">
                <a:moveTo>
                  <a:pt x="6011" y="4439"/>
                </a:moveTo>
                <a:lnTo>
                  <a:pt x="0" y="4439"/>
                </a:lnTo>
                <a:lnTo>
                  <a:pt x="1460" y="2219"/>
                </a:lnTo>
                <a:lnTo>
                  <a:pt x="0" y="0"/>
                </a:lnTo>
                <a:lnTo>
                  <a:pt x="6011" y="0"/>
                </a:lnTo>
                <a:lnTo>
                  <a:pt x="7471" y="2219"/>
                </a:lnTo>
                <a:lnTo>
                  <a:pt x="6011" y="4439"/>
                </a:lnTo>
              </a:path>
            </a:pathLst>
          </a:custGeom>
          <a:solidFill>
            <a:srgbClr val="105A8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UA" sz="1500"/>
          </a:p>
        </p:txBody>
      </p:sp>
      <p:sp>
        <p:nvSpPr>
          <p:cNvPr id="3167" name="Freeform 95">
            <a:extLst>
              <a:ext uri="{FF2B5EF4-FFF2-40B4-BE49-F238E27FC236}">
                <a16:creationId xmlns:a16="http://schemas.microsoft.com/office/drawing/2014/main" id="{8E042A10-F562-0A49-8B07-5E3194334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5469" y="3718719"/>
            <a:ext cx="633677" cy="756708"/>
          </a:xfrm>
          <a:custGeom>
            <a:avLst/>
            <a:gdLst>
              <a:gd name="T0" fmla="*/ 212 w 2113"/>
              <a:gd name="T1" fmla="*/ 1059 h 2522"/>
              <a:gd name="T2" fmla="*/ 104 w 2113"/>
              <a:gd name="T3" fmla="*/ 1237 h 2522"/>
              <a:gd name="T4" fmla="*/ 298 w 2113"/>
              <a:gd name="T5" fmla="*/ 790 h 2522"/>
              <a:gd name="T6" fmla="*/ 8 w 2113"/>
              <a:gd name="T7" fmla="*/ 738 h 2522"/>
              <a:gd name="T8" fmla="*/ 341 w 2113"/>
              <a:gd name="T9" fmla="*/ 544 h 2522"/>
              <a:gd name="T10" fmla="*/ 337 w 2113"/>
              <a:gd name="T11" fmla="*/ 336 h 2522"/>
              <a:gd name="T12" fmla="*/ 341 w 2113"/>
              <a:gd name="T13" fmla="*/ 544 h 2522"/>
              <a:gd name="T14" fmla="*/ 751 w 2113"/>
              <a:gd name="T15" fmla="*/ 254 h 2522"/>
              <a:gd name="T16" fmla="*/ 549 w 2113"/>
              <a:gd name="T17" fmla="*/ 202 h 2522"/>
              <a:gd name="T18" fmla="*/ 2099 w 2113"/>
              <a:gd name="T19" fmla="*/ 1178 h 2522"/>
              <a:gd name="T20" fmla="*/ 1810 w 2113"/>
              <a:gd name="T21" fmla="*/ 1119 h 2522"/>
              <a:gd name="T22" fmla="*/ 2042 w 2113"/>
              <a:gd name="T23" fmla="*/ 827 h 2522"/>
              <a:gd name="T24" fmla="*/ 1876 w 2113"/>
              <a:gd name="T25" fmla="*/ 701 h 2522"/>
              <a:gd name="T26" fmla="*/ 2042 w 2113"/>
              <a:gd name="T27" fmla="*/ 827 h 2522"/>
              <a:gd name="T28" fmla="*/ 1775 w 2113"/>
              <a:gd name="T29" fmla="*/ 336 h 2522"/>
              <a:gd name="T30" fmla="*/ 1771 w 2113"/>
              <a:gd name="T31" fmla="*/ 544 h 2522"/>
              <a:gd name="T32" fmla="*/ 1532 w 2113"/>
              <a:gd name="T33" fmla="*/ 99 h 2522"/>
              <a:gd name="T34" fmla="*/ 1392 w 2113"/>
              <a:gd name="T35" fmla="*/ 358 h 2522"/>
              <a:gd name="T36" fmla="*/ 1138 w 2113"/>
              <a:gd name="T37" fmla="*/ 77 h 2522"/>
              <a:gd name="T38" fmla="*/ 984 w 2113"/>
              <a:gd name="T39" fmla="*/ 219 h 2522"/>
              <a:gd name="T40" fmla="*/ 1138 w 2113"/>
              <a:gd name="T41" fmla="*/ 77 h 2522"/>
              <a:gd name="T42" fmla="*/ 441 w 2113"/>
              <a:gd name="T43" fmla="*/ 1294 h 2522"/>
              <a:gd name="T44" fmla="*/ 844 w 2113"/>
              <a:gd name="T45" fmla="*/ 2064 h 2522"/>
              <a:gd name="T46" fmla="*/ 768 w 2113"/>
              <a:gd name="T47" fmla="*/ 1242 h 2522"/>
              <a:gd name="T48" fmla="*/ 621 w 2113"/>
              <a:gd name="T49" fmla="*/ 886 h 2522"/>
              <a:gd name="T50" fmla="*/ 977 w 2113"/>
              <a:gd name="T51" fmla="*/ 1160 h 2522"/>
              <a:gd name="T52" fmla="*/ 1145 w 2113"/>
              <a:gd name="T53" fmla="*/ 1031 h 2522"/>
              <a:gd name="T54" fmla="*/ 1501 w 2113"/>
              <a:gd name="T55" fmla="*/ 886 h 2522"/>
              <a:gd name="T56" fmla="*/ 1354 w 2113"/>
              <a:gd name="T57" fmla="*/ 1242 h 2522"/>
              <a:gd name="T58" fmla="*/ 1278 w 2113"/>
              <a:gd name="T59" fmla="*/ 2064 h 2522"/>
              <a:gd name="T60" fmla="*/ 1681 w 2113"/>
              <a:gd name="T61" fmla="*/ 1294 h 2522"/>
              <a:gd name="T62" fmla="*/ 1354 w 2113"/>
              <a:gd name="T63" fmla="*/ 907 h 2522"/>
              <a:gd name="T64" fmla="*/ 1354 w 2113"/>
              <a:gd name="T65" fmla="*/ 1160 h 2522"/>
              <a:gd name="T66" fmla="*/ 642 w 2113"/>
              <a:gd name="T67" fmla="*/ 1033 h 2522"/>
              <a:gd name="T68" fmla="*/ 895 w 2113"/>
              <a:gd name="T69" fmla="*/ 1033 h 2522"/>
              <a:gd name="T70" fmla="*/ 1145 w 2113"/>
              <a:gd name="T71" fmla="*/ 1242 h 2522"/>
              <a:gd name="T72" fmla="*/ 1057 w 2113"/>
              <a:gd name="T73" fmla="*/ 2064 h 2522"/>
              <a:gd name="T74" fmla="*/ 1145 w 2113"/>
              <a:gd name="T75" fmla="*/ 2064 h 2522"/>
              <a:gd name="T76" fmla="*/ 795 w 2113"/>
              <a:gd name="T77" fmla="*/ 2116 h 2522"/>
              <a:gd name="T78" fmla="*/ 1327 w 2113"/>
              <a:gd name="T79" fmla="*/ 2292 h 2522"/>
              <a:gd name="T80" fmla="*/ 1327 w 2113"/>
              <a:gd name="T81" fmla="*/ 2521 h 2522"/>
              <a:gd name="T82" fmla="*/ 795 w 2113"/>
              <a:gd name="T83" fmla="*/ 2346 h 2522"/>
              <a:gd name="T84" fmla="*/ 1327 w 2113"/>
              <a:gd name="T85" fmla="*/ 2521 h 2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113" h="2522">
                <a:moveTo>
                  <a:pt x="243" y="1209"/>
                </a:moveTo>
                <a:cubicBezTo>
                  <a:pt x="284" y="1201"/>
                  <a:pt x="311" y="1160"/>
                  <a:pt x="302" y="1119"/>
                </a:cubicBezTo>
                <a:cubicBezTo>
                  <a:pt x="294" y="1077"/>
                  <a:pt x="253" y="1050"/>
                  <a:pt x="212" y="1059"/>
                </a:cubicBezTo>
                <a:lnTo>
                  <a:pt x="73" y="1087"/>
                </a:lnTo>
                <a:cubicBezTo>
                  <a:pt x="32" y="1096"/>
                  <a:pt x="5" y="1136"/>
                  <a:pt x="13" y="1178"/>
                </a:cubicBezTo>
                <a:cubicBezTo>
                  <a:pt x="22" y="1219"/>
                  <a:pt x="62" y="1246"/>
                  <a:pt x="104" y="1237"/>
                </a:cubicBezTo>
                <a:lnTo>
                  <a:pt x="243" y="1209"/>
                </a:lnTo>
                <a:close/>
                <a:moveTo>
                  <a:pt x="209" y="852"/>
                </a:moveTo>
                <a:cubicBezTo>
                  <a:pt x="251" y="859"/>
                  <a:pt x="290" y="832"/>
                  <a:pt x="298" y="790"/>
                </a:cubicBezTo>
                <a:cubicBezTo>
                  <a:pt x="306" y="748"/>
                  <a:pt x="278" y="709"/>
                  <a:pt x="236" y="701"/>
                </a:cubicBezTo>
                <a:lnTo>
                  <a:pt x="97" y="676"/>
                </a:lnTo>
                <a:cubicBezTo>
                  <a:pt x="55" y="668"/>
                  <a:pt x="15" y="696"/>
                  <a:pt x="8" y="738"/>
                </a:cubicBezTo>
                <a:cubicBezTo>
                  <a:pt x="0" y="779"/>
                  <a:pt x="28" y="819"/>
                  <a:pt x="70" y="827"/>
                </a:cubicBezTo>
                <a:lnTo>
                  <a:pt x="209" y="852"/>
                </a:lnTo>
                <a:close/>
                <a:moveTo>
                  <a:pt x="341" y="544"/>
                </a:moveTo>
                <a:cubicBezTo>
                  <a:pt x="373" y="572"/>
                  <a:pt x="421" y="569"/>
                  <a:pt x="449" y="538"/>
                </a:cubicBezTo>
                <a:cubicBezTo>
                  <a:pt x="477" y="506"/>
                  <a:pt x="474" y="458"/>
                  <a:pt x="443" y="430"/>
                </a:cubicBezTo>
                <a:lnTo>
                  <a:pt x="337" y="336"/>
                </a:lnTo>
                <a:cubicBezTo>
                  <a:pt x="305" y="307"/>
                  <a:pt x="257" y="310"/>
                  <a:pt x="228" y="342"/>
                </a:cubicBezTo>
                <a:cubicBezTo>
                  <a:pt x="200" y="374"/>
                  <a:pt x="203" y="422"/>
                  <a:pt x="235" y="450"/>
                </a:cubicBezTo>
                <a:lnTo>
                  <a:pt x="341" y="544"/>
                </a:lnTo>
                <a:close/>
                <a:moveTo>
                  <a:pt x="616" y="327"/>
                </a:moveTo>
                <a:cubicBezTo>
                  <a:pt x="636" y="364"/>
                  <a:pt x="683" y="378"/>
                  <a:pt x="720" y="358"/>
                </a:cubicBezTo>
                <a:cubicBezTo>
                  <a:pt x="757" y="338"/>
                  <a:pt x="771" y="291"/>
                  <a:pt x="751" y="254"/>
                </a:cubicBezTo>
                <a:lnTo>
                  <a:pt x="683" y="129"/>
                </a:lnTo>
                <a:cubicBezTo>
                  <a:pt x="663" y="92"/>
                  <a:pt x="617" y="78"/>
                  <a:pt x="580" y="99"/>
                </a:cubicBezTo>
                <a:cubicBezTo>
                  <a:pt x="542" y="119"/>
                  <a:pt x="529" y="165"/>
                  <a:pt x="549" y="202"/>
                </a:cubicBezTo>
                <a:lnTo>
                  <a:pt x="616" y="327"/>
                </a:lnTo>
                <a:close/>
                <a:moveTo>
                  <a:pt x="2008" y="1237"/>
                </a:moveTo>
                <a:cubicBezTo>
                  <a:pt x="2050" y="1246"/>
                  <a:pt x="2090" y="1219"/>
                  <a:pt x="2099" y="1178"/>
                </a:cubicBezTo>
                <a:cubicBezTo>
                  <a:pt x="2107" y="1136"/>
                  <a:pt x="2080" y="1096"/>
                  <a:pt x="2039" y="1087"/>
                </a:cubicBezTo>
                <a:lnTo>
                  <a:pt x="1900" y="1059"/>
                </a:lnTo>
                <a:cubicBezTo>
                  <a:pt x="1859" y="1050"/>
                  <a:pt x="1818" y="1077"/>
                  <a:pt x="1810" y="1119"/>
                </a:cubicBezTo>
                <a:cubicBezTo>
                  <a:pt x="1801" y="1160"/>
                  <a:pt x="1828" y="1201"/>
                  <a:pt x="1869" y="1209"/>
                </a:cubicBezTo>
                <a:lnTo>
                  <a:pt x="2008" y="1237"/>
                </a:lnTo>
                <a:close/>
                <a:moveTo>
                  <a:pt x="2042" y="827"/>
                </a:moveTo>
                <a:cubicBezTo>
                  <a:pt x="2084" y="819"/>
                  <a:pt x="2112" y="779"/>
                  <a:pt x="2104" y="738"/>
                </a:cubicBezTo>
                <a:cubicBezTo>
                  <a:pt x="2097" y="696"/>
                  <a:pt x="2057" y="668"/>
                  <a:pt x="2015" y="676"/>
                </a:cubicBezTo>
                <a:lnTo>
                  <a:pt x="1876" y="701"/>
                </a:lnTo>
                <a:cubicBezTo>
                  <a:pt x="1834" y="709"/>
                  <a:pt x="1806" y="748"/>
                  <a:pt x="1814" y="790"/>
                </a:cubicBezTo>
                <a:cubicBezTo>
                  <a:pt x="1821" y="832"/>
                  <a:pt x="1861" y="859"/>
                  <a:pt x="1903" y="852"/>
                </a:cubicBezTo>
                <a:lnTo>
                  <a:pt x="2042" y="827"/>
                </a:lnTo>
                <a:close/>
                <a:moveTo>
                  <a:pt x="1877" y="450"/>
                </a:moveTo>
                <a:cubicBezTo>
                  <a:pt x="1909" y="422"/>
                  <a:pt x="1912" y="374"/>
                  <a:pt x="1884" y="342"/>
                </a:cubicBezTo>
                <a:cubicBezTo>
                  <a:pt x="1855" y="310"/>
                  <a:pt x="1807" y="307"/>
                  <a:pt x="1775" y="336"/>
                </a:cubicBezTo>
                <a:lnTo>
                  <a:pt x="1669" y="430"/>
                </a:lnTo>
                <a:cubicBezTo>
                  <a:pt x="1638" y="458"/>
                  <a:pt x="1635" y="506"/>
                  <a:pt x="1663" y="538"/>
                </a:cubicBezTo>
                <a:cubicBezTo>
                  <a:pt x="1691" y="569"/>
                  <a:pt x="1739" y="572"/>
                  <a:pt x="1771" y="544"/>
                </a:cubicBezTo>
                <a:lnTo>
                  <a:pt x="1877" y="450"/>
                </a:lnTo>
                <a:close/>
                <a:moveTo>
                  <a:pt x="1563" y="202"/>
                </a:moveTo>
                <a:cubicBezTo>
                  <a:pt x="1583" y="165"/>
                  <a:pt x="1570" y="119"/>
                  <a:pt x="1532" y="99"/>
                </a:cubicBezTo>
                <a:cubicBezTo>
                  <a:pt x="1495" y="78"/>
                  <a:pt x="1449" y="92"/>
                  <a:pt x="1429" y="129"/>
                </a:cubicBezTo>
                <a:lnTo>
                  <a:pt x="1361" y="254"/>
                </a:lnTo>
                <a:cubicBezTo>
                  <a:pt x="1341" y="291"/>
                  <a:pt x="1355" y="338"/>
                  <a:pt x="1392" y="358"/>
                </a:cubicBezTo>
                <a:cubicBezTo>
                  <a:pt x="1429" y="378"/>
                  <a:pt x="1476" y="364"/>
                  <a:pt x="1496" y="327"/>
                </a:cubicBezTo>
                <a:lnTo>
                  <a:pt x="1563" y="202"/>
                </a:lnTo>
                <a:close/>
                <a:moveTo>
                  <a:pt x="1138" y="77"/>
                </a:moveTo>
                <a:cubicBezTo>
                  <a:pt x="1138" y="35"/>
                  <a:pt x="1103" y="0"/>
                  <a:pt x="1061" y="0"/>
                </a:cubicBezTo>
                <a:cubicBezTo>
                  <a:pt x="1019" y="0"/>
                  <a:pt x="984" y="35"/>
                  <a:pt x="984" y="77"/>
                </a:cubicBezTo>
                <a:lnTo>
                  <a:pt x="984" y="219"/>
                </a:lnTo>
                <a:cubicBezTo>
                  <a:pt x="984" y="261"/>
                  <a:pt x="1019" y="295"/>
                  <a:pt x="1061" y="295"/>
                </a:cubicBezTo>
                <a:cubicBezTo>
                  <a:pt x="1103" y="295"/>
                  <a:pt x="1138" y="261"/>
                  <a:pt x="1138" y="219"/>
                </a:cubicBezTo>
                <a:lnTo>
                  <a:pt x="1138" y="77"/>
                </a:lnTo>
                <a:close/>
                <a:moveTo>
                  <a:pt x="1061" y="338"/>
                </a:moveTo>
                <a:cubicBezTo>
                  <a:pt x="688" y="338"/>
                  <a:pt x="420" y="581"/>
                  <a:pt x="363" y="805"/>
                </a:cubicBezTo>
                <a:cubicBezTo>
                  <a:pt x="320" y="975"/>
                  <a:pt x="360" y="1137"/>
                  <a:pt x="441" y="1294"/>
                </a:cubicBezTo>
                <a:cubicBezTo>
                  <a:pt x="515" y="1437"/>
                  <a:pt x="592" y="1554"/>
                  <a:pt x="656" y="1700"/>
                </a:cubicBezTo>
                <a:cubicBezTo>
                  <a:pt x="690" y="1779"/>
                  <a:pt x="704" y="1890"/>
                  <a:pt x="723" y="1974"/>
                </a:cubicBezTo>
                <a:cubicBezTo>
                  <a:pt x="737" y="2041"/>
                  <a:pt x="763" y="2064"/>
                  <a:pt x="844" y="2064"/>
                </a:cubicBezTo>
                <a:cubicBezTo>
                  <a:pt x="861" y="2064"/>
                  <a:pt x="878" y="2064"/>
                  <a:pt x="895" y="2064"/>
                </a:cubicBezTo>
                <a:lnTo>
                  <a:pt x="895" y="1242"/>
                </a:lnTo>
                <a:lnTo>
                  <a:pt x="768" y="1242"/>
                </a:lnTo>
                <a:cubicBezTo>
                  <a:pt x="713" y="1242"/>
                  <a:pt x="660" y="1221"/>
                  <a:pt x="621" y="1181"/>
                </a:cubicBezTo>
                <a:cubicBezTo>
                  <a:pt x="581" y="1142"/>
                  <a:pt x="560" y="1089"/>
                  <a:pt x="560" y="1033"/>
                </a:cubicBezTo>
                <a:cubicBezTo>
                  <a:pt x="560" y="978"/>
                  <a:pt x="581" y="925"/>
                  <a:pt x="621" y="886"/>
                </a:cubicBezTo>
                <a:cubicBezTo>
                  <a:pt x="660" y="846"/>
                  <a:pt x="713" y="825"/>
                  <a:pt x="768" y="825"/>
                </a:cubicBezTo>
                <a:cubicBezTo>
                  <a:pt x="883" y="825"/>
                  <a:pt x="976" y="917"/>
                  <a:pt x="977" y="1031"/>
                </a:cubicBezTo>
                <a:lnTo>
                  <a:pt x="977" y="1160"/>
                </a:lnTo>
                <a:lnTo>
                  <a:pt x="1145" y="1160"/>
                </a:lnTo>
                <a:lnTo>
                  <a:pt x="1145" y="1031"/>
                </a:lnTo>
                <a:lnTo>
                  <a:pt x="1145" y="1031"/>
                </a:lnTo>
                <a:cubicBezTo>
                  <a:pt x="1146" y="976"/>
                  <a:pt x="1167" y="925"/>
                  <a:pt x="1206" y="886"/>
                </a:cubicBezTo>
                <a:cubicBezTo>
                  <a:pt x="1245" y="846"/>
                  <a:pt x="1298" y="825"/>
                  <a:pt x="1354" y="825"/>
                </a:cubicBezTo>
                <a:cubicBezTo>
                  <a:pt x="1409" y="825"/>
                  <a:pt x="1462" y="846"/>
                  <a:pt x="1501" y="886"/>
                </a:cubicBezTo>
                <a:cubicBezTo>
                  <a:pt x="1541" y="925"/>
                  <a:pt x="1562" y="978"/>
                  <a:pt x="1562" y="1033"/>
                </a:cubicBezTo>
                <a:cubicBezTo>
                  <a:pt x="1562" y="1089"/>
                  <a:pt x="1541" y="1142"/>
                  <a:pt x="1501" y="1181"/>
                </a:cubicBezTo>
                <a:cubicBezTo>
                  <a:pt x="1462" y="1221"/>
                  <a:pt x="1409" y="1242"/>
                  <a:pt x="1354" y="1242"/>
                </a:cubicBezTo>
                <a:lnTo>
                  <a:pt x="1227" y="1242"/>
                </a:lnTo>
                <a:lnTo>
                  <a:pt x="1227" y="2064"/>
                </a:lnTo>
                <a:cubicBezTo>
                  <a:pt x="1244" y="2064"/>
                  <a:pt x="1261" y="2064"/>
                  <a:pt x="1278" y="2064"/>
                </a:cubicBezTo>
                <a:cubicBezTo>
                  <a:pt x="1359" y="2064"/>
                  <a:pt x="1385" y="2041"/>
                  <a:pt x="1400" y="1974"/>
                </a:cubicBezTo>
                <a:cubicBezTo>
                  <a:pt x="1418" y="1890"/>
                  <a:pt x="1432" y="1779"/>
                  <a:pt x="1466" y="1700"/>
                </a:cubicBezTo>
                <a:cubicBezTo>
                  <a:pt x="1530" y="1554"/>
                  <a:pt x="1607" y="1437"/>
                  <a:pt x="1681" y="1294"/>
                </a:cubicBezTo>
                <a:cubicBezTo>
                  <a:pt x="1762" y="1137"/>
                  <a:pt x="1802" y="975"/>
                  <a:pt x="1759" y="805"/>
                </a:cubicBezTo>
                <a:cubicBezTo>
                  <a:pt x="1702" y="581"/>
                  <a:pt x="1434" y="338"/>
                  <a:pt x="1061" y="338"/>
                </a:cubicBezTo>
                <a:close/>
                <a:moveTo>
                  <a:pt x="1354" y="907"/>
                </a:moveTo>
                <a:cubicBezTo>
                  <a:pt x="1284" y="907"/>
                  <a:pt x="1227" y="964"/>
                  <a:pt x="1227" y="1033"/>
                </a:cubicBezTo>
                <a:lnTo>
                  <a:pt x="1227" y="1160"/>
                </a:lnTo>
                <a:lnTo>
                  <a:pt x="1354" y="1160"/>
                </a:lnTo>
                <a:cubicBezTo>
                  <a:pt x="1423" y="1160"/>
                  <a:pt x="1480" y="1103"/>
                  <a:pt x="1480" y="1033"/>
                </a:cubicBezTo>
                <a:cubicBezTo>
                  <a:pt x="1480" y="964"/>
                  <a:pt x="1423" y="907"/>
                  <a:pt x="1354" y="907"/>
                </a:cubicBezTo>
                <a:close/>
                <a:moveTo>
                  <a:pt x="642" y="1033"/>
                </a:moveTo>
                <a:cubicBezTo>
                  <a:pt x="642" y="1103"/>
                  <a:pt x="699" y="1160"/>
                  <a:pt x="768" y="1160"/>
                </a:cubicBezTo>
                <a:lnTo>
                  <a:pt x="895" y="1160"/>
                </a:lnTo>
                <a:lnTo>
                  <a:pt x="895" y="1033"/>
                </a:lnTo>
                <a:cubicBezTo>
                  <a:pt x="895" y="964"/>
                  <a:pt x="838" y="907"/>
                  <a:pt x="768" y="907"/>
                </a:cubicBezTo>
                <a:cubicBezTo>
                  <a:pt x="699" y="907"/>
                  <a:pt x="642" y="964"/>
                  <a:pt x="642" y="1033"/>
                </a:cubicBezTo>
                <a:close/>
                <a:moveTo>
                  <a:pt x="1145" y="1242"/>
                </a:moveTo>
                <a:lnTo>
                  <a:pt x="977" y="1242"/>
                </a:lnTo>
                <a:lnTo>
                  <a:pt x="977" y="2064"/>
                </a:lnTo>
                <a:cubicBezTo>
                  <a:pt x="1004" y="2064"/>
                  <a:pt x="1030" y="2064"/>
                  <a:pt x="1057" y="2064"/>
                </a:cubicBezTo>
                <a:lnTo>
                  <a:pt x="1065" y="2064"/>
                </a:lnTo>
                <a:cubicBezTo>
                  <a:pt x="1065" y="2065"/>
                  <a:pt x="1065" y="2064"/>
                  <a:pt x="1065" y="2064"/>
                </a:cubicBezTo>
                <a:cubicBezTo>
                  <a:pt x="1092" y="2064"/>
                  <a:pt x="1118" y="2064"/>
                  <a:pt x="1145" y="2064"/>
                </a:cubicBezTo>
                <a:lnTo>
                  <a:pt x="1145" y="1242"/>
                </a:lnTo>
                <a:close/>
                <a:moveTo>
                  <a:pt x="1327" y="2116"/>
                </a:moveTo>
                <a:lnTo>
                  <a:pt x="795" y="2116"/>
                </a:lnTo>
                <a:cubicBezTo>
                  <a:pt x="747" y="2116"/>
                  <a:pt x="708" y="2156"/>
                  <a:pt x="708" y="2204"/>
                </a:cubicBezTo>
                <a:cubicBezTo>
                  <a:pt x="708" y="2253"/>
                  <a:pt x="747" y="2292"/>
                  <a:pt x="795" y="2292"/>
                </a:cubicBezTo>
                <a:lnTo>
                  <a:pt x="1327" y="2292"/>
                </a:lnTo>
                <a:cubicBezTo>
                  <a:pt x="1375" y="2292"/>
                  <a:pt x="1414" y="2253"/>
                  <a:pt x="1414" y="2204"/>
                </a:cubicBezTo>
                <a:cubicBezTo>
                  <a:pt x="1414" y="2156"/>
                  <a:pt x="1375" y="2116"/>
                  <a:pt x="1327" y="2116"/>
                </a:cubicBezTo>
                <a:close/>
                <a:moveTo>
                  <a:pt x="1327" y="2521"/>
                </a:moveTo>
                <a:lnTo>
                  <a:pt x="795" y="2521"/>
                </a:lnTo>
                <a:cubicBezTo>
                  <a:pt x="747" y="2521"/>
                  <a:pt x="708" y="2482"/>
                  <a:pt x="708" y="2433"/>
                </a:cubicBezTo>
                <a:cubicBezTo>
                  <a:pt x="708" y="2385"/>
                  <a:pt x="747" y="2346"/>
                  <a:pt x="795" y="2346"/>
                </a:cubicBezTo>
                <a:lnTo>
                  <a:pt x="1327" y="2346"/>
                </a:lnTo>
                <a:cubicBezTo>
                  <a:pt x="1375" y="2346"/>
                  <a:pt x="1414" y="2385"/>
                  <a:pt x="1414" y="2433"/>
                </a:cubicBezTo>
                <a:cubicBezTo>
                  <a:pt x="1414" y="2482"/>
                  <a:pt x="1375" y="2521"/>
                  <a:pt x="1327" y="252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UA" sz="1500"/>
          </a:p>
        </p:txBody>
      </p:sp>
      <p:sp>
        <p:nvSpPr>
          <p:cNvPr id="3075" name="Freeform 3">
            <a:extLst>
              <a:ext uri="{FF2B5EF4-FFF2-40B4-BE49-F238E27FC236}">
                <a16:creationId xmlns:a16="http://schemas.microsoft.com/office/drawing/2014/main" id="{CF7B1ADB-5AF3-CF40-B7F8-A8EEBF431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5240" y="3431646"/>
            <a:ext cx="2241021" cy="1332178"/>
          </a:xfrm>
          <a:custGeom>
            <a:avLst/>
            <a:gdLst>
              <a:gd name="T0" fmla="*/ 6010 w 7472"/>
              <a:gd name="T1" fmla="*/ 4439 h 4440"/>
              <a:gd name="T2" fmla="*/ 0 w 7472"/>
              <a:gd name="T3" fmla="*/ 4439 h 4440"/>
              <a:gd name="T4" fmla="*/ 1460 w 7472"/>
              <a:gd name="T5" fmla="*/ 2219 h 4440"/>
              <a:gd name="T6" fmla="*/ 0 w 7472"/>
              <a:gd name="T7" fmla="*/ 0 h 4440"/>
              <a:gd name="T8" fmla="*/ 6010 w 7472"/>
              <a:gd name="T9" fmla="*/ 0 h 4440"/>
              <a:gd name="T10" fmla="*/ 7471 w 7472"/>
              <a:gd name="T11" fmla="*/ 2219 h 4440"/>
              <a:gd name="T12" fmla="*/ 6010 w 7472"/>
              <a:gd name="T13" fmla="*/ 4439 h 4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472" h="4440">
                <a:moveTo>
                  <a:pt x="6010" y="4439"/>
                </a:moveTo>
                <a:lnTo>
                  <a:pt x="0" y="4439"/>
                </a:lnTo>
                <a:lnTo>
                  <a:pt x="1460" y="2219"/>
                </a:lnTo>
                <a:lnTo>
                  <a:pt x="0" y="0"/>
                </a:lnTo>
                <a:lnTo>
                  <a:pt x="6010" y="0"/>
                </a:lnTo>
                <a:lnTo>
                  <a:pt x="7471" y="2219"/>
                </a:lnTo>
                <a:lnTo>
                  <a:pt x="6010" y="4439"/>
                </a:lnTo>
              </a:path>
            </a:pathLst>
          </a:custGeom>
          <a:solidFill>
            <a:srgbClr val="04C9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UA" sz="1500"/>
          </a:p>
        </p:txBody>
      </p:sp>
      <p:sp>
        <p:nvSpPr>
          <p:cNvPr id="3168" name="Freeform 96">
            <a:extLst>
              <a:ext uri="{FF2B5EF4-FFF2-40B4-BE49-F238E27FC236}">
                <a16:creationId xmlns:a16="http://schemas.microsoft.com/office/drawing/2014/main" id="{B2579EED-5BCC-4D4D-B9D2-6699B7715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7511" y="3832490"/>
            <a:ext cx="935302" cy="624417"/>
          </a:xfrm>
          <a:custGeom>
            <a:avLst/>
            <a:gdLst>
              <a:gd name="T0" fmla="*/ 1573 w 3119"/>
              <a:gd name="T1" fmla="*/ 483 h 2082"/>
              <a:gd name="T2" fmla="*/ 1132 w 3119"/>
              <a:gd name="T3" fmla="*/ 584 h 2082"/>
              <a:gd name="T4" fmla="*/ 1019 w 3119"/>
              <a:gd name="T5" fmla="*/ 285 h 2082"/>
              <a:gd name="T6" fmla="*/ 497 w 3119"/>
              <a:gd name="T7" fmla="*/ 1003 h 2082"/>
              <a:gd name="T8" fmla="*/ 828 w 3119"/>
              <a:gd name="T9" fmla="*/ 1263 h 2082"/>
              <a:gd name="T10" fmla="*/ 1119 w 3119"/>
              <a:gd name="T11" fmla="*/ 1627 h 2082"/>
              <a:gd name="T12" fmla="*/ 1396 w 3119"/>
              <a:gd name="T13" fmla="*/ 1915 h 2082"/>
              <a:gd name="T14" fmla="*/ 1472 w 3119"/>
              <a:gd name="T15" fmla="*/ 1946 h 2082"/>
              <a:gd name="T16" fmla="*/ 1561 w 3119"/>
              <a:gd name="T17" fmla="*/ 1774 h 2082"/>
              <a:gd name="T18" fmla="*/ 1293 w 3119"/>
              <a:gd name="T19" fmla="*/ 1491 h 2082"/>
              <a:gd name="T20" fmla="*/ 1755 w 3119"/>
              <a:gd name="T21" fmla="*/ 1795 h 2082"/>
              <a:gd name="T22" fmla="*/ 1827 w 3119"/>
              <a:gd name="T23" fmla="*/ 1578 h 2082"/>
              <a:gd name="T24" fmla="*/ 1595 w 3119"/>
              <a:gd name="T25" fmla="*/ 1389 h 2082"/>
              <a:gd name="T26" fmla="*/ 1648 w 3119"/>
              <a:gd name="T27" fmla="*/ 1323 h 2082"/>
              <a:gd name="T28" fmla="*/ 2142 w 3119"/>
              <a:gd name="T29" fmla="*/ 1550 h 2082"/>
              <a:gd name="T30" fmla="*/ 2030 w 3119"/>
              <a:gd name="T31" fmla="*/ 1309 h 2082"/>
              <a:gd name="T32" fmla="*/ 1860 w 3119"/>
              <a:gd name="T33" fmla="*/ 1115 h 2082"/>
              <a:gd name="T34" fmla="*/ 2362 w 3119"/>
              <a:gd name="T35" fmla="*/ 1297 h 2082"/>
              <a:gd name="T36" fmla="*/ 567 w 3119"/>
              <a:gd name="T37" fmla="*/ 1105 h 2082"/>
              <a:gd name="T38" fmla="*/ 357 w 3119"/>
              <a:gd name="T39" fmla="*/ 1195 h 2082"/>
              <a:gd name="T40" fmla="*/ 237 w 3119"/>
              <a:gd name="T41" fmla="*/ 1382 h 2082"/>
              <a:gd name="T42" fmla="*/ 425 w 3119"/>
              <a:gd name="T43" fmla="*/ 1463 h 2082"/>
              <a:gd name="T44" fmla="*/ 432 w 3119"/>
              <a:gd name="T45" fmla="*/ 1626 h 2082"/>
              <a:gd name="T46" fmla="*/ 802 w 3119"/>
              <a:gd name="T47" fmla="*/ 1487 h 2082"/>
              <a:gd name="T48" fmla="*/ 624 w 3119"/>
              <a:gd name="T49" fmla="*/ 1342 h 2082"/>
              <a:gd name="T50" fmla="*/ 534 w 3119"/>
              <a:gd name="T51" fmla="*/ 1449 h 2082"/>
              <a:gd name="T52" fmla="*/ 710 w 3119"/>
              <a:gd name="T53" fmla="*/ 1900 h 2082"/>
              <a:gd name="T54" fmla="*/ 996 w 3119"/>
              <a:gd name="T55" fmla="*/ 1534 h 2082"/>
              <a:gd name="T56" fmla="*/ 757 w 3119"/>
              <a:gd name="T57" fmla="*/ 1653 h 2082"/>
              <a:gd name="T58" fmla="*/ 1233 w 3119"/>
              <a:gd name="T59" fmla="*/ 1722 h 2082"/>
              <a:gd name="T60" fmla="*/ 1009 w 3119"/>
              <a:gd name="T61" fmla="*/ 1824 h 2082"/>
              <a:gd name="T62" fmla="*/ 1049 w 3119"/>
              <a:gd name="T63" fmla="*/ 2081 h 2082"/>
              <a:gd name="T64" fmla="*/ 1222 w 3119"/>
              <a:gd name="T65" fmla="*/ 1926 h 2082"/>
              <a:gd name="T66" fmla="*/ 1233 w 3119"/>
              <a:gd name="T67" fmla="*/ 1722 h 2082"/>
              <a:gd name="T68" fmla="*/ 76 w 3119"/>
              <a:gd name="T69" fmla="*/ 1126 h 2082"/>
              <a:gd name="T70" fmla="*/ 355 w 3119"/>
              <a:gd name="T71" fmla="*/ 209 h 2082"/>
              <a:gd name="T72" fmla="*/ 153 w 3119"/>
              <a:gd name="T73" fmla="*/ 113 h 2082"/>
              <a:gd name="T74" fmla="*/ 2 w 3119"/>
              <a:gd name="T75" fmla="*/ 1039 h 2082"/>
              <a:gd name="T76" fmla="*/ 2542 w 3119"/>
              <a:gd name="T77" fmla="*/ 96 h 2082"/>
              <a:gd name="T78" fmla="*/ 2945 w 3119"/>
              <a:gd name="T79" fmla="*/ 960 h 2082"/>
              <a:gd name="T80" fmla="*/ 3110 w 3119"/>
              <a:gd name="T81" fmla="*/ 809 h 2082"/>
              <a:gd name="T82" fmla="*/ 2705 w 3119"/>
              <a:gd name="T83" fmla="*/ 6 h 2082"/>
              <a:gd name="T84" fmla="*/ 1582 w 3119"/>
              <a:gd name="T85" fmla="*/ 406 h 2082"/>
              <a:gd name="T86" fmla="*/ 1029 w 3119"/>
              <a:gd name="T87" fmla="*/ 487 h 2082"/>
              <a:gd name="T88" fmla="*/ 1668 w 3119"/>
              <a:gd name="T89" fmla="*/ 106 h 2082"/>
              <a:gd name="T90" fmla="*/ 2768 w 3119"/>
              <a:gd name="T91" fmla="*/ 924 h 20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119" h="2082">
                <a:moveTo>
                  <a:pt x="2347" y="1130"/>
                </a:moveTo>
                <a:lnTo>
                  <a:pt x="2288" y="1076"/>
                </a:lnTo>
                <a:cubicBezTo>
                  <a:pt x="1995" y="822"/>
                  <a:pt x="1650" y="531"/>
                  <a:pt x="1573" y="483"/>
                </a:cubicBezTo>
                <a:cubicBezTo>
                  <a:pt x="1536" y="490"/>
                  <a:pt x="1440" y="521"/>
                  <a:pt x="1363" y="548"/>
                </a:cubicBezTo>
                <a:lnTo>
                  <a:pt x="1360" y="549"/>
                </a:lnTo>
                <a:cubicBezTo>
                  <a:pt x="1355" y="550"/>
                  <a:pt x="1238" y="584"/>
                  <a:pt x="1132" y="584"/>
                </a:cubicBezTo>
                <a:cubicBezTo>
                  <a:pt x="1071" y="584"/>
                  <a:pt x="1024" y="573"/>
                  <a:pt x="988" y="551"/>
                </a:cubicBezTo>
                <a:cubicBezTo>
                  <a:pt x="926" y="511"/>
                  <a:pt x="918" y="459"/>
                  <a:pt x="919" y="432"/>
                </a:cubicBezTo>
                <a:cubicBezTo>
                  <a:pt x="922" y="366"/>
                  <a:pt x="978" y="310"/>
                  <a:pt x="1019" y="285"/>
                </a:cubicBezTo>
                <a:lnTo>
                  <a:pt x="427" y="212"/>
                </a:lnTo>
                <a:lnTo>
                  <a:pt x="366" y="1065"/>
                </a:lnTo>
                <a:cubicBezTo>
                  <a:pt x="415" y="1015"/>
                  <a:pt x="463" y="1003"/>
                  <a:pt x="497" y="1003"/>
                </a:cubicBezTo>
                <a:cubicBezTo>
                  <a:pt x="537" y="1003"/>
                  <a:pt x="577" y="1019"/>
                  <a:pt x="613" y="1049"/>
                </a:cubicBezTo>
                <a:cubicBezTo>
                  <a:pt x="670" y="1095"/>
                  <a:pt x="697" y="1157"/>
                  <a:pt x="688" y="1220"/>
                </a:cubicBezTo>
                <a:cubicBezTo>
                  <a:pt x="737" y="1212"/>
                  <a:pt x="785" y="1228"/>
                  <a:pt x="828" y="1263"/>
                </a:cubicBezTo>
                <a:cubicBezTo>
                  <a:pt x="885" y="1310"/>
                  <a:pt x="911" y="1371"/>
                  <a:pt x="903" y="1434"/>
                </a:cubicBezTo>
                <a:cubicBezTo>
                  <a:pt x="952" y="1427"/>
                  <a:pt x="999" y="1443"/>
                  <a:pt x="1042" y="1478"/>
                </a:cubicBezTo>
                <a:cubicBezTo>
                  <a:pt x="1092" y="1518"/>
                  <a:pt x="1119" y="1572"/>
                  <a:pt x="1119" y="1627"/>
                </a:cubicBezTo>
                <a:cubicBezTo>
                  <a:pt x="1173" y="1610"/>
                  <a:pt x="1229" y="1625"/>
                  <a:pt x="1279" y="1665"/>
                </a:cubicBezTo>
                <a:cubicBezTo>
                  <a:pt x="1347" y="1721"/>
                  <a:pt x="1372" y="1798"/>
                  <a:pt x="1345" y="1873"/>
                </a:cubicBezTo>
                <a:lnTo>
                  <a:pt x="1396" y="1915"/>
                </a:lnTo>
                <a:cubicBezTo>
                  <a:pt x="1400" y="1918"/>
                  <a:pt x="1404" y="1921"/>
                  <a:pt x="1408" y="1923"/>
                </a:cubicBezTo>
                <a:lnTo>
                  <a:pt x="1410" y="1925"/>
                </a:lnTo>
                <a:cubicBezTo>
                  <a:pt x="1431" y="1939"/>
                  <a:pt x="1452" y="1946"/>
                  <a:pt x="1472" y="1946"/>
                </a:cubicBezTo>
                <a:cubicBezTo>
                  <a:pt x="1509" y="1946"/>
                  <a:pt x="1536" y="1922"/>
                  <a:pt x="1553" y="1902"/>
                </a:cubicBezTo>
                <a:cubicBezTo>
                  <a:pt x="1588" y="1858"/>
                  <a:pt x="1610" y="1824"/>
                  <a:pt x="1565" y="1778"/>
                </a:cubicBezTo>
                <a:lnTo>
                  <a:pt x="1561" y="1774"/>
                </a:lnTo>
                <a:lnTo>
                  <a:pt x="1298" y="1551"/>
                </a:lnTo>
                <a:cubicBezTo>
                  <a:pt x="1289" y="1543"/>
                  <a:pt x="1284" y="1533"/>
                  <a:pt x="1283" y="1522"/>
                </a:cubicBezTo>
                <a:cubicBezTo>
                  <a:pt x="1282" y="1511"/>
                  <a:pt x="1286" y="1500"/>
                  <a:pt x="1293" y="1491"/>
                </a:cubicBezTo>
                <a:cubicBezTo>
                  <a:pt x="1308" y="1474"/>
                  <a:pt x="1336" y="1472"/>
                  <a:pt x="1353" y="1486"/>
                </a:cubicBezTo>
                <a:lnTo>
                  <a:pt x="1697" y="1778"/>
                </a:lnTo>
                <a:cubicBezTo>
                  <a:pt x="1715" y="1789"/>
                  <a:pt x="1735" y="1795"/>
                  <a:pt x="1755" y="1795"/>
                </a:cubicBezTo>
                <a:cubicBezTo>
                  <a:pt x="1790" y="1795"/>
                  <a:pt x="1824" y="1777"/>
                  <a:pt x="1849" y="1745"/>
                </a:cubicBezTo>
                <a:cubicBezTo>
                  <a:pt x="1871" y="1719"/>
                  <a:pt x="1881" y="1690"/>
                  <a:pt x="1878" y="1662"/>
                </a:cubicBezTo>
                <a:cubicBezTo>
                  <a:pt x="1875" y="1632"/>
                  <a:pt x="1857" y="1603"/>
                  <a:pt x="1827" y="1578"/>
                </a:cubicBezTo>
                <a:lnTo>
                  <a:pt x="1786" y="1545"/>
                </a:lnTo>
                <a:lnTo>
                  <a:pt x="1786" y="1545"/>
                </a:lnTo>
                <a:lnTo>
                  <a:pt x="1595" y="1389"/>
                </a:lnTo>
                <a:cubicBezTo>
                  <a:pt x="1586" y="1382"/>
                  <a:pt x="1581" y="1372"/>
                  <a:pt x="1579" y="1361"/>
                </a:cubicBezTo>
                <a:cubicBezTo>
                  <a:pt x="1578" y="1349"/>
                  <a:pt x="1582" y="1338"/>
                  <a:pt x="1589" y="1330"/>
                </a:cubicBezTo>
                <a:cubicBezTo>
                  <a:pt x="1603" y="1312"/>
                  <a:pt x="1631" y="1309"/>
                  <a:pt x="1648" y="1323"/>
                </a:cubicBezTo>
                <a:lnTo>
                  <a:pt x="1963" y="1580"/>
                </a:lnTo>
                <a:cubicBezTo>
                  <a:pt x="1986" y="1598"/>
                  <a:pt x="2011" y="1608"/>
                  <a:pt x="2036" y="1608"/>
                </a:cubicBezTo>
                <a:cubicBezTo>
                  <a:pt x="2074" y="1608"/>
                  <a:pt x="2112" y="1587"/>
                  <a:pt x="2142" y="1550"/>
                </a:cubicBezTo>
                <a:cubicBezTo>
                  <a:pt x="2165" y="1522"/>
                  <a:pt x="2175" y="1494"/>
                  <a:pt x="2173" y="1467"/>
                </a:cubicBezTo>
                <a:cubicBezTo>
                  <a:pt x="2171" y="1437"/>
                  <a:pt x="2154" y="1409"/>
                  <a:pt x="2122" y="1384"/>
                </a:cubicBezTo>
                <a:lnTo>
                  <a:pt x="2030" y="1309"/>
                </a:lnTo>
                <a:lnTo>
                  <a:pt x="2030" y="1308"/>
                </a:lnTo>
                <a:lnTo>
                  <a:pt x="1866" y="1175"/>
                </a:lnTo>
                <a:cubicBezTo>
                  <a:pt x="1848" y="1160"/>
                  <a:pt x="1845" y="1133"/>
                  <a:pt x="1860" y="1115"/>
                </a:cubicBezTo>
                <a:cubicBezTo>
                  <a:pt x="1874" y="1098"/>
                  <a:pt x="1902" y="1095"/>
                  <a:pt x="1919" y="1109"/>
                </a:cubicBezTo>
                <a:lnTo>
                  <a:pt x="2187" y="1327"/>
                </a:lnTo>
                <a:cubicBezTo>
                  <a:pt x="2244" y="1373"/>
                  <a:pt x="2311" y="1360"/>
                  <a:pt x="2362" y="1297"/>
                </a:cubicBezTo>
                <a:cubicBezTo>
                  <a:pt x="2396" y="1255"/>
                  <a:pt x="2422" y="1191"/>
                  <a:pt x="2347" y="1130"/>
                </a:cubicBezTo>
                <a:close/>
                <a:moveTo>
                  <a:pt x="587" y="1273"/>
                </a:moveTo>
                <a:cubicBezTo>
                  <a:pt x="656" y="1189"/>
                  <a:pt x="589" y="1123"/>
                  <a:pt x="567" y="1105"/>
                </a:cubicBezTo>
                <a:cubicBezTo>
                  <a:pt x="513" y="1061"/>
                  <a:pt x="457" y="1068"/>
                  <a:pt x="409" y="1127"/>
                </a:cubicBezTo>
                <a:lnTo>
                  <a:pt x="356" y="1195"/>
                </a:lnTo>
                <a:lnTo>
                  <a:pt x="357" y="1195"/>
                </a:lnTo>
                <a:lnTo>
                  <a:pt x="348" y="1206"/>
                </a:lnTo>
                <a:lnTo>
                  <a:pt x="274" y="1291"/>
                </a:lnTo>
                <a:cubicBezTo>
                  <a:pt x="247" y="1322"/>
                  <a:pt x="234" y="1353"/>
                  <a:pt x="237" y="1382"/>
                </a:cubicBezTo>
                <a:cubicBezTo>
                  <a:pt x="240" y="1414"/>
                  <a:pt x="261" y="1435"/>
                  <a:pt x="273" y="1444"/>
                </a:cubicBezTo>
                <a:cubicBezTo>
                  <a:pt x="300" y="1466"/>
                  <a:pt x="331" y="1491"/>
                  <a:pt x="365" y="1491"/>
                </a:cubicBezTo>
                <a:cubicBezTo>
                  <a:pt x="385" y="1491"/>
                  <a:pt x="405" y="1482"/>
                  <a:pt x="425" y="1463"/>
                </a:cubicBezTo>
                <a:lnTo>
                  <a:pt x="587" y="1273"/>
                </a:lnTo>
                <a:close/>
                <a:moveTo>
                  <a:pt x="460" y="1534"/>
                </a:moveTo>
                <a:cubicBezTo>
                  <a:pt x="436" y="1564"/>
                  <a:pt x="426" y="1595"/>
                  <a:pt x="432" y="1626"/>
                </a:cubicBezTo>
                <a:cubicBezTo>
                  <a:pt x="437" y="1653"/>
                  <a:pt x="454" y="1679"/>
                  <a:pt x="481" y="1701"/>
                </a:cubicBezTo>
                <a:cubicBezTo>
                  <a:pt x="535" y="1746"/>
                  <a:pt x="590" y="1738"/>
                  <a:pt x="639" y="1679"/>
                </a:cubicBezTo>
                <a:lnTo>
                  <a:pt x="802" y="1487"/>
                </a:lnTo>
                <a:cubicBezTo>
                  <a:pt x="826" y="1457"/>
                  <a:pt x="836" y="1426"/>
                  <a:pt x="830" y="1395"/>
                </a:cubicBezTo>
                <a:cubicBezTo>
                  <a:pt x="825" y="1368"/>
                  <a:pt x="808" y="1342"/>
                  <a:pt x="782" y="1320"/>
                </a:cubicBezTo>
                <a:cubicBezTo>
                  <a:pt x="727" y="1275"/>
                  <a:pt x="672" y="1282"/>
                  <a:pt x="624" y="1342"/>
                </a:cubicBezTo>
                <a:lnTo>
                  <a:pt x="542" y="1438"/>
                </a:lnTo>
                <a:lnTo>
                  <a:pt x="543" y="1438"/>
                </a:lnTo>
                <a:lnTo>
                  <a:pt x="534" y="1449"/>
                </a:lnTo>
                <a:lnTo>
                  <a:pt x="460" y="1534"/>
                </a:lnTo>
                <a:close/>
                <a:moveTo>
                  <a:pt x="675" y="1748"/>
                </a:moveTo>
                <a:cubicBezTo>
                  <a:pt x="633" y="1800"/>
                  <a:pt x="643" y="1845"/>
                  <a:pt x="710" y="1900"/>
                </a:cubicBezTo>
                <a:cubicBezTo>
                  <a:pt x="765" y="1945"/>
                  <a:pt x="820" y="1938"/>
                  <a:pt x="868" y="1878"/>
                </a:cubicBezTo>
                <a:lnTo>
                  <a:pt x="1016" y="1702"/>
                </a:lnTo>
                <a:cubicBezTo>
                  <a:pt x="1085" y="1618"/>
                  <a:pt x="1018" y="1552"/>
                  <a:pt x="996" y="1534"/>
                </a:cubicBezTo>
                <a:cubicBezTo>
                  <a:pt x="942" y="1490"/>
                  <a:pt x="887" y="1497"/>
                  <a:pt x="838" y="1556"/>
                </a:cubicBezTo>
                <a:lnTo>
                  <a:pt x="757" y="1652"/>
                </a:lnTo>
                <a:lnTo>
                  <a:pt x="757" y="1653"/>
                </a:lnTo>
                <a:lnTo>
                  <a:pt x="749" y="1663"/>
                </a:lnTo>
                <a:lnTo>
                  <a:pt x="675" y="1748"/>
                </a:lnTo>
                <a:close/>
                <a:moveTo>
                  <a:pt x="1233" y="1722"/>
                </a:moveTo>
                <a:cubicBezTo>
                  <a:pt x="1178" y="1677"/>
                  <a:pt x="1123" y="1685"/>
                  <a:pt x="1075" y="1744"/>
                </a:cubicBezTo>
                <a:lnTo>
                  <a:pt x="1016" y="1814"/>
                </a:lnTo>
                <a:lnTo>
                  <a:pt x="1009" y="1824"/>
                </a:lnTo>
                <a:lnTo>
                  <a:pt x="959" y="1885"/>
                </a:lnTo>
                <a:cubicBezTo>
                  <a:pt x="890" y="1969"/>
                  <a:pt x="957" y="2035"/>
                  <a:pt x="979" y="2053"/>
                </a:cubicBezTo>
                <a:cubicBezTo>
                  <a:pt x="1002" y="2072"/>
                  <a:pt x="1026" y="2081"/>
                  <a:pt x="1049" y="2081"/>
                </a:cubicBezTo>
                <a:cubicBezTo>
                  <a:pt x="1080" y="2081"/>
                  <a:pt x="1109" y="2064"/>
                  <a:pt x="1137" y="2031"/>
                </a:cubicBezTo>
                <a:lnTo>
                  <a:pt x="1222" y="1926"/>
                </a:lnTo>
                <a:lnTo>
                  <a:pt x="1222" y="1926"/>
                </a:lnTo>
                <a:lnTo>
                  <a:pt x="1253" y="1889"/>
                </a:lnTo>
                <a:cubicBezTo>
                  <a:pt x="1277" y="1859"/>
                  <a:pt x="1287" y="1828"/>
                  <a:pt x="1281" y="1797"/>
                </a:cubicBezTo>
                <a:cubicBezTo>
                  <a:pt x="1276" y="1770"/>
                  <a:pt x="1259" y="1744"/>
                  <a:pt x="1233" y="1722"/>
                </a:cubicBezTo>
                <a:close/>
                <a:moveTo>
                  <a:pt x="2" y="1039"/>
                </a:moveTo>
                <a:cubicBezTo>
                  <a:pt x="0" y="1061"/>
                  <a:pt x="7" y="1082"/>
                  <a:pt x="21" y="1098"/>
                </a:cubicBezTo>
                <a:cubicBezTo>
                  <a:pt x="35" y="1114"/>
                  <a:pt x="55" y="1124"/>
                  <a:pt x="76" y="1126"/>
                </a:cubicBezTo>
                <a:lnTo>
                  <a:pt x="205" y="1135"/>
                </a:lnTo>
                <a:cubicBezTo>
                  <a:pt x="249" y="1139"/>
                  <a:pt x="288" y="1105"/>
                  <a:pt x="291" y="1061"/>
                </a:cubicBezTo>
                <a:lnTo>
                  <a:pt x="355" y="209"/>
                </a:lnTo>
                <a:cubicBezTo>
                  <a:pt x="357" y="188"/>
                  <a:pt x="350" y="167"/>
                  <a:pt x="336" y="151"/>
                </a:cubicBezTo>
                <a:cubicBezTo>
                  <a:pt x="322" y="135"/>
                  <a:pt x="302" y="125"/>
                  <a:pt x="281" y="123"/>
                </a:cubicBezTo>
                <a:lnTo>
                  <a:pt x="153" y="113"/>
                </a:lnTo>
                <a:cubicBezTo>
                  <a:pt x="150" y="113"/>
                  <a:pt x="148" y="113"/>
                  <a:pt x="146" y="113"/>
                </a:cubicBezTo>
                <a:cubicBezTo>
                  <a:pt x="105" y="113"/>
                  <a:pt x="69" y="146"/>
                  <a:pt x="66" y="188"/>
                </a:cubicBezTo>
                <a:lnTo>
                  <a:pt x="2" y="1039"/>
                </a:lnTo>
                <a:close/>
                <a:moveTo>
                  <a:pt x="2705" y="6"/>
                </a:moveTo>
                <a:lnTo>
                  <a:pt x="2586" y="53"/>
                </a:lnTo>
                <a:cubicBezTo>
                  <a:pt x="2566" y="61"/>
                  <a:pt x="2550" y="76"/>
                  <a:pt x="2542" y="96"/>
                </a:cubicBezTo>
                <a:cubicBezTo>
                  <a:pt x="2533" y="116"/>
                  <a:pt x="2533" y="137"/>
                  <a:pt x="2541" y="157"/>
                </a:cubicBezTo>
                <a:lnTo>
                  <a:pt x="2841" y="915"/>
                </a:lnTo>
                <a:cubicBezTo>
                  <a:pt x="2857" y="956"/>
                  <a:pt x="2904" y="977"/>
                  <a:pt x="2945" y="960"/>
                </a:cubicBezTo>
                <a:lnTo>
                  <a:pt x="3065" y="913"/>
                </a:lnTo>
                <a:cubicBezTo>
                  <a:pt x="3085" y="905"/>
                  <a:pt x="3100" y="890"/>
                  <a:pt x="3109" y="870"/>
                </a:cubicBezTo>
                <a:cubicBezTo>
                  <a:pt x="3118" y="850"/>
                  <a:pt x="3118" y="829"/>
                  <a:pt x="3110" y="809"/>
                </a:cubicBezTo>
                <a:lnTo>
                  <a:pt x="2810" y="51"/>
                </a:lnTo>
                <a:cubicBezTo>
                  <a:pt x="2798" y="20"/>
                  <a:pt x="2768" y="0"/>
                  <a:pt x="2735" y="0"/>
                </a:cubicBezTo>
                <a:cubicBezTo>
                  <a:pt x="2725" y="0"/>
                  <a:pt x="2715" y="2"/>
                  <a:pt x="2705" y="6"/>
                </a:cubicBezTo>
                <a:close/>
                <a:moveTo>
                  <a:pt x="2768" y="924"/>
                </a:moveTo>
                <a:lnTo>
                  <a:pt x="2407" y="1079"/>
                </a:lnTo>
                <a:cubicBezTo>
                  <a:pt x="2218" y="915"/>
                  <a:pt x="1632" y="409"/>
                  <a:pt x="1582" y="406"/>
                </a:cubicBezTo>
                <a:cubicBezTo>
                  <a:pt x="1540" y="406"/>
                  <a:pt x="1359" y="469"/>
                  <a:pt x="1339" y="476"/>
                </a:cubicBezTo>
                <a:cubicBezTo>
                  <a:pt x="1338" y="477"/>
                  <a:pt x="1228" y="509"/>
                  <a:pt x="1132" y="509"/>
                </a:cubicBezTo>
                <a:cubicBezTo>
                  <a:pt x="1086" y="509"/>
                  <a:pt x="1051" y="502"/>
                  <a:pt x="1029" y="487"/>
                </a:cubicBezTo>
                <a:cubicBezTo>
                  <a:pt x="1005" y="472"/>
                  <a:pt x="994" y="455"/>
                  <a:pt x="995" y="435"/>
                </a:cubicBezTo>
                <a:cubicBezTo>
                  <a:pt x="996" y="398"/>
                  <a:pt x="1039" y="360"/>
                  <a:pt x="1061" y="348"/>
                </a:cubicBezTo>
                <a:cubicBezTo>
                  <a:pt x="1215" y="265"/>
                  <a:pt x="1626" y="111"/>
                  <a:pt x="1668" y="106"/>
                </a:cubicBezTo>
                <a:cubicBezTo>
                  <a:pt x="1670" y="106"/>
                  <a:pt x="1672" y="106"/>
                  <a:pt x="1675" y="106"/>
                </a:cubicBezTo>
                <a:cubicBezTo>
                  <a:pt x="1774" y="106"/>
                  <a:pt x="2404" y="192"/>
                  <a:pt x="2481" y="202"/>
                </a:cubicBezTo>
                <a:lnTo>
                  <a:pt x="2768" y="9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UA" sz="1500"/>
          </a:p>
        </p:txBody>
      </p:sp>
      <p:sp>
        <p:nvSpPr>
          <p:cNvPr id="3078" name="Freeform 6">
            <a:extLst>
              <a:ext uri="{FF2B5EF4-FFF2-40B4-BE49-F238E27FC236}">
                <a16:creationId xmlns:a16="http://schemas.microsoft.com/office/drawing/2014/main" id="{C8BF7476-6717-DC4E-967F-1B78510CA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5990" y="3431646"/>
            <a:ext cx="2241021" cy="1332178"/>
          </a:xfrm>
          <a:custGeom>
            <a:avLst/>
            <a:gdLst>
              <a:gd name="T0" fmla="*/ 6011 w 7472"/>
              <a:gd name="T1" fmla="*/ 4439 h 4440"/>
              <a:gd name="T2" fmla="*/ 0 w 7472"/>
              <a:gd name="T3" fmla="*/ 4439 h 4440"/>
              <a:gd name="T4" fmla="*/ 1460 w 7472"/>
              <a:gd name="T5" fmla="*/ 2219 h 4440"/>
              <a:gd name="T6" fmla="*/ 0 w 7472"/>
              <a:gd name="T7" fmla="*/ 0 h 4440"/>
              <a:gd name="T8" fmla="*/ 6011 w 7472"/>
              <a:gd name="T9" fmla="*/ 0 h 4440"/>
              <a:gd name="T10" fmla="*/ 7471 w 7472"/>
              <a:gd name="T11" fmla="*/ 2219 h 4440"/>
              <a:gd name="T12" fmla="*/ 6011 w 7472"/>
              <a:gd name="T13" fmla="*/ 4439 h 4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472" h="4440">
                <a:moveTo>
                  <a:pt x="6011" y="4439"/>
                </a:moveTo>
                <a:lnTo>
                  <a:pt x="0" y="4439"/>
                </a:lnTo>
                <a:lnTo>
                  <a:pt x="1460" y="2219"/>
                </a:lnTo>
                <a:lnTo>
                  <a:pt x="0" y="0"/>
                </a:lnTo>
                <a:lnTo>
                  <a:pt x="6011" y="0"/>
                </a:lnTo>
                <a:lnTo>
                  <a:pt x="7471" y="2219"/>
                </a:lnTo>
                <a:lnTo>
                  <a:pt x="6011" y="4439"/>
                </a:lnTo>
              </a:path>
            </a:pathLst>
          </a:custGeom>
          <a:solidFill>
            <a:srgbClr val="D93B3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UA" sz="1500"/>
          </a:p>
        </p:txBody>
      </p:sp>
      <p:sp>
        <p:nvSpPr>
          <p:cNvPr id="3169" name="Freeform 97">
            <a:extLst>
              <a:ext uri="{FF2B5EF4-FFF2-40B4-BE49-F238E27FC236}">
                <a16:creationId xmlns:a16="http://schemas.microsoft.com/office/drawing/2014/main" id="{4B5DC702-6FDB-8146-A9D3-A06BE9F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3552" y="3714750"/>
            <a:ext cx="808302" cy="676011"/>
          </a:xfrm>
          <a:custGeom>
            <a:avLst/>
            <a:gdLst>
              <a:gd name="T0" fmla="*/ 2693 w 2694"/>
              <a:gd name="T1" fmla="*/ 2096 h 2255"/>
              <a:gd name="T2" fmla="*/ 2419 w 2694"/>
              <a:gd name="T3" fmla="*/ 1938 h 2255"/>
              <a:gd name="T4" fmla="*/ 2419 w 2694"/>
              <a:gd name="T5" fmla="*/ 2036 h 2255"/>
              <a:gd name="T6" fmla="*/ 220 w 2694"/>
              <a:gd name="T7" fmla="*/ 2036 h 2255"/>
              <a:gd name="T8" fmla="*/ 220 w 2694"/>
              <a:gd name="T9" fmla="*/ 276 h 2255"/>
              <a:gd name="T10" fmla="*/ 320 w 2694"/>
              <a:gd name="T11" fmla="*/ 276 h 2255"/>
              <a:gd name="T12" fmla="*/ 160 w 2694"/>
              <a:gd name="T13" fmla="*/ 0 h 2255"/>
              <a:gd name="T14" fmla="*/ 0 w 2694"/>
              <a:gd name="T15" fmla="*/ 276 h 2255"/>
              <a:gd name="T16" fmla="*/ 100 w 2694"/>
              <a:gd name="T17" fmla="*/ 276 h 2255"/>
              <a:gd name="T18" fmla="*/ 100 w 2694"/>
              <a:gd name="T19" fmla="*/ 2156 h 2255"/>
              <a:gd name="T20" fmla="*/ 2419 w 2694"/>
              <a:gd name="T21" fmla="*/ 2156 h 2255"/>
              <a:gd name="T22" fmla="*/ 2419 w 2694"/>
              <a:gd name="T23" fmla="*/ 2254 h 2255"/>
              <a:gd name="T24" fmla="*/ 2693 w 2694"/>
              <a:gd name="T25" fmla="*/ 2096 h 2255"/>
              <a:gd name="T26" fmla="*/ 403 w 2694"/>
              <a:gd name="T27" fmla="*/ 904 h 2255"/>
              <a:gd name="T28" fmla="*/ 2002 w 2694"/>
              <a:gd name="T29" fmla="*/ 303 h 2255"/>
              <a:gd name="T30" fmla="*/ 2046 w 2694"/>
              <a:gd name="T31" fmla="*/ 387 h 2255"/>
              <a:gd name="T32" fmla="*/ 2216 w 2694"/>
              <a:gd name="T33" fmla="*/ 118 h 2255"/>
              <a:gd name="T34" fmla="*/ 1898 w 2694"/>
              <a:gd name="T35" fmla="*/ 105 h 2255"/>
              <a:gd name="T36" fmla="*/ 1946 w 2694"/>
              <a:gd name="T37" fmla="*/ 197 h 2255"/>
              <a:gd name="T38" fmla="*/ 384 w 2694"/>
              <a:gd name="T39" fmla="*/ 786 h 2255"/>
              <a:gd name="T40" fmla="*/ 403 w 2694"/>
              <a:gd name="T41" fmla="*/ 904 h 2255"/>
              <a:gd name="T42" fmla="*/ 2067 w 2694"/>
              <a:gd name="T43" fmla="*/ 548 h 2255"/>
              <a:gd name="T44" fmla="*/ 1978 w 2694"/>
              <a:gd name="T45" fmla="*/ 637 h 2255"/>
              <a:gd name="T46" fmla="*/ 1978 w 2694"/>
              <a:gd name="T47" fmla="*/ 1836 h 2255"/>
              <a:gd name="T48" fmla="*/ 2067 w 2694"/>
              <a:gd name="T49" fmla="*/ 1925 h 2255"/>
              <a:gd name="T50" fmla="*/ 2215 w 2694"/>
              <a:gd name="T51" fmla="*/ 1925 h 2255"/>
              <a:gd name="T52" fmla="*/ 2303 w 2694"/>
              <a:gd name="T53" fmla="*/ 1836 h 2255"/>
              <a:gd name="T54" fmla="*/ 2303 w 2694"/>
              <a:gd name="T55" fmla="*/ 637 h 2255"/>
              <a:gd name="T56" fmla="*/ 2215 w 2694"/>
              <a:gd name="T57" fmla="*/ 548 h 2255"/>
              <a:gd name="T58" fmla="*/ 2067 w 2694"/>
              <a:gd name="T59" fmla="*/ 548 h 2255"/>
              <a:gd name="T60" fmla="*/ 1527 w 2694"/>
              <a:gd name="T61" fmla="*/ 739 h 2255"/>
              <a:gd name="T62" fmla="*/ 1439 w 2694"/>
              <a:gd name="T63" fmla="*/ 828 h 2255"/>
              <a:gd name="T64" fmla="*/ 1439 w 2694"/>
              <a:gd name="T65" fmla="*/ 1836 h 2255"/>
              <a:gd name="T66" fmla="*/ 1527 w 2694"/>
              <a:gd name="T67" fmla="*/ 1925 h 2255"/>
              <a:gd name="T68" fmla="*/ 1675 w 2694"/>
              <a:gd name="T69" fmla="*/ 1925 h 2255"/>
              <a:gd name="T70" fmla="*/ 1764 w 2694"/>
              <a:gd name="T71" fmla="*/ 1836 h 2255"/>
              <a:gd name="T72" fmla="*/ 1764 w 2694"/>
              <a:gd name="T73" fmla="*/ 828 h 2255"/>
              <a:gd name="T74" fmla="*/ 1675 w 2694"/>
              <a:gd name="T75" fmla="*/ 739 h 2255"/>
              <a:gd name="T76" fmla="*/ 1527 w 2694"/>
              <a:gd name="T77" fmla="*/ 739 h 2255"/>
              <a:gd name="T78" fmla="*/ 989 w 2694"/>
              <a:gd name="T79" fmla="*/ 924 h 2255"/>
              <a:gd name="T80" fmla="*/ 901 w 2694"/>
              <a:gd name="T81" fmla="*/ 1013 h 2255"/>
              <a:gd name="T82" fmla="*/ 901 w 2694"/>
              <a:gd name="T83" fmla="*/ 1836 h 2255"/>
              <a:gd name="T84" fmla="*/ 989 w 2694"/>
              <a:gd name="T85" fmla="*/ 1925 h 2255"/>
              <a:gd name="T86" fmla="*/ 1137 w 2694"/>
              <a:gd name="T87" fmla="*/ 1925 h 2255"/>
              <a:gd name="T88" fmla="*/ 1226 w 2694"/>
              <a:gd name="T89" fmla="*/ 1836 h 2255"/>
              <a:gd name="T90" fmla="*/ 1226 w 2694"/>
              <a:gd name="T91" fmla="*/ 1013 h 2255"/>
              <a:gd name="T92" fmla="*/ 1137 w 2694"/>
              <a:gd name="T93" fmla="*/ 924 h 2255"/>
              <a:gd name="T94" fmla="*/ 989 w 2694"/>
              <a:gd name="T95" fmla="*/ 924 h 2255"/>
              <a:gd name="T96" fmla="*/ 362 w 2694"/>
              <a:gd name="T97" fmla="*/ 1228 h 2255"/>
              <a:gd name="T98" fmla="*/ 451 w 2694"/>
              <a:gd name="T99" fmla="*/ 1140 h 2255"/>
              <a:gd name="T100" fmla="*/ 599 w 2694"/>
              <a:gd name="T101" fmla="*/ 1140 h 2255"/>
              <a:gd name="T102" fmla="*/ 687 w 2694"/>
              <a:gd name="T103" fmla="*/ 1228 h 2255"/>
              <a:gd name="T104" fmla="*/ 687 w 2694"/>
              <a:gd name="T105" fmla="*/ 1836 h 2255"/>
              <a:gd name="T106" fmla="*/ 599 w 2694"/>
              <a:gd name="T107" fmla="*/ 1925 h 2255"/>
              <a:gd name="T108" fmla="*/ 451 w 2694"/>
              <a:gd name="T109" fmla="*/ 1925 h 2255"/>
              <a:gd name="T110" fmla="*/ 362 w 2694"/>
              <a:gd name="T111" fmla="*/ 1836 h 2255"/>
              <a:gd name="T112" fmla="*/ 362 w 2694"/>
              <a:gd name="T113" fmla="*/ 1228 h 2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694" h="2255">
                <a:moveTo>
                  <a:pt x="2693" y="2096"/>
                </a:moveTo>
                <a:lnTo>
                  <a:pt x="2419" y="1938"/>
                </a:lnTo>
                <a:lnTo>
                  <a:pt x="2419" y="2036"/>
                </a:lnTo>
                <a:lnTo>
                  <a:pt x="220" y="2036"/>
                </a:lnTo>
                <a:lnTo>
                  <a:pt x="220" y="276"/>
                </a:lnTo>
                <a:lnTo>
                  <a:pt x="320" y="276"/>
                </a:lnTo>
                <a:lnTo>
                  <a:pt x="160" y="0"/>
                </a:lnTo>
                <a:lnTo>
                  <a:pt x="0" y="276"/>
                </a:lnTo>
                <a:lnTo>
                  <a:pt x="100" y="276"/>
                </a:lnTo>
                <a:lnTo>
                  <a:pt x="100" y="2156"/>
                </a:lnTo>
                <a:lnTo>
                  <a:pt x="2419" y="2156"/>
                </a:lnTo>
                <a:lnTo>
                  <a:pt x="2419" y="2254"/>
                </a:lnTo>
                <a:lnTo>
                  <a:pt x="2693" y="2096"/>
                </a:lnTo>
                <a:close/>
                <a:moveTo>
                  <a:pt x="403" y="904"/>
                </a:moveTo>
                <a:cubicBezTo>
                  <a:pt x="978" y="799"/>
                  <a:pt x="1517" y="592"/>
                  <a:pt x="2002" y="303"/>
                </a:cubicBezTo>
                <a:lnTo>
                  <a:pt x="2046" y="387"/>
                </a:lnTo>
                <a:lnTo>
                  <a:pt x="2216" y="118"/>
                </a:lnTo>
                <a:lnTo>
                  <a:pt x="1898" y="105"/>
                </a:lnTo>
                <a:lnTo>
                  <a:pt x="1946" y="197"/>
                </a:lnTo>
                <a:cubicBezTo>
                  <a:pt x="1473" y="480"/>
                  <a:pt x="945" y="683"/>
                  <a:pt x="384" y="786"/>
                </a:cubicBezTo>
                <a:lnTo>
                  <a:pt x="403" y="904"/>
                </a:lnTo>
                <a:close/>
                <a:moveTo>
                  <a:pt x="2067" y="548"/>
                </a:moveTo>
                <a:cubicBezTo>
                  <a:pt x="2018" y="548"/>
                  <a:pt x="1978" y="588"/>
                  <a:pt x="1978" y="637"/>
                </a:cubicBezTo>
                <a:lnTo>
                  <a:pt x="1978" y="1836"/>
                </a:lnTo>
                <a:cubicBezTo>
                  <a:pt x="1978" y="1885"/>
                  <a:pt x="2018" y="1925"/>
                  <a:pt x="2067" y="1925"/>
                </a:cubicBezTo>
                <a:lnTo>
                  <a:pt x="2215" y="1925"/>
                </a:lnTo>
                <a:cubicBezTo>
                  <a:pt x="2264" y="1925"/>
                  <a:pt x="2303" y="1885"/>
                  <a:pt x="2303" y="1836"/>
                </a:cubicBezTo>
                <a:lnTo>
                  <a:pt x="2303" y="637"/>
                </a:lnTo>
                <a:cubicBezTo>
                  <a:pt x="2303" y="588"/>
                  <a:pt x="2264" y="548"/>
                  <a:pt x="2215" y="548"/>
                </a:cubicBezTo>
                <a:lnTo>
                  <a:pt x="2067" y="548"/>
                </a:lnTo>
                <a:close/>
                <a:moveTo>
                  <a:pt x="1527" y="739"/>
                </a:moveTo>
                <a:cubicBezTo>
                  <a:pt x="1479" y="739"/>
                  <a:pt x="1439" y="779"/>
                  <a:pt x="1439" y="828"/>
                </a:cubicBezTo>
                <a:lnTo>
                  <a:pt x="1439" y="1836"/>
                </a:lnTo>
                <a:cubicBezTo>
                  <a:pt x="1439" y="1885"/>
                  <a:pt x="1479" y="1925"/>
                  <a:pt x="1527" y="1925"/>
                </a:cubicBezTo>
                <a:lnTo>
                  <a:pt x="1675" y="1925"/>
                </a:lnTo>
                <a:cubicBezTo>
                  <a:pt x="1724" y="1925"/>
                  <a:pt x="1764" y="1885"/>
                  <a:pt x="1764" y="1836"/>
                </a:cubicBezTo>
                <a:lnTo>
                  <a:pt x="1764" y="828"/>
                </a:lnTo>
                <a:cubicBezTo>
                  <a:pt x="1764" y="779"/>
                  <a:pt x="1724" y="739"/>
                  <a:pt x="1675" y="739"/>
                </a:cubicBezTo>
                <a:lnTo>
                  <a:pt x="1527" y="739"/>
                </a:lnTo>
                <a:close/>
                <a:moveTo>
                  <a:pt x="989" y="924"/>
                </a:moveTo>
                <a:cubicBezTo>
                  <a:pt x="940" y="924"/>
                  <a:pt x="901" y="964"/>
                  <a:pt x="901" y="1013"/>
                </a:cubicBezTo>
                <a:lnTo>
                  <a:pt x="901" y="1836"/>
                </a:lnTo>
                <a:cubicBezTo>
                  <a:pt x="901" y="1885"/>
                  <a:pt x="940" y="1925"/>
                  <a:pt x="989" y="1925"/>
                </a:cubicBezTo>
                <a:lnTo>
                  <a:pt x="1137" y="1925"/>
                </a:lnTo>
                <a:cubicBezTo>
                  <a:pt x="1186" y="1925"/>
                  <a:pt x="1226" y="1885"/>
                  <a:pt x="1226" y="1836"/>
                </a:cubicBezTo>
                <a:lnTo>
                  <a:pt x="1226" y="1013"/>
                </a:lnTo>
                <a:cubicBezTo>
                  <a:pt x="1226" y="964"/>
                  <a:pt x="1186" y="924"/>
                  <a:pt x="1137" y="924"/>
                </a:cubicBezTo>
                <a:lnTo>
                  <a:pt x="989" y="924"/>
                </a:lnTo>
                <a:close/>
                <a:moveTo>
                  <a:pt x="362" y="1228"/>
                </a:moveTo>
                <a:cubicBezTo>
                  <a:pt x="362" y="1179"/>
                  <a:pt x="402" y="1140"/>
                  <a:pt x="451" y="1140"/>
                </a:cubicBezTo>
                <a:lnTo>
                  <a:pt x="599" y="1140"/>
                </a:lnTo>
                <a:cubicBezTo>
                  <a:pt x="648" y="1140"/>
                  <a:pt x="687" y="1179"/>
                  <a:pt x="687" y="1228"/>
                </a:cubicBezTo>
                <a:lnTo>
                  <a:pt x="687" y="1836"/>
                </a:lnTo>
                <a:cubicBezTo>
                  <a:pt x="687" y="1885"/>
                  <a:pt x="648" y="1925"/>
                  <a:pt x="599" y="1925"/>
                </a:cubicBezTo>
                <a:lnTo>
                  <a:pt x="451" y="1925"/>
                </a:lnTo>
                <a:cubicBezTo>
                  <a:pt x="402" y="1925"/>
                  <a:pt x="362" y="1885"/>
                  <a:pt x="362" y="1836"/>
                </a:cubicBezTo>
                <a:lnTo>
                  <a:pt x="362" y="12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UA" sz="1500"/>
          </a:p>
        </p:txBody>
      </p:sp>
      <p:sp>
        <p:nvSpPr>
          <p:cNvPr id="3076" name="Freeform 4">
            <a:extLst>
              <a:ext uri="{FF2B5EF4-FFF2-40B4-BE49-F238E27FC236}">
                <a16:creationId xmlns:a16="http://schemas.microsoft.com/office/drawing/2014/main" id="{6E5D60AE-D492-304D-B7B5-31E53BBDA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5490" y="3431646"/>
            <a:ext cx="2241021" cy="1332178"/>
          </a:xfrm>
          <a:custGeom>
            <a:avLst/>
            <a:gdLst>
              <a:gd name="T0" fmla="*/ 6010 w 7471"/>
              <a:gd name="T1" fmla="*/ 4439 h 4440"/>
              <a:gd name="T2" fmla="*/ 0 w 7471"/>
              <a:gd name="T3" fmla="*/ 4439 h 4440"/>
              <a:gd name="T4" fmla="*/ 1460 w 7471"/>
              <a:gd name="T5" fmla="*/ 2219 h 4440"/>
              <a:gd name="T6" fmla="*/ 0 w 7471"/>
              <a:gd name="T7" fmla="*/ 0 h 4440"/>
              <a:gd name="T8" fmla="*/ 6010 w 7471"/>
              <a:gd name="T9" fmla="*/ 0 h 4440"/>
              <a:gd name="T10" fmla="*/ 7470 w 7471"/>
              <a:gd name="T11" fmla="*/ 2219 h 4440"/>
              <a:gd name="T12" fmla="*/ 6010 w 7471"/>
              <a:gd name="T13" fmla="*/ 4439 h 4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471" h="4440">
                <a:moveTo>
                  <a:pt x="6010" y="4439"/>
                </a:moveTo>
                <a:lnTo>
                  <a:pt x="0" y="4439"/>
                </a:lnTo>
                <a:lnTo>
                  <a:pt x="1460" y="2219"/>
                </a:lnTo>
                <a:lnTo>
                  <a:pt x="0" y="0"/>
                </a:lnTo>
                <a:lnTo>
                  <a:pt x="6010" y="0"/>
                </a:lnTo>
                <a:lnTo>
                  <a:pt x="7470" y="2219"/>
                </a:lnTo>
                <a:lnTo>
                  <a:pt x="6010" y="4439"/>
                </a:lnTo>
              </a:path>
            </a:pathLst>
          </a:custGeom>
          <a:solidFill>
            <a:srgbClr val="A0D6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UA" sz="1500"/>
          </a:p>
        </p:txBody>
      </p:sp>
      <p:sp>
        <p:nvSpPr>
          <p:cNvPr id="3170" name="Freeform 98">
            <a:extLst>
              <a:ext uri="{FF2B5EF4-FFF2-40B4-BE49-F238E27FC236}">
                <a16:creationId xmlns:a16="http://schemas.microsoft.com/office/drawing/2014/main" id="{2894E78D-CA08-2540-AA96-EE471CC56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4959" y="3884084"/>
            <a:ext cx="755386" cy="463021"/>
          </a:xfrm>
          <a:custGeom>
            <a:avLst/>
            <a:gdLst>
              <a:gd name="T0" fmla="*/ 2374 w 2519"/>
              <a:gd name="T1" fmla="*/ 1385 h 1545"/>
              <a:gd name="T2" fmla="*/ 2313 w 2519"/>
              <a:gd name="T3" fmla="*/ 1392 h 1545"/>
              <a:gd name="T4" fmla="*/ 1653 w 2519"/>
              <a:gd name="T5" fmla="*/ 839 h 1545"/>
              <a:gd name="T6" fmla="*/ 1301 w 2519"/>
              <a:gd name="T7" fmla="*/ 1114 h 1545"/>
              <a:gd name="T8" fmla="*/ 1261 w 2519"/>
              <a:gd name="T9" fmla="*/ 1131 h 1545"/>
              <a:gd name="T10" fmla="*/ 1256 w 2519"/>
              <a:gd name="T11" fmla="*/ 1131 h 1545"/>
              <a:gd name="T12" fmla="*/ 1250 w 2519"/>
              <a:gd name="T13" fmla="*/ 1131 h 1545"/>
              <a:gd name="T14" fmla="*/ 1210 w 2519"/>
              <a:gd name="T15" fmla="*/ 1114 h 1545"/>
              <a:gd name="T16" fmla="*/ 859 w 2519"/>
              <a:gd name="T17" fmla="*/ 839 h 1545"/>
              <a:gd name="T18" fmla="*/ 199 w 2519"/>
              <a:gd name="T19" fmla="*/ 1392 h 1545"/>
              <a:gd name="T20" fmla="*/ 138 w 2519"/>
              <a:gd name="T21" fmla="*/ 1385 h 1545"/>
              <a:gd name="T22" fmla="*/ 124 w 2519"/>
              <a:gd name="T23" fmla="*/ 1369 h 1545"/>
              <a:gd name="T24" fmla="*/ 129 w 2519"/>
              <a:gd name="T25" fmla="*/ 1308 h 1545"/>
              <a:gd name="T26" fmla="*/ 771 w 2519"/>
              <a:gd name="T27" fmla="*/ 770 h 1545"/>
              <a:gd name="T28" fmla="*/ 166 w 2519"/>
              <a:gd name="T29" fmla="*/ 298 h 1545"/>
              <a:gd name="T30" fmla="*/ 144 w 2519"/>
              <a:gd name="T31" fmla="*/ 225 h 1545"/>
              <a:gd name="T32" fmla="*/ 157 w 2519"/>
              <a:gd name="T33" fmla="*/ 208 h 1545"/>
              <a:gd name="T34" fmla="*/ 234 w 2519"/>
              <a:gd name="T35" fmla="*/ 212 h 1545"/>
              <a:gd name="T36" fmla="*/ 1256 w 2519"/>
              <a:gd name="T37" fmla="*/ 1010 h 1545"/>
              <a:gd name="T38" fmla="*/ 2278 w 2519"/>
              <a:gd name="T39" fmla="*/ 212 h 1545"/>
              <a:gd name="T40" fmla="*/ 2355 w 2519"/>
              <a:gd name="T41" fmla="*/ 208 h 1545"/>
              <a:gd name="T42" fmla="*/ 2368 w 2519"/>
              <a:gd name="T43" fmla="*/ 225 h 1545"/>
              <a:gd name="T44" fmla="*/ 2346 w 2519"/>
              <a:gd name="T45" fmla="*/ 298 h 1545"/>
              <a:gd name="T46" fmla="*/ 1742 w 2519"/>
              <a:gd name="T47" fmla="*/ 770 h 1545"/>
              <a:gd name="T48" fmla="*/ 2383 w 2519"/>
              <a:gd name="T49" fmla="*/ 1308 h 1545"/>
              <a:gd name="T50" fmla="*/ 2388 w 2519"/>
              <a:gd name="T51" fmla="*/ 1369 h 1545"/>
              <a:gd name="T52" fmla="*/ 2374 w 2519"/>
              <a:gd name="T53" fmla="*/ 1385 h 1545"/>
              <a:gd name="T54" fmla="*/ 277 w 2519"/>
              <a:gd name="T55" fmla="*/ 0 h 1545"/>
              <a:gd name="T56" fmla="*/ 0 w 2519"/>
              <a:gd name="T57" fmla="*/ 277 h 1545"/>
              <a:gd name="T58" fmla="*/ 0 w 2519"/>
              <a:gd name="T59" fmla="*/ 1267 h 1545"/>
              <a:gd name="T60" fmla="*/ 277 w 2519"/>
              <a:gd name="T61" fmla="*/ 1544 h 1545"/>
              <a:gd name="T62" fmla="*/ 2240 w 2519"/>
              <a:gd name="T63" fmla="*/ 1544 h 1545"/>
              <a:gd name="T64" fmla="*/ 2518 w 2519"/>
              <a:gd name="T65" fmla="*/ 1267 h 1545"/>
              <a:gd name="T66" fmla="*/ 2518 w 2519"/>
              <a:gd name="T67" fmla="*/ 277 h 1545"/>
              <a:gd name="T68" fmla="*/ 2240 w 2519"/>
              <a:gd name="T69" fmla="*/ 0 h 1545"/>
              <a:gd name="T70" fmla="*/ 277 w 2519"/>
              <a:gd name="T71" fmla="*/ 0 h 15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519" h="1545">
                <a:moveTo>
                  <a:pt x="2374" y="1385"/>
                </a:moveTo>
                <a:cubicBezTo>
                  <a:pt x="2358" y="1404"/>
                  <a:pt x="2331" y="1407"/>
                  <a:pt x="2313" y="1392"/>
                </a:cubicBezTo>
                <a:lnTo>
                  <a:pt x="1653" y="839"/>
                </a:lnTo>
                <a:lnTo>
                  <a:pt x="1301" y="1114"/>
                </a:lnTo>
                <a:cubicBezTo>
                  <a:pt x="1288" y="1124"/>
                  <a:pt x="1274" y="1129"/>
                  <a:pt x="1261" y="1131"/>
                </a:cubicBezTo>
                <a:cubicBezTo>
                  <a:pt x="1259" y="1131"/>
                  <a:pt x="1257" y="1131"/>
                  <a:pt x="1256" y="1131"/>
                </a:cubicBezTo>
                <a:cubicBezTo>
                  <a:pt x="1254" y="1131"/>
                  <a:pt x="1252" y="1131"/>
                  <a:pt x="1250" y="1131"/>
                </a:cubicBezTo>
                <a:cubicBezTo>
                  <a:pt x="1237" y="1129"/>
                  <a:pt x="1223" y="1124"/>
                  <a:pt x="1210" y="1114"/>
                </a:cubicBezTo>
                <a:lnTo>
                  <a:pt x="859" y="839"/>
                </a:lnTo>
                <a:lnTo>
                  <a:pt x="199" y="1392"/>
                </a:lnTo>
                <a:cubicBezTo>
                  <a:pt x="181" y="1407"/>
                  <a:pt x="153" y="1404"/>
                  <a:pt x="138" y="1385"/>
                </a:cubicBezTo>
                <a:lnTo>
                  <a:pt x="124" y="1369"/>
                </a:lnTo>
                <a:cubicBezTo>
                  <a:pt x="108" y="1350"/>
                  <a:pt x="110" y="1323"/>
                  <a:pt x="129" y="1308"/>
                </a:cubicBezTo>
                <a:lnTo>
                  <a:pt x="771" y="770"/>
                </a:lnTo>
                <a:lnTo>
                  <a:pt x="166" y="298"/>
                </a:lnTo>
                <a:cubicBezTo>
                  <a:pt x="139" y="277"/>
                  <a:pt x="129" y="244"/>
                  <a:pt x="144" y="225"/>
                </a:cubicBezTo>
                <a:lnTo>
                  <a:pt x="157" y="208"/>
                </a:lnTo>
                <a:cubicBezTo>
                  <a:pt x="172" y="189"/>
                  <a:pt x="207" y="191"/>
                  <a:pt x="234" y="212"/>
                </a:cubicBezTo>
                <a:lnTo>
                  <a:pt x="1256" y="1010"/>
                </a:lnTo>
                <a:lnTo>
                  <a:pt x="2278" y="212"/>
                </a:lnTo>
                <a:cubicBezTo>
                  <a:pt x="2305" y="191"/>
                  <a:pt x="2340" y="189"/>
                  <a:pt x="2355" y="208"/>
                </a:cubicBezTo>
                <a:lnTo>
                  <a:pt x="2368" y="225"/>
                </a:lnTo>
                <a:cubicBezTo>
                  <a:pt x="2383" y="244"/>
                  <a:pt x="2373" y="277"/>
                  <a:pt x="2346" y="298"/>
                </a:cubicBezTo>
                <a:lnTo>
                  <a:pt x="1742" y="770"/>
                </a:lnTo>
                <a:lnTo>
                  <a:pt x="2383" y="1308"/>
                </a:lnTo>
                <a:cubicBezTo>
                  <a:pt x="2402" y="1323"/>
                  <a:pt x="2403" y="1350"/>
                  <a:pt x="2388" y="1369"/>
                </a:cubicBezTo>
                <a:lnTo>
                  <a:pt x="2374" y="1385"/>
                </a:lnTo>
                <a:close/>
                <a:moveTo>
                  <a:pt x="277" y="0"/>
                </a:moveTo>
                <a:cubicBezTo>
                  <a:pt x="124" y="0"/>
                  <a:pt x="0" y="124"/>
                  <a:pt x="0" y="277"/>
                </a:cubicBezTo>
                <a:lnTo>
                  <a:pt x="0" y="1267"/>
                </a:lnTo>
                <a:cubicBezTo>
                  <a:pt x="0" y="1420"/>
                  <a:pt x="124" y="1544"/>
                  <a:pt x="277" y="1544"/>
                </a:cubicBezTo>
                <a:lnTo>
                  <a:pt x="2240" y="1544"/>
                </a:lnTo>
                <a:cubicBezTo>
                  <a:pt x="2393" y="1544"/>
                  <a:pt x="2518" y="1420"/>
                  <a:pt x="2518" y="1267"/>
                </a:cubicBezTo>
                <a:lnTo>
                  <a:pt x="2518" y="277"/>
                </a:lnTo>
                <a:cubicBezTo>
                  <a:pt x="2518" y="124"/>
                  <a:pt x="2393" y="0"/>
                  <a:pt x="2240" y="0"/>
                </a:cubicBezTo>
                <a:lnTo>
                  <a:pt x="27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UA" sz="1500"/>
          </a:p>
        </p:txBody>
      </p:sp>
      <p:sp>
        <p:nvSpPr>
          <p:cNvPr id="3077" name="Freeform 5">
            <a:extLst>
              <a:ext uri="{FF2B5EF4-FFF2-40B4-BE49-F238E27FC236}">
                <a16:creationId xmlns:a16="http://schemas.microsoft.com/office/drawing/2014/main" id="{2E764081-A25B-084E-8344-3FB2A4AFA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5740" y="3431646"/>
            <a:ext cx="2241021" cy="1332178"/>
          </a:xfrm>
          <a:custGeom>
            <a:avLst/>
            <a:gdLst>
              <a:gd name="T0" fmla="*/ 6010 w 7471"/>
              <a:gd name="T1" fmla="*/ 4439 h 4440"/>
              <a:gd name="T2" fmla="*/ 0 w 7471"/>
              <a:gd name="T3" fmla="*/ 4439 h 4440"/>
              <a:gd name="T4" fmla="*/ 1460 w 7471"/>
              <a:gd name="T5" fmla="*/ 2219 h 4440"/>
              <a:gd name="T6" fmla="*/ 0 w 7471"/>
              <a:gd name="T7" fmla="*/ 0 h 4440"/>
              <a:gd name="T8" fmla="*/ 6010 w 7471"/>
              <a:gd name="T9" fmla="*/ 0 h 4440"/>
              <a:gd name="T10" fmla="*/ 7470 w 7471"/>
              <a:gd name="T11" fmla="*/ 2219 h 4440"/>
              <a:gd name="T12" fmla="*/ 6010 w 7471"/>
              <a:gd name="T13" fmla="*/ 4439 h 4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471" h="4440">
                <a:moveTo>
                  <a:pt x="6010" y="4439"/>
                </a:moveTo>
                <a:lnTo>
                  <a:pt x="0" y="4439"/>
                </a:lnTo>
                <a:lnTo>
                  <a:pt x="1460" y="2219"/>
                </a:lnTo>
                <a:lnTo>
                  <a:pt x="0" y="0"/>
                </a:lnTo>
                <a:lnTo>
                  <a:pt x="6010" y="0"/>
                </a:lnTo>
                <a:lnTo>
                  <a:pt x="7470" y="2219"/>
                </a:lnTo>
                <a:lnTo>
                  <a:pt x="6010" y="4439"/>
                </a:lnTo>
              </a:path>
            </a:pathLst>
          </a:custGeom>
          <a:solidFill>
            <a:srgbClr val="FFC4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UA" sz="1500"/>
          </a:p>
        </p:txBody>
      </p:sp>
      <p:sp>
        <p:nvSpPr>
          <p:cNvPr id="3171" name="Freeform 99">
            <a:extLst>
              <a:ext uri="{FF2B5EF4-FFF2-40B4-BE49-F238E27FC236}">
                <a16:creationId xmlns:a16="http://schemas.microsoft.com/office/drawing/2014/main" id="{747EABC8-E85A-8D4C-986A-9B306848E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8282" y="3763698"/>
            <a:ext cx="687917" cy="687917"/>
          </a:xfrm>
          <a:custGeom>
            <a:avLst/>
            <a:gdLst>
              <a:gd name="T0" fmla="*/ 1212 w 2294"/>
              <a:gd name="T1" fmla="*/ 1080 h 2293"/>
              <a:gd name="T2" fmla="*/ 2293 w 2294"/>
              <a:gd name="T3" fmla="*/ 1080 h 2293"/>
              <a:gd name="T4" fmla="*/ 1212 w 2294"/>
              <a:gd name="T5" fmla="*/ 0 h 2293"/>
              <a:gd name="T6" fmla="*/ 1212 w 2294"/>
              <a:gd name="T7" fmla="*/ 1080 h 2293"/>
              <a:gd name="T8" fmla="*/ 1081 w 2294"/>
              <a:gd name="T9" fmla="*/ 1212 h 2293"/>
              <a:gd name="T10" fmla="*/ 2162 w 2294"/>
              <a:gd name="T11" fmla="*/ 1212 h 2293"/>
              <a:gd name="T12" fmla="*/ 1081 w 2294"/>
              <a:gd name="T13" fmla="*/ 2292 h 2293"/>
              <a:gd name="T14" fmla="*/ 0 w 2294"/>
              <a:gd name="T15" fmla="*/ 1212 h 2293"/>
              <a:gd name="T16" fmla="*/ 1081 w 2294"/>
              <a:gd name="T17" fmla="*/ 131 h 2293"/>
              <a:gd name="T18" fmla="*/ 1081 w 2294"/>
              <a:gd name="T19" fmla="*/ 1212 h 2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294" h="2293">
                <a:moveTo>
                  <a:pt x="1212" y="1080"/>
                </a:moveTo>
                <a:lnTo>
                  <a:pt x="2293" y="1080"/>
                </a:lnTo>
                <a:cubicBezTo>
                  <a:pt x="2293" y="483"/>
                  <a:pt x="1809" y="0"/>
                  <a:pt x="1212" y="0"/>
                </a:cubicBezTo>
                <a:lnTo>
                  <a:pt x="1212" y="1080"/>
                </a:lnTo>
                <a:close/>
                <a:moveTo>
                  <a:pt x="1081" y="1212"/>
                </a:moveTo>
                <a:lnTo>
                  <a:pt x="2162" y="1212"/>
                </a:lnTo>
                <a:cubicBezTo>
                  <a:pt x="2162" y="1808"/>
                  <a:pt x="1678" y="2292"/>
                  <a:pt x="1081" y="2292"/>
                </a:cubicBezTo>
                <a:cubicBezTo>
                  <a:pt x="484" y="2292"/>
                  <a:pt x="0" y="1808"/>
                  <a:pt x="0" y="1212"/>
                </a:cubicBezTo>
                <a:cubicBezTo>
                  <a:pt x="0" y="615"/>
                  <a:pt x="484" y="131"/>
                  <a:pt x="1081" y="131"/>
                </a:cubicBezTo>
                <a:lnTo>
                  <a:pt x="1081" y="12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UA" sz="1500"/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16E8674C-F44F-394B-AB4C-F18C0AEA8A8F}"/>
              </a:ext>
            </a:extLst>
          </p:cNvPr>
          <p:cNvSpPr/>
          <p:nvPr/>
        </p:nvSpPr>
        <p:spPr>
          <a:xfrm>
            <a:off x="1589049" y="608687"/>
            <a:ext cx="9013902" cy="695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3917" b="1" dirty="0">
                <a:latin typeface="Montserrat" pitchFamily="2" charset="0"/>
              </a:rPr>
              <a:t> </a:t>
            </a:r>
            <a:endParaRPr lang="en" sz="3917" dirty="0">
              <a:latin typeface="Montserrat" pitchFamily="2" charset="0"/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5EC7675F-F7E0-EA45-8516-5059C3BAD8E7}"/>
              </a:ext>
            </a:extLst>
          </p:cNvPr>
          <p:cNvSpPr/>
          <p:nvPr/>
        </p:nvSpPr>
        <p:spPr>
          <a:xfrm>
            <a:off x="1373188" y="1868827"/>
            <a:ext cx="1444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" sz="2000" b="1" dirty="0">
                <a:latin typeface="Montserrat" pitchFamily="2" charset="0"/>
              </a:rPr>
              <a:t> </a:t>
            </a:r>
            <a:endParaRPr lang="en" sz="2000" dirty="0">
              <a:latin typeface="Montserrat" pitchFamily="2" charset="0"/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B1A19C5A-45C8-4143-8653-7827ADB49CE9}"/>
              </a:ext>
            </a:extLst>
          </p:cNvPr>
          <p:cNvSpPr/>
          <p:nvPr/>
        </p:nvSpPr>
        <p:spPr>
          <a:xfrm>
            <a:off x="1107767" y="2294541"/>
            <a:ext cx="1975467" cy="4515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1167" dirty="0">
                <a:latin typeface="Open Sans" panose="020B0606030504020204" pitchFamily="34" charset="0"/>
              </a:rPr>
              <a:t> </a:t>
            </a:r>
            <a:endParaRPr lang="en" sz="1167" dirty="0">
              <a:latin typeface="Open Sans" panose="020B0606030504020204" pitchFamily="34" charset="0"/>
            </a:endParaRPr>
          </a:p>
        </p:txBody>
      </p:sp>
      <p:grpSp>
        <p:nvGrpSpPr>
          <p:cNvPr id="116" name="Группа 115">
            <a:extLst>
              <a:ext uri="{FF2B5EF4-FFF2-40B4-BE49-F238E27FC236}">
                <a16:creationId xmlns:a16="http://schemas.microsoft.com/office/drawing/2014/main" id="{FD9BF8BC-B159-9142-A47A-DB49F20D8F8A}"/>
              </a:ext>
            </a:extLst>
          </p:cNvPr>
          <p:cNvGrpSpPr/>
          <p:nvPr/>
        </p:nvGrpSpPr>
        <p:grpSpPr>
          <a:xfrm>
            <a:off x="1607225" y="5253555"/>
            <a:ext cx="976549" cy="1014021"/>
            <a:chOff x="2369935" y="6275040"/>
            <a:chExt cx="1171859" cy="1216825"/>
          </a:xfrm>
        </p:grpSpPr>
        <p:sp>
          <p:nvSpPr>
            <p:cNvPr id="117" name="Прямоугольник 116">
              <a:extLst>
                <a:ext uri="{FF2B5EF4-FFF2-40B4-BE49-F238E27FC236}">
                  <a16:creationId xmlns:a16="http://schemas.microsoft.com/office/drawing/2014/main" id="{EF2648F6-1A68-E943-AB7B-5B38E29F7EB1}"/>
                </a:ext>
              </a:extLst>
            </p:cNvPr>
            <p:cNvSpPr/>
            <p:nvPr/>
          </p:nvSpPr>
          <p:spPr>
            <a:xfrm>
              <a:off x="2369935" y="6275040"/>
              <a:ext cx="1171859" cy="54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" sz="2333" b="1" dirty="0">
                  <a:latin typeface="Montserrat" pitchFamily="2" charset="0"/>
                </a:rPr>
                <a:t>STEP</a:t>
              </a:r>
              <a:endParaRPr lang="en" sz="2333" dirty="0">
                <a:latin typeface="Montserrat" pitchFamily="2" charset="0"/>
              </a:endParaRPr>
            </a:p>
          </p:txBody>
        </p:sp>
        <p:sp>
          <p:nvSpPr>
            <p:cNvPr id="118" name="Прямоугольник 117">
              <a:extLst>
                <a:ext uri="{FF2B5EF4-FFF2-40B4-BE49-F238E27FC236}">
                  <a16:creationId xmlns:a16="http://schemas.microsoft.com/office/drawing/2014/main" id="{E2ADA28A-CA55-EE44-A366-9F73ADAC92DC}"/>
                </a:ext>
              </a:extLst>
            </p:cNvPr>
            <p:cNvSpPr/>
            <p:nvPr/>
          </p:nvSpPr>
          <p:spPr>
            <a:xfrm>
              <a:off x="2475733" y="6550069"/>
              <a:ext cx="960263" cy="94179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ru-UA" sz="4500" b="1" dirty="0">
                  <a:latin typeface="Montserrat" pitchFamily="2" charset="0"/>
                </a:rPr>
                <a:t>01</a:t>
              </a:r>
              <a:endParaRPr lang="ru-UA" sz="4500" dirty="0">
                <a:latin typeface="Montserrat" pitchFamily="2" charset="0"/>
              </a:endParaRPr>
            </a:p>
          </p:txBody>
        </p:sp>
      </p:grpSp>
      <p:sp>
        <p:nvSpPr>
          <p:cNvPr id="121" name="Прямоугольник 120">
            <a:extLst>
              <a:ext uri="{FF2B5EF4-FFF2-40B4-BE49-F238E27FC236}">
                <a16:creationId xmlns:a16="http://schemas.microsoft.com/office/drawing/2014/main" id="{CB7F869C-84F0-004C-8AC9-85599ECEB3C7}"/>
              </a:ext>
            </a:extLst>
          </p:cNvPr>
          <p:cNvSpPr/>
          <p:nvPr/>
        </p:nvSpPr>
        <p:spPr>
          <a:xfrm>
            <a:off x="3374240" y="1868827"/>
            <a:ext cx="14430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" sz="2000" b="1" dirty="0">
                <a:latin typeface="Montserrat" pitchFamily="2" charset="0"/>
              </a:rPr>
              <a:t> </a:t>
            </a:r>
            <a:endParaRPr lang="en" sz="2000" dirty="0">
              <a:latin typeface="Montserrat" pitchFamily="2" charset="0"/>
            </a:endParaRPr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C24CE32E-3BE1-9F42-890E-5DD3778A40D4}"/>
              </a:ext>
            </a:extLst>
          </p:cNvPr>
          <p:cNvSpPr/>
          <p:nvPr/>
        </p:nvSpPr>
        <p:spPr>
          <a:xfrm>
            <a:off x="3108017" y="2294541"/>
            <a:ext cx="1975467" cy="4515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1167" dirty="0">
                <a:latin typeface="Open Sans" panose="020B0606030504020204" pitchFamily="34" charset="0"/>
              </a:rPr>
              <a:t> </a:t>
            </a:r>
            <a:endParaRPr lang="en" sz="1167" dirty="0">
              <a:latin typeface="Open Sans" panose="020B0606030504020204" pitchFamily="34" charset="0"/>
            </a:endParaRPr>
          </a:p>
        </p:txBody>
      </p:sp>
      <p:grpSp>
        <p:nvGrpSpPr>
          <p:cNvPr id="123" name="Группа 122">
            <a:extLst>
              <a:ext uri="{FF2B5EF4-FFF2-40B4-BE49-F238E27FC236}">
                <a16:creationId xmlns:a16="http://schemas.microsoft.com/office/drawing/2014/main" id="{43B5E6DE-923B-C64D-B82C-AA09DF9D5A45}"/>
              </a:ext>
            </a:extLst>
          </p:cNvPr>
          <p:cNvGrpSpPr/>
          <p:nvPr/>
        </p:nvGrpSpPr>
        <p:grpSpPr>
          <a:xfrm>
            <a:off x="3607475" y="5253555"/>
            <a:ext cx="976549" cy="1014021"/>
            <a:chOff x="2376042" y="6275040"/>
            <a:chExt cx="1171859" cy="1216825"/>
          </a:xfrm>
        </p:grpSpPr>
        <p:sp>
          <p:nvSpPr>
            <p:cNvPr id="124" name="Прямоугольник 123">
              <a:extLst>
                <a:ext uri="{FF2B5EF4-FFF2-40B4-BE49-F238E27FC236}">
                  <a16:creationId xmlns:a16="http://schemas.microsoft.com/office/drawing/2014/main" id="{662C5FAD-340F-2741-BE52-C95BF9C7023B}"/>
                </a:ext>
              </a:extLst>
            </p:cNvPr>
            <p:cNvSpPr/>
            <p:nvPr/>
          </p:nvSpPr>
          <p:spPr>
            <a:xfrm>
              <a:off x="2376042" y="6275040"/>
              <a:ext cx="1171859" cy="54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" sz="2333" b="1" dirty="0">
                  <a:latin typeface="Montserrat" pitchFamily="2" charset="0"/>
                </a:rPr>
                <a:t>STEP</a:t>
              </a:r>
              <a:endParaRPr lang="en" sz="2333" dirty="0">
                <a:latin typeface="Montserrat" pitchFamily="2" charset="0"/>
              </a:endParaRPr>
            </a:p>
          </p:txBody>
        </p:sp>
        <p:sp>
          <p:nvSpPr>
            <p:cNvPr id="125" name="Прямоугольник 124">
              <a:extLst>
                <a:ext uri="{FF2B5EF4-FFF2-40B4-BE49-F238E27FC236}">
                  <a16:creationId xmlns:a16="http://schemas.microsoft.com/office/drawing/2014/main" id="{9959199D-11B4-1C4F-9105-6121657E56E8}"/>
                </a:ext>
              </a:extLst>
            </p:cNvPr>
            <p:cNvSpPr/>
            <p:nvPr/>
          </p:nvSpPr>
          <p:spPr>
            <a:xfrm>
              <a:off x="2412589" y="6550069"/>
              <a:ext cx="1098763" cy="94179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ru-UA" sz="4500" b="1" dirty="0">
                  <a:latin typeface="Montserrat" pitchFamily="2" charset="0"/>
                </a:rPr>
                <a:t>0</a:t>
              </a:r>
              <a:r>
                <a:rPr lang="en-US" sz="4500" b="1" dirty="0">
                  <a:latin typeface="Montserrat" pitchFamily="2" charset="0"/>
                </a:rPr>
                <a:t>2</a:t>
              </a:r>
              <a:endParaRPr lang="ru-UA" sz="4500" dirty="0">
                <a:latin typeface="Montserrat" pitchFamily="2" charset="0"/>
              </a:endParaRPr>
            </a:p>
          </p:txBody>
        </p:sp>
      </p:grpSp>
      <p:sp>
        <p:nvSpPr>
          <p:cNvPr id="131" name="Прямоугольник 130">
            <a:extLst>
              <a:ext uri="{FF2B5EF4-FFF2-40B4-BE49-F238E27FC236}">
                <a16:creationId xmlns:a16="http://schemas.microsoft.com/office/drawing/2014/main" id="{13704C25-62D2-2B45-AAD2-BFB018194711}"/>
              </a:ext>
            </a:extLst>
          </p:cNvPr>
          <p:cNvSpPr/>
          <p:nvPr/>
        </p:nvSpPr>
        <p:spPr>
          <a:xfrm>
            <a:off x="5378497" y="1893574"/>
            <a:ext cx="14350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" sz="2000" b="1" dirty="0">
                <a:latin typeface="Montserrat" pitchFamily="2" charset="0"/>
              </a:rPr>
              <a:t> </a:t>
            </a:r>
            <a:endParaRPr lang="en" sz="2000" dirty="0">
              <a:latin typeface="Montserrat" pitchFamily="2" charset="0"/>
            </a:endParaRPr>
          </a:p>
        </p:txBody>
      </p:sp>
      <p:sp>
        <p:nvSpPr>
          <p:cNvPr id="132" name="Прямоугольник 131">
            <a:extLst>
              <a:ext uri="{FF2B5EF4-FFF2-40B4-BE49-F238E27FC236}">
                <a16:creationId xmlns:a16="http://schemas.microsoft.com/office/drawing/2014/main" id="{79F92B97-5C64-3645-831E-FE0003CDA461}"/>
              </a:ext>
            </a:extLst>
          </p:cNvPr>
          <p:cNvSpPr/>
          <p:nvPr/>
        </p:nvSpPr>
        <p:spPr>
          <a:xfrm>
            <a:off x="5108267" y="2319289"/>
            <a:ext cx="1975467" cy="4515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1167" dirty="0">
                <a:latin typeface="Open Sans" panose="020B0606030504020204" pitchFamily="34" charset="0"/>
              </a:rPr>
              <a:t> </a:t>
            </a:r>
            <a:endParaRPr lang="en" sz="1167" dirty="0">
              <a:latin typeface="Open Sans" panose="020B0606030504020204" pitchFamily="34" charset="0"/>
            </a:endParaRPr>
          </a:p>
        </p:txBody>
      </p:sp>
      <p:grpSp>
        <p:nvGrpSpPr>
          <p:cNvPr id="133" name="Группа 132">
            <a:extLst>
              <a:ext uri="{FF2B5EF4-FFF2-40B4-BE49-F238E27FC236}">
                <a16:creationId xmlns:a16="http://schemas.microsoft.com/office/drawing/2014/main" id="{66262FBA-4390-D647-9C5E-4D0FF4CB07EB}"/>
              </a:ext>
            </a:extLst>
          </p:cNvPr>
          <p:cNvGrpSpPr/>
          <p:nvPr/>
        </p:nvGrpSpPr>
        <p:grpSpPr>
          <a:xfrm>
            <a:off x="5607725" y="5264549"/>
            <a:ext cx="976549" cy="1027773"/>
            <a:chOff x="2412521" y="6258536"/>
            <a:chExt cx="1171859" cy="1233328"/>
          </a:xfrm>
        </p:grpSpPr>
        <p:sp>
          <p:nvSpPr>
            <p:cNvPr id="134" name="Прямоугольник 133">
              <a:extLst>
                <a:ext uri="{FF2B5EF4-FFF2-40B4-BE49-F238E27FC236}">
                  <a16:creationId xmlns:a16="http://schemas.microsoft.com/office/drawing/2014/main" id="{E363BD2F-DE89-D846-8437-4DCECD1673B2}"/>
                </a:ext>
              </a:extLst>
            </p:cNvPr>
            <p:cNvSpPr/>
            <p:nvPr/>
          </p:nvSpPr>
          <p:spPr>
            <a:xfrm>
              <a:off x="2412521" y="6258536"/>
              <a:ext cx="1171859" cy="5416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" sz="2333" b="1" dirty="0">
                  <a:latin typeface="Montserrat" pitchFamily="2" charset="0"/>
                </a:rPr>
                <a:t>STEP</a:t>
              </a:r>
              <a:endParaRPr lang="en" sz="2333" dirty="0">
                <a:latin typeface="Montserrat" pitchFamily="2" charset="0"/>
              </a:endParaRPr>
            </a:p>
          </p:txBody>
        </p:sp>
        <p:sp>
          <p:nvSpPr>
            <p:cNvPr id="135" name="Прямоугольник 134">
              <a:extLst>
                <a:ext uri="{FF2B5EF4-FFF2-40B4-BE49-F238E27FC236}">
                  <a16:creationId xmlns:a16="http://schemas.microsoft.com/office/drawing/2014/main" id="{865AD0DF-E8E7-0444-8FE1-E2CD037A77C2}"/>
                </a:ext>
              </a:extLst>
            </p:cNvPr>
            <p:cNvSpPr/>
            <p:nvPr/>
          </p:nvSpPr>
          <p:spPr>
            <a:xfrm>
              <a:off x="2448107" y="6550068"/>
              <a:ext cx="1100687" cy="94179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ru-UA" sz="4500" b="1" dirty="0">
                  <a:latin typeface="Montserrat" pitchFamily="2" charset="0"/>
                </a:rPr>
                <a:t>0</a:t>
              </a:r>
              <a:r>
                <a:rPr lang="en-US" sz="4500" b="1" dirty="0">
                  <a:latin typeface="Montserrat" pitchFamily="2" charset="0"/>
                </a:rPr>
                <a:t>3</a:t>
              </a:r>
              <a:endParaRPr lang="ru-UA" sz="4500" dirty="0">
                <a:latin typeface="Montserrat" pitchFamily="2" charset="0"/>
              </a:endParaRPr>
            </a:p>
          </p:txBody>
        </p:sp>
      </p:grpSp>
      <p:sp>
        <p:nvSpPr>
          <p:cNvPr id="136" name="Прямоугольник 135">
            <a:extLst>
              <a:ext uri="{FF2B5EF4-FFF2-40B4-BE49-F238E27FC236}">
                <a16:creationId xmlns:a16="http://schemas.microsoft.com/office/drawing/2014/main" id="{75EE4F6C-6492-BD43-B718-51E7F0472AAD}"/>
              </a:ext>
            </a:extLst>
          </p:cNvPr>
          <p:cNvSpPr/>
          <p:nvPr/>
        </p:nvSpPr>
        <p:spPr>
          <a:xfrm>
            <a:off x="7366726" y="1868827"/>
            <a:ext cx="14590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" sz="2000" b="1" dirty="0">
                <a:latin typeface="Montserrat" pitchFamily="2" charset="0"/>
              </a:rPr>
              <a:t> </a:t>
            </a:r>
            <a:endParaRPr lang="en" sz="2000" dirty="0">
              <a:latin typeface="Montserrat" pitchFamily="2" charset="0"/>
            </a:endParaRPr>
          </a:p>
        </p:txBody>
      </p:sp>
      <p:sp>
        <p:nvSpPr>
          <p:cNvPr id="137" name="Прямоугольник 136">
            <a:extLst>
              <a:ext uri="{FF2B5EF4-FFF2-40B4-BE49-F238E27FC236}">
                <a16:creationId xmlns:a16="http://schemas.microsoft.com/office/drawing/2014/main" id="{77637C8F-80F3-5B4B-A314-35A562FEB8BD}"/>
              </a:ext>
            </a:extLst>
          </p:cNvPr>
          <p:cNvSpPr/>
          <p:nvPr/>
        </p:nvSpPr>
        <p:spPr>
          <a:xfrm>
            <a:off x="7108517" y="2294541"/>
            <a:ext cx="1975467" cy="4515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1167" dirty="0">
                <a:latin typeface="Open Sans" panose="020B0606030504020204" pitchFamily="34" charset="0"/>
              </a:rPr>
              <a:t> </a:t>
            </a:r>
            <a:endParaRPr lang="en" sz="1167" dirty="0">
              <a:latin typeface="Open Sans" panose="020B0606030504020204" pitchFamily="34" charset="0"/>
            </a:endParaRPr>
          </a:p>
        </p:txBody>
      </p:sp>
      <p:grpSp>
        <p:nvGrpSpPr>
          <p:cNvPr id="138" name="Группа 137">
            <a:extLst>
              <a:ext uri="{FF2B5EF4-FFF2-40B4-BE49-F238E27FC236}">
                <a16:creationId xmlns:a16="http://schemas.microsoft.com/office/drawing/2014/main" id="{D69F538D-93A5-204D-85F8-1A5E77C34D0A}"/>
              </a:ext>
            </a:extLst>
          </p:cNvPr>
          <p:cNvGrpSpPr/>
          <p:nvPr/>
        </p:nvGrpSpPr>
        <p:grpSpPr>
          <a:xfrm>
            <a:off x="7607975" y="5253553"/>
            <a:ext cx="976549" cy="1038767"/>
            <a:chOff x="2382793" y="6275040"/>
            <a:chExt cx="1171859" cy="1246520"/>
          </a:xfrm>
        </p:grpSpPr>
        <p:sp>
          <p:nvSpPr>
            <p:cNvPr id="139" name="Прямоугольник 138">
              <a:extLst>
                <a:ext uri="{FF2B5EF4-FFF2-40B4-BE49-F238E27FC236}">
                  <a16:creationId xmlns:a16="http://schemas.microsoft.com/office/drawing/2014/main" id="{BA2E7769-9A79-984A-B692-68BB6683792A}"/>
                </a:ext>
              </a:extLst>
            </p:cNvPr>
            <p:cNvSpPr/>
            <p:nvPr/>
          </p:nvSpPr>
          <p:spPr>
            <a:xfrm>
              <a:off x="2382793" y="6275040"/>
              <a:ext cx="1171859" cy="54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" sz="2333" b="1" dirty="0">
                  <a:latin typeface="Montserrat" pitchFamily="2" charset="0"/>
                </a:rPr>
                <a:t>STEP</a:t>
              </a:r>
              <a:endParaRPr lang="en" sz="2333" dirty="0">
                <a:latin typeface="Montserrat" pitchFamily="2" charset="0"/>
              </a:endParaRPr>
            </a:p>
          </p:txBody>
        </p:sp>
        <p:sp>
          <p:nvSpPr>
            <p:cNvPr id="140" name="Прямоугольник 139">
              <a:extLst>
                <a:ext uri="{FF2B5EF4-FFF2-40B4-BE49-F238E27FC236}">
                  <a16:creationId xmlns:a16="http://schemas.microsoft.com/office/drawing/2014/main" id="{A7E92DDD-6841-8A42-AA2E-EA722B5C51FA}"/>
                </a:ext>
              </a:extLst>
            </p:cNvPr>
            <p:cNvSpPr/>
            <p:nvPr/>
          </p:nvSpPr>
          <p:spPr>
            <a:xfrm>
              <a:off x="2384717" y="6579765"/>
              <a:ext cx="1168012" cy="94179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ru-UA" sz="4500" b="1" dirty="0">
                  <a:latin typeface="Montserrat" pitchFamily="2" charset="0"/>
                </a:rPr>
                <a:t>0</a:t>
              </a:r>
              <a:r>
                <a:rPr lang="en-US" sz="4500" b="1" dirty="0">
                  <a:latin typeface="Montserrat" pitchFamily="2" charset="0"/>
                </a:rPr>
                <a:t>4</a:t>
              </a:r>
              <a:endParaRPr lang="ru-UA" sz="4500" dirty="0">
                <a:latin typeface="Montserrat" pitchFamily="2" charset="0"/>
              </a:endParaRPr>
            </a:p>
          </p:txBody>
        </p:sp>
      </p:grpSp>
      <p:sp>
        <p:nvSpPr>
          <p:cNvPr id="141" name="Прямоугольник 140">
            <a:extLst>
              <a:ext uri="{FF2B5EF4-FFF2-40B4-BE49-F238E27FC236}">
                <a16:creationId xmlns:a16="http://schemas.microsoft.com/office/drawing/2014/main" id="{6DB8D348-9765-2141-B42B-E821F3D7075E}"/>
              </a:ext>
            </a:extLst>
          </p:cNvPr>
          <p:cNvSpPr/>
          <p:nvPr/>
        </p:nvSpPr>
        <p:spPr>
          <a:xfrm>
            <a:off x="9387012" y="1893574"/>
            <a:ext cx="14189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" sz="2000" b="1" dirty="0">
                <a:latin typeface="Montserrat" pitchFamily="2" charset="0"/>
              </a:rPr>
              <a:t> </a:t>
            </a:r>
            <a:endParaRPr lang="en" sz="2000" dirty="0">
              <a:latin typeface="Montserrat" pitchFamily="2" charset="0"/>
            </a:endParaRPr>
          </a:p>
        </p:txBody>
      </p:sp>
      <p:sp>
        <p:nvSpPr>
          <p:cNvPr id="142" name="Прямоугольник 141">
            <a:extLst>
              <a:ext uri="{FF2B5EF4-FFF2-40B4-BE49-F238E27FC236}">
                <a16:creationId xmlns:a16="http://schemas.microsoft.com/office/drawing/2014/main" id="{0E6F5752-81AC-1D4C-A197-09999FF351AE}"/>
              </a:ext>
            </a:extLst>
          </p:cNvPr>
          <p:cNvSpPr/>
          <p:nvPr/>
        </p:nvSpPr>
        <p:spPr>
          <a:xfrm>
            <a:off x="9108767" y="2319289"/>
            <a:ext cx="1975467" cy="4515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1167" dirty="0">
                <a:latin typeface="Open Sans" panose="020B0606030504020204" pitchFamily="34" charset="0"/>
              </a:rPr>
              <a:t> </a:t>
            </a:r>
            <a:endParaRPr lang="en" sz="1167" dirty="0">
              <a:latin typeface="Open Sans" panose="020B0606030504020204" pitchFamily="34" charset="0"/>
            </a:endParaRPr>
          </a:p>
        </p:txBody>
      </p:sp>
      <p:grpSp>
        <p:nvGrpSpPr>
          <p:cNvPr id="143" name="Группа 142">
            <a:extLst>
              <a:ext uri="{FF2B5EF4-FFF2-40B4-BE49-F238E27FC236}">
                <a16:creationId xmlns:a16="http://schemas.microsoft.com/office/drawing/2014/main" id="{D8A72FD0-C943-FA49-A49C-8793559E623C}"/>
              </a:ext>
            </a:extLst>
          </p:cNvPr>
          <p:cNvGrpSpPr/>
          <p:nvPr/>
        </p:nvGrpSpPr>
        <p:grpSpPr>
          <a:xfrm>
            <a:off x="9608225" y="5257806"/>
            <a:ext cx="976549" cy="1034752"/>
            <a:chOff x="2369935" y="6275040"/>
            <a:chExt cx="1171859" cy="1241702"/>
          </a:xfrm>
        </p:grpSpPr>
        <p:sp>
          <p:nvSpPr>
            <p:cNvPr id="144" name="Прямоугольник 143">
              <a:extLst>
                <a:ext uri="{FF2B5EF4-FFF2-40B4-BE49-F238E27FC236}">
                  <a16:creationId xmlns:a16="http://schemas.microsoft.com/office/drawing/2014/main" id="{623EFD8F-6A07-D842-B93F-E4DF989E113D}"/>
                </a:ext>
              </a:extLst>
            </p:cNvPr>
            <p:cNvSpPr/>
            <p:nvPr/>
          </p:nvSpPr>
          <p:spPr>
            <a:xfrm>
              <a:off x="2369935" y="6275040"/>
              <a:ext cx="1171859" cy="54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" sz="2333" b="1" dirty="0">
                  <a:latin typeface="Montserrat" pitchFamily="2" charset="0"/>
                </a:rPr>
                <a:t>STEP</a:t>
              </a:r>
              <a:endParaRPr lang="en" sz="2333" dirty="0">
                <a:latin typeface="Montserrat" pitchFamily="2" charset="0"/>
              </a:endParaRPr>
            </a:p>
          </p:txBody>
        </p:sp>
        <p:sp>
          <p:nvSpPr>
            <p:cNvPr id="145" name="Прямоугольник 144">
              <a:extLst>
                <a:ext uri="{FF2B5EF4-FFF2-40B4-BE49-F238E27FC236}">
                  <a16:creationId xmlns:a16="http://schemas.microsoft.com/office/drawing/2014/main" id="{9E0D1075-5917-9946-81D1-88BB56F89B66}"/>
                </a:ext>
              </a:extLst>
            </p:cNvPr>
            <p:cNvSpPr/>
            <p:nvPr/>
          </p:nvSpPr>
          <p:spPr>
            <a:xfrm>
              <a:off x="2404559" y="6574946"/>
              <a:ext cx="1102611" cy="94179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ru-UA" sz="4500" b="1" dirty="0">
                  <a:latin typeface="Montserrat" pitchFamily="2" charset="0"/>
                </a:rPr>
                <a:t>0</a:t>
              </a:r>
              <a:r>
                <a:rPr lang="en-US" sz="4500" b="1" dirty="0">
                  <a:latin typeface="Montserrat" pitchFamily="2" charset="0"/>
                </a:rPr>
                <a:t>5</a:t>
              </a:r>
              <a:endParaRPr lang="ru-UA" sz="4500" dirty="0">
                <a:latin typeface="Montserrat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45826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5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5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3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3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5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5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3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3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5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5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50"/>
                            </p:stCondLst>
                            <p:childTnLst>
                              <p:par>
                                <p:cTn id="46" presetID="2" presetClass="entr" presetSubtype="1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1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2" presetClass="entr" presetSubtype="1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450"/>
                            </p:stCondLst>
                            <p:childTnLst>
                              <p:par>
                                <p:cTn id="72" presetID="2" presetClass="entr" presetSubtype="1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1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400"/>
                            </p:stCondLst>
                            <p:childTnLst>
                              <p:par>
                                <p:cTn id="85" presetID="2" presetClass="entr" presetSubtype="1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75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1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75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75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75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350"/>
                            </p:stCondLst>
                            <p:childTnLst>
                              <p:par>
                                <p:cTn id="98" presetID="2" presetClass="entr" presetSubtype="1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75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6300"/>
                            </p:stCondLst>
                            <p:childTnLst>
                              <p:par>
                                <p:cTn id="111" presetID="2" presetClass="entr" presetSubtype="1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7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2" dur="500"/>
                                        <p:tgtEl>
                                          <p:spTgt spid="3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/>
                                        <p:tgtEl>
                                          <p:spTgt spid="3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0" dur="500"/>
                                        <p:tgtEl>
                                          <p:spTgt spid="3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3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8" dur="500"/>
                                        <p:tgtEl>
                                          <p:spTgt spid="3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/>
                                        <p:tgtEl>
                                          <p:spTgt spid="3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2" dur="500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6" dur="500"/>
                                        <p:tgtEl>
                                          <p:spTgt spid="3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/>
                                        <p:tgtEl>
                                          <p:spTgt spid="3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0" dur="500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4" dur="500"/>
                                        <p:tgtEl>
                                          <p:spTgt spid="3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/>
                                        <p:tgtEl>
                                          <p:spTgt spid="3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8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2"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6"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0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4"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8"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2"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6"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0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4"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8"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2" dur="5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6"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0"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4" dur="5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5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8"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 animBg="1"/>
      <p:bldP spid="3074" grpId="1" animBg="1"/>
      <p:bldP spid="3167" grpId="0" animBg="1"/>
      <p:bldP spid="3167" grpId="1" animBg="1"/>
      <p:bldP spid="3075" grpId="0" animBg="1"/>
      <p:bldP spid="3075" grpId="1" animBg="1"/>
      <p:bldP spid="3168" grpId="0" animBg="1"/>
      <p:bldP spid="3168" grpId="1" animBg="1"/>
      <p:bldP spid="3078" grpId="0" animBg="1"/>
      <p:bldP spid="3078" grpId="1" animBg="1"/>
      <p:bldP spid="3169" grpId="0" animBg="1"/>
      <p:bldP spid="3169" grpId="1" animBg="1"/>
      <p:bldP spid="3076" grpId="0" animBg="1"/>
      <p:bldP spid="3076" grpId="1" animBg="1"/>
      <p:bldP spid="3170" grpId="0" animBg="1"/>
      <p:bldP spid="3170" grpId="1" animBg="1"/>
      <p:bldP spid="3077" grpId="0" animBg="1"/>
      <p:bldP spid="3077" grpId="1" animBg="1"/>
      <p:bldP spid="3171" grpId="0" animBg="1"/>
      <p:bldP spid="3171" grpId="1" animBg="1"/>
      <p:bldP spid="113" grpId="0"/>
      <p:bldP spid="113" grpId="1"/>
      <p:bldP spid="114" grpId="0"/>
      <p:bldP spid="114" grpId="1"/>
      <p:bldP spid="115" grpId="0"/>
      <p:bldP spid="115" grpId="1"/>
      <p:bldP spid="121" grpId="0"/>
      <p:bldP spid="121" grpId="1"/>
      <p:bldP spid="122" grpId="0"/>
      <p:bldP spid="122" grpId="1"/>
      <p:bldP spid="131" grpId="0"/>
      <p:bldP spid="131" grpId="1"/>
      <p:bldP spid="132" grpId="0"/>
      <p:bldP spid="132" grpId="1"/>
      <p:bldP spid="136" grpId="0"/>
      <p:bldP spid="136" grpId="1"/>
      <p:bldP spid="137" grpId="0"/>
      <p:bldP spid="137" grpId="1"/>
      <p:bldP spid="141" grpId="0"/>
      <p:bldP spid="141" grpId="1"/>
      <p:bldP spid="142" grpId="0"/>
      <p:bldP spid="142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70</Words>
  <Application>Microsoft Office PowerPoint</Application>
  <PresentationFormat>Widescreen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Montserrat</vt:lpstr>
      <vt:lpstr>Open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Gajendrula Vasavi</dc:creator>
  <cp:lastModifiedBy>Gajendrula Vasavi</cp:lastModifiedBy>
  <cp:revision>1</cp:revision>
  <dcterms:created xsi:type="dcterms:W3CDTF">2026-06-22T05:07:22Z</dcterms:created>
  <dcterms:modified xsi:type="dcterms:W3CDTF">2026-06-22T05:25:00Z</dcterms:modified>
</cp:coreProperties>
</file>