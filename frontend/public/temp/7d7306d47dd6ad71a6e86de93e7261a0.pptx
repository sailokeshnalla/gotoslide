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BA94"/>
    <a:srgbClr val="F595A6"/>
    <a:srgbClr val="CEBA8B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93700B-4A9D-4F52-8E4B-4592F2727FAB}" v="2" dt="2026-05-19T06:59:17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jendrula Vasavi" userId="4d6e0e39fce785e1" providerId="LiveId" clId="{A065988B-96BB-4EA1-9A69-DFD681C000FE}"/>
    <pc:docChg chg="undo custSel delSld modSld">
      <pc:chgData name="Gajendrula Vasavi" userId="4d6e0e39fce785e1" providerId="LiveId" clId="{A065988B-96BB-4EA1-9A69-DFD681C000FE}" dt="2026-05-19T07:01:05.119" v="169" actId="2696"/>
      <pc:docMkLst>
        <pc:docMk/>
      </pc:docMkLst>
      <pc:sldChg chg="addSp delSp modSp mod">
        <pc:chgData name="Gajendrula Vasavi" userId="4d6e0e39fce785e1" providerId="LiveId" clId="{A065988B-96BB-4EA1-9A69-DFD681C000FE}" dt="2026-05-19T07:00:29.211" v="168" actId="20577"/>
        <pc:sldMkLst>
          <pc:docMk/>
          <pc:sldMk cId="413681981" sldId="359"/>
        </pc:sldMkLst>
        <pc:spChg chg="mod">
          <ac:chgData name="Gajendrula Vasavi" userId="4d6e0e39fce785e1" providerId="LiveId" clId="{A065988B-96BB-4EA1-9A69-DFD681C000FE}" dt="2026-05-19T06:56:26.100" v="40" actId="20577"/>
          <ac:spMkLst>
            <pc:docMk/>
            <pc:sldMk cId="413681981" sldId="359"/>
            <ac:spMk id="21" creationId="{DBF5AB70-317F-0130-5503-F8CC43008930}"/>
          </ac:spMkLst>
        </pc:spChg>
        <pc:spChg chg="mod">
          <ac:chgData name="Gajendrula Vasavi" userId="4d6e0e39fce785e1" providerId="LiveId" clId="{A065988B-96BB-4EA1-9A69-DFD681C000FE}" dt="2026-05-19T06:57:05.858" v="68" actId="20577"/>
          <ac:spMkLst>
            <pc:docMk/>
            <pc:sldMk cId="413681981" sldId="359"/>
            <ac:spMk id="30" creationId="{8DD5F389-DE10-4B78-695D-015FD4B94F7F}"/>
          </ac:spMkLst>
        </pc:spChg>
        <pc:spChg chg="mod">
          <ac:chgData name="Gajendrula Vasavi" userId="4d6e0e39fce785e1" providerId="LiveId" clId="{A065988B-96BB-4EA1-9A69-DFD681C000FE}" dt="2026-05-19T06:57:55.846" v="97" actId="20577"/>
          <ac:spMkLst>
            <pc:docMk/>
            <pc:sldMk cId="413681981" sldId="359"/>
            <ac:spMk id="34" creationId="{A508E898-DD9A-EB01-B865-21D0C36C43A8}"/>
          </ac:spMkLst>
        </pc:spChg>
        <pc:spChg chg="mod">
          <ac:chgData name="Gajendrula Vasavi" userId="4d6e0e39fce785e1" providerId="LiveId" clId="{A065988B-96BB-4EA1-9A69-DFD681C000FE}" dt="2026-05-19T06:57:51.213" v="94"/>
          <ac:spMkLst>
            <pc:docMk/>
            <pc:sldMk cId="413681981" sldId="359"/>
            <ac:spMk id="35" creationId="{452AFA79-C1FE-B111-092C-0F9310584782}"/>
          </ac:spMkLst>
        </pc:spChg>
        <pc:spChg chg="mod topLvl">
          <ac:chgData name="Gajendrula Vasavi" userId="4d6e0e39fce785e1" providerId="LiveId" clId="{A065988B-96BB-4EA1-9A69-DFD681C000FE}" dt="2026-05-19T06:59:33.538" v="132" actId="478"/>
          <ac:spMkLst>
            <pc:docMk/>
            <pc:sldMk cId="413681981" sldId="359"/>
            <ac:spMk id="37" creationId="{ECB163FC-3551-E911-FAD1-CA5A6BEEEE67}"/>
          </ac:spMkLst>
        </pc:spChg>
        <pc:spChg chg="add del mod topLvl">
          <ac:chgData name="Gajendrula Vasavi" userId="4d6e0e39fce785e1" providerId="LiveId" clId="{A065988B-96BB-4EA1-9A69-DFD681C000FE}" dt="2026-05-19T07:00:29.211" v="168" actId="20577"/>
          <ac:spMkLst>
            <pc:docMk/>
            <pc:sldMk cId="413681981" sldId="359"/>
            <ac:spMk id="38" creationId="{58EA442A-6ACB-9323-17D9-35DAFB9A2F7A}"/>
          </ac:spMkLst>
        </pc:spChg>
        <pc:spChg chg="mod">
          <ac:chgData name="Gajendrula Vasavi" userId="4d6e0e39fce785e1" providerId="LiveId" clId="{A065988B-96BB-4EA1-9A69-DFD681C000FE}" dt="2026-05-19T06:59:21.224" v="130" actId="20577"/>
          <ac:spMkLst>
            <pc:docMk/>
            <pc:sldMk cId="413681981" sldId="359"/>
            <ac:spMk id="40" creationId="{1F08297A-1EE4-1274-6192-87E353C2EF21}"/>
          </ac:spMkLst>
        </pc:spChg>
        <pc:spChg chg="mod">
          <ac:chgData name="Gajendrula Vasavi" userId="4d6e0e39fce785e1" providerId="LiveId" clId="{A065988B-96BB-4EA1-9A69-DFD681C000FE}" dt="2026-05-19T06:59:17.146" v="127"/>
          <ac:spMkLst>
            <pc:docMk/>
            <pc:sldMk cId="413681981" sldId="359"/>
            <ac:spMk id="47" creationId="{F4A0A5EB-AF64-DEEB-B487-345AA2AC3188}"/>
          </ac:spMkLst>
        </pc:spChg>
        <pc:grpChg chg="mod">
          <ac:chgData name="Gajendrula Vasavi" userId="4d6e0e39fce785e1" providerId="LiveId" clId="{A065988B-96BB-4EA1-9A69-DFD681C000FE}" dt="2026-05-19T06:57:51.213" v="94"/>
          <ac:grpSpMkLst>
            <pc:docMk/>
            <pc:sldMk cId="413681981" sldId="359"/>
            <ac:grpSpMk id="31" creationId="{5257360C-1553-2369-67A5-A4311EDABC73}"/>
          </ac:grpSpMkLst>
        </pc:grpChg>
        <pc:grpChg chg="add del">
          <ac:chgData name="Gajendrula Vasavi" userId="4d6e0e39fce785e1" providerId="LiveId" clId="{A065988B-96BB-4EA1-9A69-DFD681C000FE}" dt="2026-05-19T06:59:33.538" v="132" actId="478"/>
          <ac:grpSpMkLst>
            <pc:docMk/>
            <pc:sldMk cId="413681981" sldId="359"/>
            <ac:grpSpMk id="36" creationId="{95EF3024-B922-89C2-733B-79C20B8014BF}"/>
          </ac:grpSpMkLst>
        </pc:grpChg>
        <pc:grpChg chg="mod">
          <ac:chgData name="Gajendrula Vasavi" userId="4d6e0e39fce785e1" providerId="LiveId" clId="{A065988B-96BB-4EA1-9A69-DFD681C000FE}" dt="2026-05-19T06:59:17.146" v="127"/>
          <ac:grpSpMkLst>
            <pc:docMk/>
            <pc:sldMk cId="413681981" sldId="359"/>
            <ac:grpSpMk id="39" creationId="{B84884CA-7FBC-7AEA-B58F-E48A467D971D}"/>
          </ac:grpSpMkLst>
        </pc:grpChg>
      </pc:sldChg>
      <pc:sldChg chg="del">
        <pc:chgData name="Gajendrula Vasavi" userId="4d6e0e39fce785e1" providerId="LiveId" clId="{A065988B-96BB-4EA1-9A69-DFD681C000FE}" dt="2026-05-19T07:01:05.119" v="169" actId="2696"/>
        <pc:sldMkLst>
          <pc:docMk/>
          <pc:sldMk cId="2309663323" sldId="360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013A6-AD66-8468-1B50-10E58B691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F1CD1-2318-09C6-E82F-0A98843C6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FEFEA-C403-347A-A04E-E4A2287E3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E121-FEEF-11AC-4E81-4B5326D45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733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F0C052-A5D5-A3A7-5015-B8AD6BFA38B5}"/>
              </a:ext>
            </a:extLst>
          </p:cNvPr>
          <p:cNvSpPr txBox="1"/>
          <p:nvPr userDrawn="1"/>
        </p:nvSpPr>
        <p:spPr>
          <a:xfrm>
            <a:off x="667330" y="550033"/>
            <a:ext cx="2107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alpha val="40157"/>
                  </a:schemeClr>
                </a:solidFill>
                <a:latin typeface="+mj-lt"/>
              </a:rPr>
              <a:t>Designed</a:t>
            </a:r>
            <a:r>
              <a:rPr lang="en-US" dirty="0">
                <a:solidFill>
                  <a:schemeClr val="bg1">
                    <a:alpha val="40157"/>
                  </a:schemeClr>
                </a:solidFill>
              </a:rPr>
              <a:t> with       by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BDC3D9-4956-070F-F72D-978CD8717498}"/>
              </a:ext>
            </a:extLst>
          </p:cNvPr>
          <p:cNvGrpSpPr/>
          <p:nvPr userDrawn="1"/>
        </p:nvGrpSpPr>
        <p:grpSpPr>
          <a:xfrm>
            <a:off x="757647" y="1021854"/>
            <a:ext cx="5325710" cy="549583"/>
            <a:chOff x="757647" y="1021854"/>
            <a:chExt cx="5325710" cy="549583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F1B15682-086B-6549-3383-789D334FDAC4}"/>
                </a:ext>
              </a:extLst>
            </p:cNvPr>
            <p:cNvSpPr/>
            <p:nvPr userDrawn="1"/>
          </p:nvSpPr>
          <p:spPr>
            <a:xfrm>
              <a:off x="757647" y="1022945"/>
              <a:ext cx="4193833" cy="548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662"/>
                  </a:moveTo>
                  <a:lnTo>
                    <a:pt x="882" y="2662"/>
                  </a:lnTo>
                  <a:cubicBezTo>
                    <a:pt x="1028" y="2662"/>
                    <a:pt x="1163" y="2791"/>
                    <a:pt x="1280" y="3049"/>
                  </a:cubicBezTo>
                  <a:cubicBezTo>
                    <a:pt x="1398" y="3307"/>
                    <a:pt x="1500" y="3693"/>
                    <a:pt x="1584" y="4165"/>
                  </a:cubicBezTo>
                  <a:cubicBezTo>
                    <a:pt x="1668" y="4638"/>
                    <a:pt x="1730" y="5239"/>
                    <a:pt x="1775" y="5969"/>
                  </a:cubicBezTo>
                  <a:cubicBezTo>
                    <a:pt x="1820" y="6656"/>
                    <a:pt x="1842" y="7472"/>
                    <a:pt x="1842" y="8374"/>
                  </a:cubicBezTo>
                  <a:cubicBezTo>
                    <a:pt x="1842" y="9447"/>
                    <a:pt x="1814" y="10392"/>
                    <a:pt x="1763" y="11165"/>
                  </a:cubicBezTo>
                  <a:cubicBezTo>
                    <a:pt x="1707" y="11938"/>
                    <a:pt x="1634" y="12625"/>
                    <a:pt x="1544" y="13140"/>
                  </a:cubicBezTo>
                  <a:cubicBezTo>
                    <a:pt x="1455" y="13656"/>
                    <a:pt x="1348" y="14042"/>
                    <a:pt x="1224" y="14300"/>
                  </a:cubicBezTo>
                  <a:cubicBezTo>
                    <a:pt x="1101" y="14557"/>
                    <a:pt x="972" y="14686"/>
                    <a:pt x="837" y="14686"/>
                  </a:cubicBezTo>
                  <a:lnTo>
                    <a:pt x="590" y="14686"/>
                  </a:lnTo>
                  <a:lnTo>
                    <a:pt x="590" y="21299"/>
                  </a:lnTo>
                  <a:lnTo>
                    <a:pt x="0" y="21299"/>
                  </a:lnTo>
                  <a:lnTo>
                    <a:pt x="0" y="2662"/>
                  </a:lnTo>
                  <a:close/>
                  <a:moveTo>
                    <a:pt x="584" y="11251"/>
                  </a:moveTo>
                  <a:lnTo>
                    <a:pt x="798" y="11251"/>
                  </a:lnTo>
                  <a:cubicBezTo>
                    <a:pt x="854" y="11251"/>
                    <a:pt x="910" y="11208"/>
                    <a:pt x="966" y="11122"/>
                  </a:cubicBezTo>
                  <a:cubicBezTo>
                    <a:pt x="1022" y="11036"/>
                    <a:pt x="1067" y="10864"/>
                    <a:pt x="1106" y="10650"/>
                  </a:cubicBezTo>
                  <a:cubicBezTo>
                    <a:pt x="1146" y="10435"/>
                    <a:pt x="1179" y="10177"/>
                    <a:pt x="1202" y="9834"/>
                  </a:cubicBezTo>
                  <a:cubicBezTo>
                    <a:pt x="1224" y="9490"/>
                    <a:pt x="1241" y="9104"/>
                    <a:pt x="1241" y="8588"/>
                  </a:cubicBezTo>
                  <a:cubicBezTo>
                    <a:pt x="1241" y="7730"/>
                    <a:pt x="1202" y="7085"/>
                    <a:pt x="1129" y="6656"/>
                  </a:cubicBezTo>
                  <a:cubicBezTo>
                    <a:pt x="1050" y="6227"/>
                    <a:pt x="955" y="6012"/>
                    <a:pt x="826" y="6012"/>
                  </a:cubicBezTo>
                  <a:lnTo>
                    <a:pt x="590" y="6012"/>
                  </a:lnTo>
                  <a:lnTo>
                    <a:pt x="590" y="11251"/>
                  </a:lnTo>
                  <a:close/>
                  <a:moveTo>
                    <a:pt x="2179" y="21256"/>
                  </a:moveTo>
                  <a:lnTo>
                    <a:pt x="2179" y="7085"/>
                  </a:lnTo>
                  <a:lnTo>
                    <a:pt x="2628" y="7085"/>
                  </a:lnTo>
                  <a:lnTo>
                    <a:pt x="2685" y="9576"/>
                  </a:lnTo>
                  <a:cubicBezTo>
                    <a:pt x="2707" y="9233"/>
                    <a:pt x="2735" y="8889"/>
                    <a:pt x="2769" y="8546"/>
                  </a:cubicBezTo>
                  <a:cubicBezTo>
                    <a:pt x="2802" y="8202"/>
                    <a:pt x="2842" y="7901"/>
                    <a:pt x="2887" y="7644"/>
                  </a:cubicBezTo>
                  <a:cubicBezTo>
                    <a:pt x="2932" y="7386"/>
                    <a:pt x="2988" y="7171"/>
                    <a:pt x="3044" y="7043"/>
                  </a:cubicBezTo>
                  <a:cubicBezTo>
                    <a:pt x="3106" y="6871"/>
                    <a:pt x="3173" y="6828"/>
                    <a:pt x="3246" y="6828"/>
                  </a:cubicBezTo>
                  <a:cubicBezTo>
                    <a:pt x="3302" y="6828"/>
                    <a:pt x="3353" y="6871"/>
                    <a:pt x="3403" y="7000"/>
                  </a:cubicBezTo>
                  <a:cubicBezTo>
                    <a:pt x="3448" y="7128"/>
                    <a:pt x="3488" y="7214"/>
                    <a:pt x="3516" y="7386"/>
                  </a:cubicBezTo>
                  <a:lnTo>
                    <a:pt x="3426" y="10779"/>
                  </a:lnTo>
                  <a:cubicBezTo>
                    <a:pt x="3398" y="10650"/>
                    <a:pt x="3364" y="10564"/>
                    <a:pt x="3319" y="10435"/>
                  </a:cubicBezTo>
                  <a:cubicBezTo>
                    <a:pt x="3274" y="10349"/>
                    <a:pt x="3224" y="10306"/>
                    <a:pt x="3156" y="10306"/>
                  </a:cubicBezTo>
                  <a:cubicBezTo>
                    <a:pt x="3038" y="10306"/>
                    <a:pt x="2937" y="10607"/>
                    <a:pt x="2859" y="11208"/>
                  </a:cubicBezTo>
                  <a:cubicBezTo>
                    <a:pt x="2780" y="11809"/>
                    <a:pt x="2741" y="12840"/>
                    <a:pt x="2741" y="14257"/>
                  </a:cubicBezTo>
                  <a:lnTo>
                    <a:pt x="2741" y="21342"/>
                  </a:lnTo>
                  <a:lnTo>
                    <a:pt x="2179" y="21342"/>
                  </a:lnTo>
                  <a:close/>
                  <a:moveTo>
                    <a:pt x="5279" y="15416"/>
                  </a:moveTo>
                  <a:lnTo>
                    <a:pt x="4083" y="15416"/>
                  </a:lnTo>
                  <a:lnTo>
                    <a:pt x="4083" y="15545"/>
                  </a:lnTo>
                  <a:cubicBezTo>
                    <a:pt x="4083" y="16533"/>
                    <a:pt x="4134" y="17263"/>
                    <a:pt x="4235" y="17692"/>
                  </a:cubicBezTo>
                  <a:cubicBezTo>
                    <a:pt x="4336" y="18165"/>
                    <a:pt x="4459" y="18379"/>
                    <a:pt x="4611" y="18379"/>
                  </a:cubicBezTo>
                  <a:cubicBezTo>
                    <a:pt x="4718" y="18379"/>
                    <a:pt x="4807" y="18293"/>
                    <a:pt x="4886" y="18165"/>
                  </a:cubicBezTo>
                  <a:cubicBezTo>
                    <a:pt x="4965" y="17993"/>
                    <a:pt x="5032" y="17821"/>
                    <a:pt x="5088" y="17606"/>
                  </a:cubicBezTo>
                  <a:lnTo>
                    <a:pt x="5195" y="20612"/>
                  </a:lnTo>
                  <a:cubicBezTo>
                    <a:pt x="5128" y="20870"/>
                    <a:pt x="5038" y="21085"/>
                    <a:pt x="4931" y="21299"/>
                  </a:cubicBezTo>
                  <a:cubicBezTo>
                    <a:pt x="4824" y="21514"/>
                    <a:pt x="4695" y="21600"/>
                    <a:pt x="4538" y="21600"/>
                  </a:cubicBezTo>
                  <a:cubicBezTo>
                    <a:pt x="4398" y="21600"/>
                    <a:pt x="4268" y="21471"/>
                    <a:pt x="4145" y="21171"/>
                  </a:cubicBezTo>
                  <a:cubicBezTo>
                    <a:pt x="4021" y="20870"/>
                    <a:pt x="3909" y="20441"/>
                    <a:pt x="3819" y="19839"/>
                  </a:cubicBezTo>
                  <a:cubicBezTo>
                    <a:pt x="3724" y="19238"/>
                    <a:pt x="3651" y="18508"/>
                    <a:pt x="3594" y="17606"/>
                  </a:cubicBezTo>
                  <a:cubicBezTo>
                    <a:pt x="3538" y="16705"/>
                    <a:pt x="3510" y="15631"/>
                    <a:pt x="3510" y="14343"/>
                  </a:cubicBezTo>
                  <a:cubicBezTo>
                    <a:pt x="3510" y="13226"/>
                    <a:pt x="3533" y="12196"/>
                    <a:pt x="3578" y="11251"/>
                  </a:cubicBezTo>
                  <a:cubicBezTo>
                    <a:pt x="3622" y="10306"/>
                    <a:pt x="3684" y="9533"/>
                    <a:pt x="3768" y="8846"/>
                  </a:cubicBezTo>
                  <a:cubicBezTo>
                    <a:pt x="3853" y="8159"/>
                    <a:pt x="3948" y="7644"/>
                    <a:pt x="4066" y="7300"/>
                  </a:cubicBezTo>
                  <a:cubicBezTo>
                    <a:pt x="4178" y="6957"/>
                    <a:pt x="4308" y="6742"/>
                    <a:pt x="4448" y="6742"/>
                  </a:cubicBezTo>
                  <a:cubicBezTo>
                    <a:pt x="4701" y="6742"/>
                    <a:pt x="4903" y="7343"/>
                    <a:pt x="5060" y="8503"/>
                  </a:cubicBezTo>
                  <a:cubicBezTo>
                    <a:pt x="5212" y="9662"/>
                    <a:pt x="5290" y="11380"/>
                    <a:pt x="5290" y="13527"/>
                  </a:cubicBezTo>
                  <a:lnTo>
                    <a:pt x="5290" y="15416"/>
                  </a:lnTo>
                  <a:close/>
                  <a:moveTo>
                    <a:pt x="4695" y="12453"/>
                  </a:moveTo>
                  <a:cubicBezTo>
                    <a:pt x="4695" y="12110"/>
                    <a:pt x="4690" y="11809"/>
                    <a:pt x="4678" y="11466"/>
                  </a:cubicBezTo>
                  <a:cubicBezTo>
                    <a:pt x="4667" y="11165"/>
                    <a:pt x="4650" y="10864"/>
                    <a:pt x="4628" y="10607"/>
                  </a:cubicBezTo>
                  <a:cubicBezTo>
                    <a:pt x="4605" y="10349"/>
                    <a:pt x="4577" y="10177"/>
                    <a:pt x="4544" y="10006"/>
                  </a:cubicBezTo>
                  <a:cubicBezTo>
                    <a:pt x="4510" y="9877"/>
                    <a:pt x="4465" y="9791"/>
                    <a:pt x="4420" y="9791"/>
                  </a:cubicBezTo>
                  <a:cubicBezTo>
                    <a:pt x="4330" y="9791"/>
                    <a:pt x="4257" y="10049"/>
                    <a:pt x="4195" y="10521"/>
                  </a:cubicBezTo>
                  <a:cubicBezTo>
                    <a:pt x="4134" y="10993"/>
                    <a:pt x="4100" y="11637"/>
                    <a:pt x="4089" y="12496"/>
                  </a:cubicBezTo>
                  <a:lnTo>
                    <a:pt x="4695" y="12453"/>
                  </a:lnTo>
                  <a:close/>
                  <a:moveTo>
                    <a:pt x="6773" y="10693"/>
                  </a:moveTo>
                  <a:cubicBezTo>
                    <a:pt x="6706" y="10435"/>
                    <a:pt x="6633" y="10220"/>
                    <a:pt x="6554" y="10091"/>
                  </a:cubicBezTo>
                  <a:cubicBezTo>
                    <a:pt x="6476" y="9963"/>
                    <a:pt x="6402" y="9877"/>
                    <a:pt x="6329" y="9877"/>
                  </a:cubicBezTo>
                  <a:cubicBezTo>
                    <a:pt x="6262" y="9877"/>
                    <a:pt x="6206" y="9963"/>
                    <a:pt x="6167" y="10134"/>
                  </a:cubicBezTo>
                  <a:cubicBezTo>
                    <a:pt x="6127" y="10306"/>
                    <a:pt x="6105" y="10564"/>
                    <a:pt x="6105" y="10864"/>
                  </a:cubicBezTo>
                  <a:cubicBezTo>
                    <a:pt x="6105" y="11208"/>
                    <a:pt x="6127" y="11466"/>
                    <a:pt x="6167" y="11723"/>
                  </a:cubicBezTo>
                  <a:cubicBezTo>
                    <a:pt x="6206" y="11938"/>
                    <a:pt x="6285" y="12196"/>
                    <a:pt x="6402" y="12453"/>
                  </a:cubicBezTo>
                  <a:lnTo>
                    <a:pt x="6520" y="12711"/>
                  </a:lnTo>
                  <a:cubicBezTo>
                    <a:pt x="6672" y="13054"/>
                    <a:pt x="6790" y="13570"/>
                    <a:pt x="6869" y="14257"/>
                  </a:cubicBezTo>
                  <a:cubicBezTo>
                    <a:pt x="6947" y="14944"/>
                    <a:pt x="6987" y="15803"/>
                    <a:pt x="6987" y="16876"/>
                  </a:cubicBezTo>
                  <a:cubicBezTo>
                    <a:pt x="6987" y="17563"/>
                    <a:pt x="6970" y="18208"/>
                    <a:pt x="6930" y="18809"/>
                  </a:cubicBezTo>
                  <a:cubicBezTo>
                    <a:pt x="6891" y="19410"/>
                    <a:pt x="6835" y="19882"/>
                    <a:pt x="6768" y="20312"/>
                  </a:cubicBezTo>
                  <a:cubicBezTo>
                    <a:pt x="6695" y="20741"/>
                    <a:pt x="6610" y="21042"/>
                    <a:pt x="6515" y="21256"/>
                  </a:cubicBezTo>
                  <a:cubicBezTo>
                    <a:pt x="6414" y="21471"/>
                    <a:pt x="6307" y="21600"/>
                    <a:pt x="6183" y="21600"/>
                  </a:cubicBezTo>
                  <a:cubicBezTo>
                    <a:pt x="6054" y="21600"/>
                    <a:pt x="5936" y="21514"/>
                    <a:pt x="5835" y="21342"/>
                  </a:cubicBezTo>
                  <a:cubicBezTo>
                    <a:pt x="5734" y="21171"/>
                    <a:pt x="5639" y="20913"/>
                    <a:pt x="5554" y="20569"/>
                  </a:cubicBezTo>
                  <a:lnTo>
                    <a:pt x="5678" y="17435"/>
                  </a:lnTo>
                  <a:cubicBezTo>
                    <a:pt x="5751" y="17735"/>
                    <a:pt x="5830" y="17950"/>
                    <a:pt x="5914" y="18165"/>
                  </a:cubicBezTo>
                  <a:cubicBezTo>
                    <a:pt x="5993" y="18336"/>
                    <a:pt x="6077" y="18465"/>
                    <a:pt x="6161" y="18465"/>
                  </a:cubicBezTo>
                  <a:cubicBezTo>
                    <a:pt x="6256" y="18465"/>
                    <a:pt x="6329" y="18336"/>
                    <a:pt x="6369" y="18122"/>
                  </a:cubicBezTo>
                  <a:cubicBezTo>
                    <a:pt x="6408" y="17907"/>
                    <a:pt x="6431" y="17649"/>
                    <a:pt x="6431" y="17349"/>
                  </a:cubicBezTo>
                  <a:cubicBezTo>
                    <a:pt x="6431" y="17177"/>
                    <a:pt x="6425" y="17005"/>
                    <a:pt x="6419" y="16876"/>
                  </a:cubicBezTo>
                  <a:cubicBezTo>
                    <a:pt x="6408" y="16748"/>
                    <a:pt x="6397" y="16619"/>
                    <a:pt x="6369" y="16490"/>
                  </a:cubicBezTo>
                  <a:cubicBezTo>
                    <a:pt x="6346" y="16361"/>
                    <a:pt x="6313" y="16275"/>
                    <a:pt x="6268" y="16146"/>
                  </a:cubicBezTo>
                  <a:cubicBezTo>
                    <a:pt x="6223" y="16017"/>
                    <a:pt x="6172" y="15889"/>
                    <a:pt x="6105" y="15760"/>
                  </a:cubicBezTo>
                  <a:lnTo>
                    <a:pt x="5987" y="15502"/>
                  </a:lnTo>
                  <a:cubicBezTo>
                    <a:pt x="5835" y="15116"/>
                    <a:pt x="5723" y="14600"/>
                    <a:pt x="5656" y="13956"/>
                  </a:cubicBezTo>
                  <a:cubicBezTo>
                    <a:pt x="5588" y="13312"/>
                    <a:pt x="5549" y="12410"/>
                    <a:pt x="5549" y="11294"/>
                  </a:cubicBezTo>
                  <a:cubicBezTo>
                    <a:pt x="5549" y="10650"/>
                    <a:pt x="5566" y="10049"/>
                    <a:pt x="5599" y="9490"/>
                  </a:cubicBezTo>
                  <a:cubicBezTo>
                    <a:pt x="5633" y="8932"/>
                    <a:pt x="5684" y="8460"/>
                    <a:pt x="5745" y="8073"/>
                  </a:cubicBezTo>
                  <a:cubicBezTo>
                    <a:pt x="5807" y="7687"/>
                    <a:pt x="5886" y="7343"/>
                    <a:pt x="5976" y="7128"/>
                  </a:cubicBezTo>
                  <a:cubicBezTo>
                    <a:pt x="6066" y="6914"/>
                    <a:pt x="6172" y="6785"/>
                    <a:pt x="6290" y="6785"/>
                  </a:cubicBezTo>
                  <a:cubicBezTo>
                    <a:pt x="6408" y="6785"/>
                    <a:pt x="6520" y="6871"/>
                    <a:pt x="6622" y="7043"/>
                  </a:cubicBezTo>
                  <a:cubicBezTo>
                    <a:pt x="6723" y="7214"/>
                    <a:pt x="6812" y="7429"/>
                    <a:pt x="6897" y="7730"/>
                  </a:cubicBezTo>
                  <a:lnTo>
                    <a:pt x="6773" y="10693"/>
                  </a:lnTo>
                  <a:close/>
                  <a:moveTo>
                    <a:pt x="8992" y="15416"/>
                  </a:moveTo>
                  <a:lnTo>
                    <a:pt x="7795" y="15416"/>
                  </a:lnTo>
                  <a:lnTo>
                    <a:pt x="7795" y="15545"/>
                  </a:lnTo>
                  <a:cubicBezTo>
                    <a:pt x="7795" y="16533"/>
                    <a:pt x="7846" y="17263"/>
                    <a:pt x="7947" y="17692"/>
                  </a:cubicBezTo>
                  <a:cubicBezTo>
                    <a:pt x="8048" y="18165"/>
                    <a:pt x="8172" y="18379"/>
                    <a:pt x="8323" y="18379"/>
                  </a:cubicBezTo>
                  <a:cubicBezTo>
                    <a:pt x="8430" y="18379"/>
                    <a:pt x="8520" y="18293"/>
                    <a:pt x="8598" y="18165"/>
                  </a:cubicBezTo>
                  <a:cubicBezTo>
                    <a:pt x="8677" y="17993"/>
                    <a:pt x="8744" y="17821"/>
                    <a:pt x="8801" y="17606"/>
                  </a:cubicBezTo>
                  <a:lnTo>
                    <a:pt x="8907" y="20612"/>
                  </a:lnTo>
                  <a:cubicBezTo>
                    <a:pt x="8840" y="20870"/>
                    <a:pt x="8750" y="21085"/>
                    <a:pt x="8643" y="21299"/>
                  </a:cubicBezTo>
                  <a:cubicBezTo>
                    <a:pt x="8537" y="21514"/>
                    <a:pt x="8407" y="21600"/>
                    <a:pt x="8250" y="21600"/>
                  </a:cubicBezTo>
                  <a:cubicBezTo>
                    <a:pt x="8110" y="21600"/>
                    <a:pt x="7981" y="21471"/>
                    <a:pt x="7857" y="21171"/>
                  </a:cubicBezTo>
                  <a:cubicBezTo>
                    <a:pt x="7734" y="20870"/>
                    <a:pt x="7621" y="20441"/>
                    <a:pt x="7531" y="19839"/>
                  </a:cubicBezTo>
                  <a:cubicBezTo>
                    <a:pt x="7436" y="19238"/>
                    <a:pt x="7363" y="18508"/>
                    <a:pt x="7307" y="17606"/>
                  </a:cubicBezTo>
                  <a:cubicBezTo>
                    <a:pt x="7251" y="16705"/>
                    <a:pt x="7222" y="15631"/>
                    <a:pt x="7222" y="14343"/>
                  </a:cubicBezTo>
                  <a:cubicBezTo>
                    <a:pt x="7222" y="13226"/>
                    <a:pt x="7245" y="12196"/>
                    <a:pt x="7290" y="11251"/>
                  </a:cubicBezTo>
                  <a:cubicBezTo>
                    <a:pt x="7335" y="10306"/>
                    <a:pt x="7397" y="9533"/>
                    <a:pt x="7481" y="8846"/>
                  </a:cubicBezTo>
                  <a:cubicBezTo>
                    <a:pt x="7565" y="8159"/>
                    <a:pt x="7661" y="7644"/>
                    <a:pt x="7778" y="7300"/>
                  </a:cubicBezTo>
                  <a:cubicBezTo>
                    <a:pt x="7891" y="6957"/>
                    <a:pt x="8020" y="6742"/>
                    <a:pt x="8160" y="6742"/>
                  </a:cubicBezTo>
                  <a:cubicBezTo>
                    <a:pt x="8413" y="6742"/>
                    <a:pt x="8615" y="7343"/>
                    <a:pt x="8773" y="8503"/>
                  </a:cubicBezTo>
                  <a:cubicBezTo>
                    <a:pt x="8924" y="9662"/>
                    <a:pt x="9003" y="11380"/>
                    <a:pt x="9003" y="13527"/>
                  </a:cubicBezTo>
                  <a:lnTo>
                    <a:pt x="9003" y="15416"/>
                  </a:lnTo>
                  <a:close/>
                  <a:moveTo>
                    <a:pt x="8413" y="12453"/>
                  </a:moveTo>
                  <a:cubicBezTo>
                    <a:pt x="8413" y="12110"/>
                    <a:pt x="8407" y="11809"/>
                    <a:pt x="8396" y="11466"/>
                  </a:cubicBezTo>
                  <a:cubicBezTo>
                    <a:pt x="8385" y="11165"/>
                    <a:pt x="8368" y="10864"/>
                    <a:pt x="8346" y="10607"/>
                  </a:cubicBezTo>
                  <a:cubicBezTo>
                    <a:pt x="8323" y="10349"/>
                    <a:pt x="8295" y="10177"/>
                    <a:pt x="8261" y="10006"/>
                  </a:cubicBezTo>
                  <a:cubicBezTo>
                    <a:pt x="8228" y="9834"/>
                    <a:pt x="8183" y="9791"/>
                    <a:pt x="8138" y="9791"/>
                  </a:cubicBezTo>
                  <a:cubicBezTo>
                    <a:pt x="8048" y="9791"/>
                    <a:pt x="7975" y="10049"/>
                    <a:pt x="7913" y="10521"/>
                  </a:cubicBezTo>
                  <a:cubicBezTo>
                    <a:pt x="7851" y="10993"/>
                    <a:pt x="7818" y="11637"/>
                    <a:pt x="7807" y="12496"/>
                  </a:cubicBezTo>
                  <a:lnTo>
                    <a:pt x="8413" y="12453"/>
                  </a:lnTo>
                  <a:close/>
                  <a:moveTo>
                    <a:pt x="9913" y="21256"/>
                  </a:moveTo>
                  <a:lnTo>
                    <a:pt x="9340" y="21256"/>
                  </a:lnTo>
                  <a:lnTo>
                    <a:pt x="9340" y="7085"/>
                  </a:lnTo>
                  <a:lnTo>
                    <a:pt x="9783" y="7085"/>
                  </a:lnTo>
                  <a:lnTo>
                    <a:pt x="9851" y="8846"/>
                  </a:lnTo>
                  <a:cubicBezTo>
                    <a:pt x="9935" y="8202"/>
                    <a:pt x="10025" y="7687"/>
                    <a:pt x="10126" y="7300"/>
                  </a:cubicBezTo>
                  <a:cubicBezTo>
                    <a:pt x="10227" y="6914"/>
                    <a:pt x="10339" y="6742"/>
                    <a:pt x="10463" y="6742"/>
                  </a:cubicBezTo>
                  <a:cubicBezTo>
                    <a:pt x="10671" y="6742"/>
                    <a:pt x="10828" y="7171"/>
                    <a:pt x="10940" y="8030"/>
                  </a:cubicBezTo>
                  <a:cubicBezTo>
                    <a:pt x="11053" y="8889"/>
                    <a:pt x="11109" y="10177"/>
                    <a:pt x="11109" y="11852"/>
                  </a:cubicBezTo>
                  <a:lnTo>
                    <a:pt x="11109" y="21214"/>
                  </a:lnTo>
                  <a:lnTo>
                    <a:pt x="10536" y="21214"/>
                  </a:lnTo>
                  <a:lnTo>
                    <a:pt x="10536" y="12281"/>
                  </a:lnTo>
                  <a:cubicBezTo>
                    <a:pt x="10536" y="11594"/>
                    <a:pt x="10514" y="11036"/>
                    <a:pt x="10474" y="10650"/>
                  </a:cubicBezTo>
                  <a:cubicBezTo>
                    <a:pt x="10429" y="10263"/>
                    <a:pt x="10368" y="10048"/>
                    <a:pt x="10289" y="10048"/>
                  </a:cubicBezTo>
                  <a:cubicBezTo>
                    <a:pt x="10227" y="10048"/>
                    <a:pt x="10160" y="10177"/>
                    <a:pt x="10092" y="10478"/>
                  </a:cubicBezTo>
                  <a:cubicBezTo>
                    <a:pt x="10025" y="10736"/>
                    <a:pt x="9963" y="11122"/>
                    <a:pt x="9913" y="11551"/>
                  </a:cubicBezTo>
                  <a:lnTo>
                    <a:pt x="9913" y="21256"/>
                  </a:lnTo>
                  <a:close/>
                  <a:moveTo>
                    <a:pt x="12687" y="10220"/>
                  </a:moveTo>
                  <a:lnTo>
                    <a:pt x="12215" y="10220"/>
                  </a:lnTo>
                  <a:lnTo>
                    <a:pt x="12215" y="16189"/>
                  </a:lnTo>
                  <a:cubicBezTo>
                    <a:pt x="12215" y="16833"/>
                    <a:pt x="12232" y="17306"/>
                    <a:pt x="12271" y="17563"/>
                  </a:cubicBezTo>
                  <a:cubicBezTo>
                    <a:pt x="12311" y="17821"/>
                    <a:pt x="12361" y="17950"/>
                    <a:pt x="12429" y="17950"/>
                  </a:cubicBezTo>
                  <a:cubicBezTo>
                    <a:pt x="12479" y="17950"/>
                    <a:pt x="12530" y="17907"/>
                    <a:pt x="12580" y="17821"/>
                  </a:cubicBezTo>
                  <a:cubicBezTo>
                    <a:pt x="12631" y="17735"/>
                    <a:pt x="12670" y="17649"/>
                    <a:pt x="12698" y="17478"/>
                  </a:cubicBezTo>
                  <a:lnTo>
                    <a:pt x="12783" y="20441"/>
                  </a:lnTo>
                  <a:cubicBezTo>
                    <a:pt x="12738" y="20612"/>
                    <a:pt x="12670" y="20784"/>
                    <a:pt x="12586" y="20956"/>
                  </a:cubicBezTo>
                  <a:cubicBezTo>
                    <a:pt x="12496" y="21128"/>
                    <a:pt x="12401" y="21213"/>
                    <a:pt x="12305" y="21213"/>
                  </a:cubicBezTo>
                  <a:cubicBezTo>
                    <a:pt x="12064" y="21213"/>
                    <a:pt x="11895" y="20870"/>
                    <a:pt x="11800" y="20140"/>
                  </a:cubicBezTo>
                  <a:cubicBezTo>
                    <a:pt x="11699" y="19453"/>
                    <a:pt x="11654" y="18379"/>
                    <a:pt x="11654" y="16919"/>
                  </a:cubicBezTo>
                  <a:lnTo>
                    <a:pt x="11654" y="10220"/>
                  </a:lnTo>
                  <a:lnTo>
                    <a:pt x="11362" y="10220"/>
                  </a:lnTo>
                  <a:lnTo>
                    <a:pt x="11362" y="7085"/>
                  </a:lnTo>
                  <a:lnTo>
                    <a:pt x="11654" y="7085"/>
                  </a:lnTo>
                  <a:lnTo>
                    <a:pt x="11654" y="2791"/>
                  </a:lnTo>
                  <a:lnTo>
                    <a:pt x="12221" y="2791"/>
                  </a:lnTo>
                  <a:lnTo>
                    <a:pt x="12221" y="7085"/>
                  </a:lnTo>
                  <a:lnTo>
                    <a:pt x="12693" y="7085"/>
                  </a:lnTo>
                  <a:lnTo>
                    <a:pt x="12693" y="10220"/>
                  </a:lnTo>
                  <a:close/>
                  <a:moveTo>
                    <a:pt x="13069" y="8331"/>
                  </a:moveTo>
                  <a:cubicBezTo>
                    <a:pt x="13176" y="7858"/>
                    <a:pt x="13294" y="7472"/>
                    <a:pt x="13428" y="7214"/>
                  </a:cubicBezTo>
                  <a:cubicBezTo>
                    <a:pt x="13563" y="6914"/>
                    <a:pt x="13698" y="6785"/>
                    <a:pt x="13833" y="6785"/>
                  </a:cubicBezTo>
                  <a:cubicBezTo>
                    <a:pt x="14063" y="6785"/>
                    <a:pt x="14243" y="7214"/>
                    <a:pt x="14383" y="8073"/>
                  </a:cubicBezTo>
                  <a:cubicBezTo>
                    <a:pt x="14524" y="8932"/>
                    <a:pt x="14591" y="10263"/>
                    <a:pt x="14591" y="12110"/>
                  </a:cubicBezTo>
                  <a:lnTo>
                    <a:pt x="14591" y="21299"/>
                  </a:lnTo>
                  <a:lnTo>
                    <a:pt x="14153" y="21299"/>
                  </a:lnTo>
                  <a:lnTo>
                    <a:pt x="14102" y="19882"/>
                  </a:lnTo>
                  <a:lnTo>
                    <a:pt x="14085" y="19882"/>
                  </a:lnTo>
                  <a:cubicBezTo>
                    <a:pt x="14035" y="20398"/>
                    <a:pt x="13962" y="20827"/>
                    <a:pt x="13872" y="21128"/>
                  </a:cubicBezTo>
                  <a:cubicBezTo>
                    <a:pt x="13782" y="21471"/>
                    <a:pt x="13676" y="21600"/>
                    <a:pt x="13552" y="21600"/>
                  </a:cubicBezTo>
                  <a:cubicBezTo>
                    <a:pt x="13445" y="21600"/>
                    <a:pt x="13355" y="21471"/>
                    <a:pt x="13277" y="21256"/>
                  </a:cubicBezTo>
                  <a:cubicBezTo>
                    <a:pt x="13198" y="21042"/>
                    <a:pt x="13131" y="20698"/>
                    <a:pt x="13080" y="20312"/>
                  </a:cubicBezTo>
                  <a:cubicBezTo>
                    <a:pt x="13030" y="19925"/>
                    <a:pt x="12990" y="19453"/>
                    <a:pt x="12962" y="18895"/>
                  </a:cubicBezTo>
                  <a:cubicBezTo>
                    <a:pt x="12934" y="18336"/>
                    <a:pt x="12923" y="17778"/>
                    <a:pt x="12923" y="17177"/>
                  </a:cubicBezTo>
                  <a:cubicBezTo>
                    <a:pt x="12923" y="16361"/>
                    <a:pt x="12945" y="15631"/>
                    <a:pt x="12996" y="15073"/>
                  </a:cubicBezTo>
                  <a:cubicBezTo>
                    <a:pt x="13041" y="14472"/>
                    <a:pt x="13108" y="13999"/>
                    <a:pt x="13187" y="13613"/>
                  </a:cubicBezTo>
                  <a:cubicBezTo>
                    <a:pt x="13266" y="13226"/>
                    <a:pt x="13361" y="12969"/>
                    <a:pt x="13473" y="12797"/>
                  </a:cubicBezTo>
                  <a:cubicBezTo>
                    <a:pt x="13580" y="12625"/>
                    <a:pt x="13698" y="12539"/>
                    <a:pt x="13822" y="12539"/>
                  </a:cubicBezTo>
                  <a:lnTo>
                    <a:pt x="14012" y="12539"/>
                  </a:lnTo>
                  <a:lnTo>
                    <a:pt x="14012" y="11766"/>
                  </a:lnTo>
                  <a:cubicBezTo>
                    <a:pt x="14012" y="11251"/>
                    <a:pt x="13990" y="10821"/>
                    <a:pt x="13939" y="10564"/>
                  </a:cubicBezTo>
                  <a:cubicBezTo>
                    <a:pt x="13889" y="10263"/>
                    <a:pt x="13822" y="10134"/>
                    <a:pt x="13732" y="10134"/>
                  </a:cubicBezTo>
                  <a:cubicBezTo>
                    <a:pt x="13653" y="10134"/>
                    <a:pt x="13580" y="10220"/>
                    <a:pt x="13501" y="10392"/>
                  </a:cubicBezTo>
                  <a:cubicBezTo>
                    <a:pt x="13428" y="10564"/>
                    <a:pt x="13344" y="10864"/>
                    <a:pt x="13254" y="11251"/>
                  </a:cubicBezTo>
                  <a:lnTo>
                    <a:pt x="13069" y="8331"/>
                  </a:lnTo>
                  <a:close/>
                  <a:moveTo>
                    <a:pt x="14024" y="15116"/>
                  </a:moveTo>
                  <a:lnTo>
                    <a:pt x="13895" y="15159"/>
                  </a:lnTo>
                  <a:cubicBezTo>
                    <a:pt x="13822" y="15159"/>
                    <a:pt x="13760" y="15245"/>
                    <a:pt x="13715" y="15330"/>
                  </a:cubicBezTo>
                  <a:cubicBezTo>
                    <a:pt x="13664" y="15416"/>
                    <a:pt x="13625" y="15545"/>
                    <a:pt x="13597" y="15717"/>
                  </a:cubicBezTo>
                  <a:cubicBezTo>
                    <a:pt x="13569" y="15846"/>
                    <a:pt x="13546" y="16060"/>
                    <a:pt x="13535" y="16232"/>
                  </a:cubicBezTo>
                  <a:cubicBezTo>
                    <a:pt x="13524" y="16447"/>
                    <a:pt x="13518" y="16662"/>
                    <a:pt x="13518" y="16876"/>
                  </a:cubicBezTo>
                  <a:cubicBezTo>
                    <a:pt x="13518" y="17478"/>
                    <a:pt x="13541" y="17907"/>
                    <a:pt x="13591" y="18122"/>
                  </a:cubicBezTo>
                  <a:cubicBezTo>
                    <a:pt x="13636" y="18336"/>
                    <a:pt x="13692" y="18465"/>
                    <a:pt x="13754" y="18465"/>
                  </a:cubicBezTo>
                  <a:cubicBezTo>
                    <a:pt x="13816" y="18465"/>
                    <a:pt x="13872" y="18336"/>
                    <a:pt x="13923" y="18036"/>
                  </a:cubicBezTo>
                  <a:cubicBezTo>
                    <a:pt x="13973" y="17778"/>
                    <a:pt x="14007" y="17478"/>
                    <a:pt x="14029" y="17134"/>
                  </a:cubicBezTo>
                  <a:lnTo>
                    <a:pt x="14029" y="15116"/>
                  </a:lnTo>
                  <a:close/>
                  <a:moveTo>
                    <a:pt x="16192" y="10220"/>
                  </a:moveTo>
                  <a:lnTo>
                    <a:pt x="15720" y="10220"/>
                  </a:lnTo>
                  <a:lnTo>
                    <a:pt x="15720" y="16189"/>
                  </a:lnTo>
                  <a:cubicBezTo>
                    <a:pt x="15720" y="16833"/>
                    <a:pt x="15737" y="17306"/>
                    <a:pt x="15776" y="17563"/>
                  </a:cubicBezTo>
                  <a:cubicBezTo>
                    <a:pt x="15815" y="17821"/>
                    <a:pt x="15866" y="17950"/>
                    <a:pt x="15933" y="17950"/>
                  </a:cubicBezTo>
                  <a:cubicBezTo>
                    <a:pt x="15984" y="17950"/>
                    <a:pt x="16034" y="17907"/>
                    <a:pt x="16085" y="17821"/>
                  </a:cubicBezTo>
                  <a:cubicBezTo>
                    <a:pt x="16135" y="17735"/>
                    <a:pt x="16175" y="17649"/>
                    <a:pt x="16203" y="17478"/>
                  </a:cubicBezTo>
                  <a:lnTo>
                    <a:pt x="16287" y="20441"/>
                  </a:lnTo>
                  <a:cubicBezTo>
                    <a:pt x="16242" y="20612"/>
                    <a:pt x="16175" y="20784"/>
                    <a:pt x="16090" y="20956"/>
                  </a:cubicBezTo>
                  <a:cubicBezTo>
                    <a:pt x="16001" y="21128"/>
                    <a:pt x="15905" y="21213"/>
                    <a:pt x="15810" y="21213"/>
                  </a:cubicBezTo>
                  <a:cubicBezTo>
                    <a:pt x="15568" y="21213"/>
                    <a:pt x="15400" y="20870"/>
                    <a:pt x="15304" y="20140"/>
                  </a:cubicBezTo>
                  <a:cubicBezTo>
                    <a:pt x="15203" y="19453"/>
                    <a:pt x="15158" y="18379"/>
                    <a:pt x="15158" y="16919"/>
                  </a:cubicBezTo>
                  <a:lnTo>
                    <a:pt x="15158" y="10220"/>
                  </a:lnTo>
                  <a:lnTo>
                    <a:pt x="14866" y="10220"/>
                  </a:lnTo>
                  <a:lnTo>
                    <a:pt x="14866" y="7085"/>
                  </a:lnTo>
                  <a:lnTo>
                    <a:pt x="15158" y="7085"/>
                  </a:lnTo>
                  <a:lnTo>
                    <a:pt x="15158" y="2791"/>
                  </a:lnTo>
                  <a:lnTo>
                    <a:pt x="15725" y="2791"/>
                  </a:lnTo>
                  <a:lnTo>
                    <a:pt x="15725" y="7085"/>
                  </a:lnTo>
                  <a:lnTo>
                    <a:pt x="16197" y="7085"/>
                  </a:lnTo>
                  <a:lnTo>
                    <a:pt x="16197" y="10220"/>
                  </a:lnTo>
                  <a:close/>
                  <a:moveTo>
                    <a:pt x="16871" y="4294"/>
                  </a:moveTo>
                  <a:cubicBezTo>
                    <a:pt x="16776" y="4294"/>
                    <a:pt x="16697" y="4080"/>
                    <a:pt x="16646" y="3650"/>
                  </a:cubicBezTo>
                  <a:cubicBezTo>
                    <a:pt x="16596" y="3221"/>
                    <a:pt x="16568" y="2705"/>
                    <a:pt x="16568" y="2147"/>
                  </a:cubicBezTo>
                  <a:cubicBezTo>
                    <a:pt x="16568" y="1546"/>
                    <a:pt x="16596" y="1031"/>
                    <a:pt x="16646" y="644"/>
                  </a:cubicBezTo>
                  <a:cubicBezTo>
                    <a:pt x="16697" y="215"/>
                    <a:pt x="16776" y="0"/>
                    <a:pt x="16866" y="0"/>
                  </a:cubicBezTo>
                  <a:cubicBezTo>
                    <a:pt x="16961" y="0"/>
                    <a:pt x="17034" y="215"/>
                    <a:pt x="17085" y="601"/>
                  </a:cubicBezTo>
                  <a:cubicBezTo>
                    <a:pt x="17135" y="1031"/>
                    <a:pt x="17163" y="1546"/>
                    <a:pt x="17163" y="2147"/>
                  </a:cubicBezTo>
                  <a:cubicBezTo>
                    <a:pt x="17163" y="2748"/>
                    <a:pt x="17135" y="3264"/>
                    <a:pt x="17085" y="3693"/>
                  </a:cubicBezTo>
                  <a:cubicBezTo>
                    <a:pt x="17045" y="4122"/>
                    <a:pt x="16972" y="4294"/>
                    <a:pt x="16871" y="4294"/>
                  </a:cubicBezTo>
                  <a:close/>
                  <a:moveTo>
                    <a:pt x="16585" y="21256"/>
                  </a:moveTo>
                  <a:lnTo>
                    <a:pt x="16585" y="7085"/>
                  </a:lnTo>
                  <a:lnTo>
                    <a:pt x="17158" y="7085"/>
                  </a:lnTo>
                  <a:lnTo>
                    <a:pt x="17158" y="21256"/>
                  </a:lnTo>
                  <a:lnTo>
                    <a:pt x="16585" y="21256"/>
                  </a:lnTo>
                  <a:close/>
                  <a:moveTo>
                    <a:pt x="19477" y="14085"/>
                  </a:moveTo>
                  <a:cubicBezTo>
                    <a:pt x="19477" y="15245"/>
                    <a:pt x="19455" y="16275"/>
                    <a:pt x="19404" y="17220"/>
                  </a:cubicBezTo>
                  <a:cubicBezTo>
                    <a:pt x="19354" y="18165"/>
                    <a:pt x="19286" y="18938"/>
                    <a:pt x="19196" y="19582"/>
                  </a:cubicBezTo>
                  <a:cubicBezTo>
                    <a:pt x="19106" y="20226"/>
                    <a:pt x="19005" y="20741"/>
                    <a:pt x="18887" y="21085"/>
                  </a:cubicBezTo>
                  <a:cubicBezTo>
                    <a:pt x="18769" y="21428"/>
                    <a:pt x="18640" y="21600"/>
                    <a:pt x="18505" y="21600"/>
                  </a:cubicBezTo>
                  <a:cubicBezTo>
                    <a:pt x="18371" y="21600"/>
                    <a:pt x="18241" y="21428"/>
                    <a:pt x="18124" y="21128"/>
                  </a:cubicBezTo>
                  <a:cubicBezTo>
                    <a:pt x="18006" y="20784"/>
                    <a:pt x="17905" y="20355"/>
                    <a:pt x="17820" y="19711"/>
                  </a:cubicBezTo>
                  <a:cubicBezTo>
                    <a:pt x="17736" y="19109"/>
                    <a:pt x="17669" y="18336"/>
                    <a:pt x="17618" y="17435"/>
                  </a:cubicBezTo>
                  <a:cubicBezTo>
                    <a:pt x="17568" y="16533"/>
                    <a:pt x="17545" y="15502"/>
                    <a:pt x="17545" y="14386"/>
                  </a:cubicBezTo>
                  <a:cubicBezTo>
                    <a:pt x="17545" y="13183"/>
                    <a:pt x="17568" y="12110"/>
                    <a:pt x="17618" y="11165"/>
                  </a:cubicBezTo>
                  <a:cubicBezTo>
                    <a:pt x="17669" y="10220"/>
                    <a:pt x="17736" y="9404"/>
                    <a:pt x="17826" y="8760"/>
                  </a:cubicBezTo>
                  <a:cubicBezTo>
                    <a:pt x="17916" y="8116"/>
                    <a:pt x="18017" y="7601"/>
                    <a:pt x="18135" y="7257"/>
                  </a:cubicBezTo>
                  <a:cubicBezTo>
                    <a:pt x="18253" y="6914"/>
                    <a:pt x="18382" y="6742"/>
                    <a:pt x="18517" y="6742"/>
                  </a:cubicBezTo>
                  <a:cubicBezTo>
                    <a:pt x="18651" y="6742"/>
                    <a:pt x="18781" y="6914"/>
                    <a:pt x="18899" y="7214"/>
                  </a:cubicBezTo>
                  <a:cubicBezTo>
                    <a:pt x="19017" y="7515"/>
                    <a:pt x="19118" y="7987"/>
                    <a:pt x="19202" y="8631"/>
                  </a:cubicBezTo>
                  <a:cubicBezTo>
                    <a:pt x="19286" y="9233"/>
                    <a:pt x="19354" y="10006"/>
                    <a:pt x="19404" y="10907"/>
                  </a:cubicBezTo>
                  <a:cubicBezTo>
                    <a:pt x="19455" y="11809"/>
                    <a:pt x="19477" y="12883"/>
                    <a:pt x="19477" y="14085"/>
                  </a:cubicBezTo>
                  <a:close/>
                  <a:moveTo>
                    <a:pt x="18893" y="14214"/>
                  </a:moveTo>
                  <a:cubicBezTo>
                    <a:pt x="18893" y="13441"/>
                    <a:pt x="18882" y="12797"/>
                    <a:pt x="18865" y="12239"/>
                  </a:cubicBezTo>
                  <a:cubicBezTo>
                    <a:pt x="18842" y="11680"/>
                    <a:pt x="18814" y="11251"/>
                    <a:pt x="18781" y="10907"/>
                  </a:cubicBezTo>
                  <a:cubicBezTo>
                    <a:pt x="18747" y="10564"/>
                    <a:pt x="18702" y="10306"/>
                    <a:pt x="18657" y="10134"/>
                  </a:cubicBezTo>
                  <a:cubicBezTo>
                    <a:pt x="18612" y="9963"/>
                    <a:pt x="18562" y="9920"/>
                    <a:pt x="18517" y="9920"/>
                  </a:cubicBezTo>
                  <a:cubicBezTo>
                    <a:pt x="18466" y="9920"/>
                    <a:pt x="18421" y="10006"/>
                    <a:pt x="18376" y="10134"/>
                  </a:cubicBezTo>
                  <a:cubicBezTo>
                    <a:pt x="18331" y="10263"/>
                    <a:pt x="18292" y="10521"/>
                    <a:pt x="18258" y="10821"/>
                  </a:cubicBezTo>
                  <a:cubicBezTo>
                    <a:pt x="18225" y="11165"/>
                    <a:pt x="18197" y="11594"/>
                    <a:pt x="18174" y="12153"/>
                  </a:cubicBezTo>
                  <a:cubicBezTo>
                    <a:pt x="18152" y="12711"/>
                    <a:pt x="18146" y="13355"/>
                    <a:pt x="18146" y="14214"/>
                  </a:cubicBezTo>
                  <a:cubicBezTo>
                    <a:pt x="18146" y="15631"/>
                    <a:pt x="18185" y="16705"/>
                    <a:pt x="18264" y="17349"/>
                  </a:cubicBezTo>
                  <a:cubicBezTo>
                    <a:pt x="18343" y="18036"/>
                    <a:pt x="18432" y="18336"/>
                    <a:pt x="18528" y="18336"/>
                  </a:cubicBezTo>
                  <a:cubicBezTo>
                    <a:pt x="18578" y="18336"/>
                    <a:pt x="18623" y="18250"/>
                    <a:pt x="18668" y="18122"/>
                  </a:cubicBezTo>
                  <a:cubicBezTo>
                    <a:pt x="18713" y="17993"/>
                    <a:pt x="18753" y="17735"/>
                    <a:pt x="18786" y="17435"/>
                  </a:cubicBezTo>
                  <a:cubicBezTo>
                    <a:pt x="18820" y="17091"/>
                    <a:pt x="18848" y="16662"/>
                    <a:pt x="18871" y="16146"/>
                  </a:cubicBezTo>
                  <a:cubicBezTo>
                    <a:pt x="18882" y="15631"/>
                    <a:pt x="18893" y="14987"/>
                    <a:pt x="18893" y="14214"/>
                  </a:cubicBezTo>
                  <a:close/>
                  <a:moveTo>
                    <a:pt x="20404" y="21256"/>
                  </a:moveTo>
                  <a:lnTo>
                    <a:pt x="19831" y="21256"/>
                  </a:lnTo>
                  <a:lnTo>
                    <a:pt x="19831" y="7085"/>
                  </a:lnTo>
                  <a:lnTo>
                    <a:pt x="20275" y="7085"/>
                  </a:lnTo>
                  <a:lnTo>
                    <a:pt x="20342" y="8846"/>
                  </a:lnTo>
                  <a:cubicBezTo>
                    <a:pt x="20426" y="8202"/>
                    <a:pt x="20516" y="7687"/>
                    <a:pt x="20617" y="7300"/>
                  </a:cubicBezTo>
                  <a:cubicBezTo>
                    <a:pt x="20718" y="6914"/>
                    <a:pt x="20831" y="6742"/>
                    <a:pt x="20954" y="6742"/>
                  </a:cubicBezTo>
                  <a:cubicBezTo>
                    <a:pt x="21162" y="6742"/>
                    <a:pt x="21319" y="7171"/>
                    <a:pt x="21432" y="8030"/>
                  </a:cubicBezTo>
                  <a:cubicBezTo>
                    <a:pt x="21544" y="8889"/>
                    <a:pt x="21600" y="10177"/>
                    <a:pt x="21600" y="11852"/>
                  </a:cubicBezTo>
                  <a:lnTo>
                    <a:pt x="21600" y="21214"/>
                  </a:lnTo>
                  <a:lnTo>
                    <a:pt x="21027" y="21214"/>
                  </a:lnTo>
                  <a:lnTo>
                    <a:pt x="21027" y="12281"/>
                  </a:lnTo>
                  <a:cubicBezTo>
                    <a:pt x="21027" y="11594"/>
                    <a:pt x="21005" y="11036"/>
                    <a:pt x="20965" y="10650"/>
                  </a:cubicBezTo>
                  <a:cubicBezTo>
                    <a:pt x="20920" y="10263"/>
                    <a:pt x="20859" y="10048"/>
                    <a:pt x="20780" y="10048"/>
                  </a:cubicBezTo>
                  <a:cubicBezTo>
                    <a:pt x="20718" y="10048"/>
                    <a:pt x="20651" y="10177"/>
                    <a:pt x="20583" y="10478"/>
                  </a:cubicBezTo>
                  <a:cubicBezTo>
                    <a:pt x="20516" y="10736"/>
                    <a:pt x="20454" y="11122"/>
                    <a:pt x="20404" y="11551"/>
                  </a:cubicBezTo>
                  <a:lnTo>
                    <a:pt x="20404" y="212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49345AB-AD63-E181-3B5F-534FD2A982FA}"/>
                </a:ext>
              </a:extLst>
            </p:cNvPr>
            <p:cNvSpPr/>
            <p:nvPr userDrawn="1"/>
          </p:nvSpPr>
          <p:spPr>
            <a:xfrm>
              <a:off x="5032172" y="1021854"/>
              <a:ext cx="1051185" cy="549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4" y="0"/>
                  </a:moveTo>
                  <a:cubicBezTo>
                    <a:pt x="13287" y="0"/>
                    <a:pt x="11002" y="3514"/>
                    <a:pt x="10441" y="8443"/>
                  </a:cubicBezTo>
                  <a:cubicBezTo>
                    <a:pt x="9052" y="8229"/>
                    <a:pt x="6050" y="7757"/>
                    <a:pt x="5198" y="7671"/>
                  </a:cubicBezTo>
                  <a:cubicBezTo>
                    <a:pt x="5154" y="7671"/>
                    <a:pt x="5109" y="7671"/>
                    <a:pt x="5041" y="7671"/>
                  </a:cubicBezTo>
                  <a:cubicBezTo>
                    <a:pt x="4638" y="7671"/>
                    <a:pt x="4280" y="7886"/>
                    <a:pt x="4033" y="8357"/>
                  </a:cubicBezTo>
                  <a:cubicBezTo>
                    <a:pt x="3563" y="9214"/>
                    <a:pt x="3563" y="10457"/>
                    <a:pt x="3563" y="10843"/>
                  </a:cubicBezTo>
                  <a:cubicBezTo>
                    <a:pt x="3563" y="11271"/>
                    <a:pt x="3563" y="12514"/>
                    <a:pt x="4033" y="13329"/>
                  </a:cubicBezTo>
                  <a:cubicBezTo>
                    <a:pt x="4280" y="13800"/>
                    <a:pt x="4638" y="14014"/>
                    <a:pt x="5041" y="14014"/>
                  </a:cubicBezTo>
                  <a:cubicBezTo>
                    <a:pt x="5086" y="14014"/>
                    <a:pt x="5131" y="14014"/>
                    <a:pt x="5198" y="14014"/>
                  </a:cubicBezTo>
                  <a:cubicBezTo>
                    <a:pt x="5803" y="13929"/>
                    <a:pt x="7417" y="13714"/>
                    <a:pt x="8313" y="13543"/>
                  </a:cubicBezTo>
                  <a:lnTo>
                    <a:pt x="9657" y="13329"/>
                  </a:lnTo>
                  <a:cubicBezTo>
                    <a:pt x="9971" y="13286"/>
                    <a:pt x="10262" y="13243"/>
                    <a:pt x="10464" y="13200"/>
                  </a:cubicBezTo>
                  <a:cubicBezTo>
                    <a:pt x="11046" y="18043"/>
                    <a:pt x="13332" y="21557"/>
                    <a:pt x="15954" y="21557"/>
                  </a:cubicBezTo>
                  <a:cubicBezTo>
                    <a:pt x="19068" y="21557"/>
                    <a:pt x="21600" y="16714"/>
                    <a:pt x="21600" y="10757"/>
                  </a:cubicBezTo>
                  <a:cubicBezTo>
                    <a:pt x="21600" y="4843"/>
                    <a:pt x="19068" y="0"/>
                    <a:pt x="15954" y="0"/>
                  </a:cubicBezTo>
                  <a:close/>
                  <a:moveTo>
                    <a:pt x="15954" y="17229"/>
                  </a:moveTo>
                  <a:cubicBezTo>
                    <a:pt x="14094" y="17229"/>
                    <a:pt x="12593" y="14357"/>
                    <a:pt x="12593" y="10800"/>
                  </a:cubicBezTo>
                  <a:cubicBezTo>
                    <a:pt x="12593" y="7243"/>
                    <a:pt x="14094" y="4371"/>
                    <a:pt x="15954" y="4371"/>
                  </a:cubicBezTo>
                  <a:cubicBezTo>
                    <a:pt x="17813" y="4371"/>
                    <a:pt x="19315" y="7243"/>
                    <a:pt x="19315" y="10800"/>
                  </a:cubicBezTo>
                  <a:cubicBezTo>
                    <a:pt x="19315" y="14357"/>
                    <a:pt x="17813" y="17229"/>
                    <a:pt x="15954" y="17229"/>
                  </a:cubicBezTo>
                  <a:close/>
                  <a:moveTo>
                    <a:pt x="9007" y="15514"/>
                  </a:moveTo>
                  <a:lnTo>
                    <a:pt x="9007" y="20014"/>
                  </a:lnTo>
                  <a:cubicBezTo>
                    <a:pt x="8627" y="20443"/>
                    <a:pt x="8134" y="20786"/>
                    <a:pt x="7506" y="21129"/>
                  </a:cubicBezTo>
                  <a:cubicBezTo>
                    <a:pt x="6879" y="21429"/>
                    <a:pt x="6207" y="21600"/>
                    <a:pt x="5467" y="21600"/>
                  </a:cubicBezTo>
                  <a:cubicBezTo>
                    <a:pt x="4324" y="21600"/>
                    <a:pt x="3339" y="21171"/>
                    <a:pt x="2532" y="20271"/>
                  </a:cubicBezTo>
                  <a:cubicBezTo>
                    <a:pt x="1725" y="19371"/>
                    <a:pt x="1098" y="18129"/>
                    <a:pt x="650" y="16500"/>
                  </a:cubicBezTo>
                  <a:cubicBezTo>
                    <a:pt x="224" y="14871"/>
                    <a:pt x="0" y="12986"/>
                    <a:pt x="0" y="10800"/>
                  </a:cubicBezTo>
                  <a:cubicBezTo>
                    <a:pt x="0" y="8657"/>
                    <a:pt x="246" y="6729"/>
                    <a:pt x="717" y="5143"/>
                  </a:cubicBezTo>
                  <a:cubicBezTo>
                    <a:pt x="1210" y="3514"/>
                    <a:pt x="1860" y="2271"/>
                    <a:pt x="2711" y="1371"/>
                  </a:cubicBezTo>
                  <a:cubicBezTo>
                    <a:pt x="3563" y="471"/>
                    <a:pt x="4549" y="43"/>
                    <a:pt x="5646" y="43"/>
                  </a:cubicBezTo>
                  <a:cubicBezTo>
                    <a:pt x="6229" y="43"/>
                    <a:pt x="6767" y="171"/>
                    <a:pt x="7282" y="386"/>
                  </a:cubicBezTo>
                  <a:cubicBezTo>
                    <a:pt x="7798" y="600"/>
                    <a:pt x="8246" y="900"/>
                    <a:pt x="8627" y="1243"/>
                  </a:cubicBezTo>
                  <a:lnTo>
                    <a:pt x="8402" y="4843"/>
                  </a:lnTo>
                  <a:cubicBezTo>
                    <a:pt x="8022" y="4500"/>
                    <a:pt x="7596" y="4200"/>
                    <a:pt x="7125" y="3986"/>
                  </a:cubicBezTo>
                  <a:cubicBezTo>
                    <a:pt x="6655" y="3771"/>
                    <a:pt x="6162" y="3643"/>
                    <a:pt x="5624" y="3643"/>
                  </a:cubicBezTo>
                  <a:cubicBezTo>
                    <a:pt x="4817" y="3643"/>
                    <a:pt x="4168" y="3943"/>
                    <a:pt x="3630" y="4586"/>
                  </a:cubicBezTo>
                  <a:cubicBezTo>
                    <a:pt x="3115" y="5186"/>
                    <a:pt x="2734" y="6043"/>
                    <a:pt x="2487" y="7114"/>
                  </a:cubicBezTo>
                  <a:cubicBezTo>
                    <a:pt x="2241" y="8186"/>
                    <a:pt x="2106" y="9386"/>
                    <a:pt x="2106" y="10714"/>
                  </a:cubicBezTo>
                  <a:cubicBezTo>
                    <a:pt x="2106" y="12129"/>
                    <a:pt x="2241" y="13371"/>
                    <a:pt x="2487" y="14443"/>
                  </a:cubicBezTo>
                  <a:cubicBezTo>
                    <a:pt x="2734" y="15514"/>
                    <a:pt x="3115" y="16371"/>
                    <a:pt x="3607" y="17014"/>
                  </a:cubicBezTo>
                  <a:cubicBezTo>
                    <a:pt x="4100" y="17614"/>
                    <a:pt x="4728" y="17957"/>
                    <a:pt x="5490" y="17957"/>
                  </a:cubicBezTo>
                  <a:cubicBezTo>
                    <a:pt x="5714" y="17957"/>
                    <a:pt x="5960" y="17914"/>
                    <a:pt x="6207" y="17871"/>
                  </a:cubicBezTo>
                  <a:cubicBezTo>
                    <a:pt x="6453" y="17829"/>
                    <a:pt x="6722" y="17743"/>
                    <a:pt x="6968" y="17614"/>
                  </a:cubicBezTo>
                  <a:lnTo>
                    <a:pt x="6968" y="15814"/>
                  </a:lnTo>
                  <a:cubicBezTo>
                    <a:pt x="7439" y="15729"/>
                    <a:pt x="7887" y="15686"/>
                    <a:pt x="8246" y="15643"/>
                  </a:cubicBezTo>
                  <a:lnTo>
                    <a:pt x="9007" y="15514"/>
                  </a:lnTo>
                  <a:close/>
                </a:path>
              </a:pathLst>
            </a:custGeom>
            <a:solidFill>
              <a:srgbClr val="008C58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FD9E41AE-A002-9005-E6E5-3580179613F9}"/>
              </a:ext>
            </a:extLst>
          </p:cNvPr>
          <p:cNvSpPr/>
          <p:nvPr userDrawn="1"/>
        </p:nvSpPr>
        <p:spPr>
          <a:xfrm>
            <a:off x="2146593" y="640199"/>
            <a:ext cx="226449" cy="195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7" h="20569" extrusionOk="0">
                <a:moveTo>
                  <a:pt x="1276" y="2502"/>
                </a:moveTo>
                <a:cubicBezTo>
                  <a:pt x="3176" y="-371"/>
                  <a:pt x="6676" y="-945"/>
                  <a:pt x="8976" y="1698"/>
                </a:cubicBezTo>
                <a:cubicBezTo>
                  <a:pt x="9476" y="2272"/>
                  <a:pt x="9876" y="2961"/>
                  <a:pt x="10376" y="3651"/>
                </a:cubicBezTo>
                <a:cubicBezTo>
                  <a:pt x="10876" y="2961"/>
                  <a:pt x="11276" y="2272"/>
                  <a:pt x="11776" y="1698"/>
                </a:cubicBezTo>
                <a:cubicBezTo>
                  <a:pt x="14076" y="-945"/>
                  <a:pt x="17676" y="-371"/>
                  <a:pt x="19476" y="2502"/>
                </a:cubicBezTo>
                <a:cubicBezTo>
                  <a:pt x="21176" y="5144"/>
                  <a:pt x="21076" y="7902"/>
                  <a:pt x="19876" y="10659"/>
                </a:cubicBezTo>
                <a:cubicBezTo>
                  <a:pt x="18676" y="13302"/>
                  <a:pt x="16976" y="15485"/>
                  <a:pt x="14976" y="17323"/>
                </a:cubicBezTo>
                <a:cubicBezTo>
                  <a:pt x="13876" y="18357"/>
                  <a:pt x="12376" y="19391"/>
                  <a:pt x="11076" y="20310"/>
                </a:cubicBezTo>
                <a:cubicBezTo>
                  <a:pt x="10676" y="20655"/>
                  <a:pt x="10176" y="20655"/>
                  <a:pt x="9776" y="20310"/>
                </a:cubicBezTo>
                <a:cubicBezTo>
                  <a:pt x="8476" y="19391"/>
                  <a:pt x="6976" y="18357"/>
                  <a:pt x="5876" y="17323"/>
                </a:cubicBezTo>
                <a:cubicBezTo>
                  <a:pt x="3876" y="15485"/>
                  <a:pt x="2176" y="13417"/>
                  <a:pt x="976" y="10659"/>
                </a:cubicBezTo>
                <a:cubicBezTo>
                  <a:pt x="-324" y="7902"/>
                  <a:pt x="-424" y="5144"/>
                  <a:pt x="1276" y="2502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F46B88B0-8416-31F6-5282-9C6E196C9A56}"/>
              </a:ext>
            </a:extLst>
          </p:cNvPr>
          <p:cNvSpPr/>
          <p:nvPr userDrawn="1"/>
        </p:nvSpPr>
        <p:spPr>
          <a:xfrm>
            <a:off x="7387520" y="3289969"/>
            <a:ext cx="4804480" cy="2927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85" y="0"/>
                </a:moveTo>
                <a:cubicBezTo>
                  <a:pt x="19673" y="0"/>
                  <a:pt x="20698" y="434"/>
                  <a:pt x="21600" y="1199"/>
                </a:cubicBezTo>
                <a:lnTo>
                  <a:pt x="21600" y="6677"/>
                </a:lnTo>
                <a:cubicBezTo>
                  <a:pt x="20879" y="5261"/>
                  <a:pt x="19796" y="4352"/>
                  <a:pt x="18585" y="4352"/>
                </a:cubicBezTo>
                <a:cubicBezTo>
                  <a:pt x="16418" y="4352"/>
                  <a:pt x="14658" y="7240"/>
                  <a:pt x="14658" y="10796"/>
                </a:cubicBezTo>
                <a:cubicBezTo>
                  <a:pt x="14658" y="14344"/>
                  <a:pt x="16418" y="17240"/>
                  <a:pt x="18585" y="17240"/>
                </a:cubicBezTo>
                <a:cubicBezTo>
                  <a:pt x="19796" y="17240"/>
                  <a:pt x="20879" y="16339"/>
                  <a:pt x="21600" y="14915"/>
                </a:cubicBezTo>
                <a:lnTo>
                  <a:pt x="21600" y="20393"/>
                </a:lnTo>
                <a:cubicBezTo>
                  <a:pt x="20698" y="21158"/>
                  <a:pt x="19668" y="21592"/>
                  <a:pt x="18585" y="21592"/>
                </a:cubicBezTo>
                <a:cubicBezTo>
                  <a:pt x="15511" y="21592"/>
                  <a:pt x="12864" y="18109"/>
                  <a:pt x="12178" y="13250"/>
                </a:cubicBezTo>
                <a:cubicBezTo>
                  <a:pt x="11932" y="13282"/>
                  <a:pt x="11609" y="13322"/>
                  <a:pt x="11236" y="13370"/>
                </a:cubicBezTo>
                <a:lnTo>
                  <a:pt x="9677" y="13571"/>
                </a:lnTo>
                <a:cubicBezTo>
                  <a:pt x="8628" y="13708"/>
                  <a:pt x="6760" y="13949"/>
                  <a:pt x="6050" y="14030"/>
                </a:cubicBezTo>
                <a:cubicBezTo>
                  <a:pt x="5991" y="14038"/>
                  <a:pt x="5932" y="14038"/>
                  <a:pt x="5873" y="14038"/>
                </a:cubicBezTo>
                <a:cubicBezTo>
                  <a:pt x="5393" y="14038"/>
                  <a:pt x="4996" y="13805"/>
                  <a:pt x="4697" y="13346"/>
                </a:cubicBezTo>
                <a:cubicBezTo>
                  <a:pt x="4152" y="12509"/>
                  <a:pt x="4152" y="11263"/>
                  <a:pt x="4152" y="10852"/>
                </a:cubicBezTo>
                <a:cubicBezTo>
                  <a:pt x="4152" y="10442"/>
                  <a:pt x="4152" y="9195"/>
                  <a:pt x="4697" y="8350"/>
                </a:cubicBezTo>
                <a:cubicBezTo>
                  <a:pt x="4996" y="7892"/>
                  <a:pt x="5393" y="7659"/>
                  <a:pt x="5873" y="7659"/>
                </a:cubicBezTo>
                <a:cubicBezTo>
                  <a:pt x="5927" y="7659"/>
                  <a:pt x="5986" y="7659"/>
                  <a:pt x="6045" y="7667"/>
                </a:cubicBezTo>
                <a:cubicBezTo>
                  <a:pt x="7045" y="7779"/>
                  <a:pt x="10550" y="8238"/>
                  <a:pt x="12158" y="8447"/>
                </a:cubicBezTo>
                <a:cubicBezTo>
                  <a:pt x="12825" y="3532"/>
                  <a:pt x="15477" y="0"/>
                  <a:pt x="18585" y="0"/>
                </a:cubicBezTo>
                <a:close/>
                <a:moveTo>
                  <a:pt x="2937" y="20257"/>
                </a:moveTo>
                <a:cubicBezTo>
                  <a:pt x="3888" y="21149"/>
                  <a:pt x="5030" y="21600"/>
                  <a:pt x="6368" y="21600"/>
                </a:cubicBezTo>
                <a:cubicBezTo>
                  <a:pt x="7236" y="21600"/>
                  <a:pt x="8030" y="21447"/>
                  <a:pt x="8756" y="21133"/>
                </a:cubicBezTo>
                <a:cubicBezTo>
                  <a:pt x="9481" y="20820"/>
                  <a:pt x="10065" y="20458"/>
                  <a:pt x="10501" y="20031"/>
                </a:cubicBezTo>
                <a:lnTo>
                  <a:pt x="10501" y="15542"/>
                </a:lnTo>
                <a:lnTo>
                  <a:pt x="9672" y="15647"/>
                </a:lnTo>
                <a:cubicBezTo>
                  <a:pt x="9266" y="15703"/>
                  <a:pt x="8731" y="15768"/>
                  <a:pt x="8187" y="15840"/>
                </a:cubicBezTo>
                <a:lnTo>
                  <a:pt x="8187" y="17634"/>
                </a:lnTo>
                <a:cubicBezTo>
                  <a:pt x="7878" y="17731"/>
                  <a:pt x="7579" y="17811"/>
                  <a:pt x="7290" y="17867"/>
                </a:cubicBezTo>
                <a:cubicBezTo>
                  <a:pt x="6996" y="17924"/>
                  <a:pt x="6721" y="17956"/>
                  <a:pt x="6456" y="17956"/>
                </a:cubicBezTo>
                <a:cubicBezTo>
                  <a:pt x="5584" y="17956"/>
                  <a:pt x="4853" y="17650"/>
                  <a:pt x="4270" y="17031"/>
                </a:cubicBezTo>
                <a:cubicBezTo>
                  <a:pt x="3687" y="16411"/>
                  <a:pt x="3250" y="15558"/>
                  <a:pt x="2956" y="14472"/>
                </a:cubicBezTo>
                <a:cubicBezTo>
                  <a:pt x="2662" y="13386"/>
                  <a:pt x="2520" y="12139"/>
                  <a:pt x="2520" y="10724"/>
                </a:cubicBezTo>
                <a:cubicBezTo>
                  <a:pt x="2520" y="9380"/>
                  <a:pt x="2667" y="8173"/>
                  <a:pt x="2951" y="7112"/>
                </a:cubicBezTo>
                <a:cubicBezTo>
                  <a:pt x="3240" y="6050"/>
                  <a:pt x="3687" y="5213"/>
                  <a:pt x="4290" y="4594"/>
                </a:cubicBezTo>
                <a:cubicBezTo>
                  <a:pt x="4893" y="3974"/>
                  <a:pt x="5662" y="3668"/>
                  <a:pt x="6604" y="3668"/>
                </a:cubicBezTo>
                <a:cubicBezTo>
                  <a:pt x="7216" y="3668"/>
                  <a:pt x="7795" y="3781"/>
                  <a:pt x="8344" y="3998"/>
                </a:cubicBezTo>
                <a:cubicBezTo>
                  <a:pt x="8888" y="4223"/>
                  <a:pt x="9388" y="4505"/>
                  <a:pt x="9839" y="4851"/>
                </a:cubicBezTo>
                <a:lnTo>
                  <a:pt x="10094" y="1239"/>
                </a:lnTo>
                <a:cubicBezTo>
                  <a:pt x="9663" y="885"/>
                  <a:pt x="9138" y="595"/>
                  <a:pt x="8525" y="362"/>
                </a:cubicBezTo>
                <a:cubicBezTo>
                  <a:pt x="7912" y="137"/>
                  <a:pt x="7275" y="24"/>
                  <a:pt x="6608" y="24"/>
                </a:cubicBezTo>
                <a:cubicBezTo>
                  <a:pt x="5314" y="24"/>
                  <a:pt x="4172" y="467"/>
                  <a:pt x="3177" y="1360"/>
                </a:cubicBezTo>
                <a:cubicBezTo>
                  <a:pt x="2182" y="2253"/>
                  <a:pt x="1407" y="3499"/>
                  <a:pt x="843" y="5116"/>
                </a:cubicBezTo>
                <a:cubicBezTo>
                  <a:pt x="279" y="6733"/>
                  <a:pt x="0" y="8624"/>
                  <a:pt x="0" y="10788"/>
                </a:cubicBezTo>
                <a:cubicBezTo>
                  <a:pt x="0" y="12968"/>
                  <a:pt x="255" y="14875"/>
                  <a:pt x="760" y="16492"/>
                </a:cubicBezTo>
                <a:cubicBezTo>
                  <a:pt x="1260" y="18109"/>
                  <a:pt x="1985" y="19364"/>
                  <a:pt x="2937" y="20257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B9E8C2-CD1B-F803-4119-F7DE75A32CC8}"/>
              </a:ext>
            </a:extLst>
          </p:cNvPr>
          <p:cNvSpPr txBox="1"/>
          <p:nvPr userDrawn="1"/>
        </p:nvSpPr>
        <p:spPr>
          <a:xfrm>
            <a:off x="667330" y="1772442"/>
            <a:ext cx="74194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b="0" i="0" dirty="0">
                <a:solidFill>
                  <a:srgbClr val="FFFFFF">
                    <a:alpha val="40000"/>
                  </a:srgbClr>
                </a:solidFill>
                <a:effectLst/>
                <a:latin typeface="+mj-lt"/>
              </a:rPr>
              <a:t>Free Templates &amp; Infographics for PowerPoint and Google Slides</a:t>
            </a:r>
            <a:endParaRPr lang="en-US" sz="2200" dirty="0">
              <a:solidFill>
                <a:schemeClr val="bg1"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4583D-5F52-5CCA-15D5-7930FA3C51C6}"/>
              </a:ext>
            </a:extLst>
          </p:cNvPr>
          <p:cNvSpPr txBox="1"/>
          <p:nvPr userDrawn="1"/>
        </p:nvSpPr>
        <p:spPr>
          <a:xfrm>
            <a:off x="667329" y="5444784"/>
            <a:ext cx="4722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0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Questions or Need Help ?</a:t>
            </a:r>
            <a:endParaRPr lang="en-US" sz="28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8B69F-8B28-B3CE-9A02-F10F35E92CA5}"/>
              </a:ext>
            </a:extLst>
          </p:cNvPr>
          <p:cNvSpPr txBox="1"/>
          <p:nvPr userDrawn="1"/>
        </p:nvSpPr>
        <p:spPr>
          <a:xfrm>
            <a:off x="5976600" y="1307664"/>
            <a:ext cx="64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0" i="0" dirty="0">
                <a:solidFill>
                  <a:srgbClr val="FFFFFF">
                    <a:alpha val="40157"/>
                  </a:srgbClr>
                </a:solidFill>
                <a:effectLst/>
                <a:latin typeface="+mj-lt"/>
              </a:rPr>
              <a:t>.com</a:t>
            </a:r>
            <a:endParaRPr lang="en-US" dirty="0">
              <a:solidFill>
                <a:schemeClr val="bg1">
                  <a:alpha val="40157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hyperlink" Target="http://www.presentationgo.com/" TargetMode="Externa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hyperlink" Target="http://www.presentationgo.com/" TargetMode="Externa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15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DDC8EC43-F02F-F14D-1C4D-3DD926402B7D}"/>
              </a:ext>
            </a:extLst>
          </p:cNvPr>
          <p:cNvSpPr/>
          <p:nvPr userDrawn="1"/>
        </p:nvSpPr>
        <p:spPr>
          <a:xfrm>
            <a:off x="0" y="188441"/>
            <a:ext cx="680700" cy="4689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136" y="0"/>
                </a:moveTo>
                <a:cubicBezTo>
                  <a:pt x="10637" y="0"/>
                  <a:pt x="7604" y="3521"/>
                  <a:pt x="6858" y="8464"/>
                </a:cubicBezTo>
                <a:cubicBezTo>
                  <a:pt x="5038" y="8261"/>
                  <a:pt x="1166" y="7787"/>
                  <a:pt x="0" y="7719"/>
                </a:cubicBezTo>
                <a:lnTo>
                  <a:pt x="0" y="14084"/>
                </a:lnTo>
                <a:cubicBezTo>
                  <a:pt x="840" y="14016"/>
                  <a:pt x="2892" y="13745"/>
                  <a:pt x="4059" y="13610"/>
                </a:cubicBezTo>
                <a:lnTo>
                  <a:pt x="5832" y="13407"/>
                </a:lnTo>
                <a:cubicBezTo>
                  <a:pt x="6251" y="13339"/>
                  <a:pt x="6625" y="13339"/>
                  <a:pt x="6905" y="13271"/>
                </a:cubicBezTo>
                <a:cubicBezTo>
                  <a:pt x="7698" y="18147"/>
                  <a:pt x="10683" y="21600"/>
                  <a:pt x="14136" y="21600"/>
                </a:cubicBezTo>
                <a:cubicBezTo>
                  <a:pt x="18241" y="21600"/>
                  <a:pt x="21600" y="16725"/>
                  <a:pt x="21600" y="10766"/>
                </a:cubicBezTo>
                <a:cubicBezTo>
                  <a:pt x="21553" y="4875"/>
                  <a:pt x="18241" y="0"/>
                  <a:pt x="14136" y="0"/>
                </a:cubicBezTo>
                <a:close/>
                <a:moveTo>
                  <a:pt x="14136" y="17266"/>
                </a:moveTo>
                <a:cubicBezTo>
                  <a:pt x="11710" y="17266"/>
                  <a:pt x="9704" y="14355"/>
                  <a:pt x="9704" y="10834"/>
                </a:cubicBezTo>
                <a:cubicBezTo>
                  <a:pt x="9704" y="7313"/>
                  <a:pt x="11710" y="4401"/>
                  <a:pt x="14136" y="4401"/>
                </a:cubicBezTo>
                <a:cubicBezTo>
                  <a:pt x="16562" y="4401"/>
                  <a:pt x="18568" y="7313"/>
                  <a:pt x="18568" y="10834"/>
                </a:cubicBezTo>
                <a:cubicBezTo>
                  <a:pt x="18568" y="14355"/>
                  <a:pt x="16562" y="17266"/>
                  <a:pt x="14136" y="17266"/>
                </a:cubicBezTo>
                <a:close/>
                <a:moveTo>
                  <a:pt x="0" y="68"/>
                </a:moveTo>
                <a:cubicBezTo>
                  <a:pt x="187" y="68"/>
                  <a:pt x="373" y="68"/>
                  <a:pt x="560" y="68"/>
                </a:cubicBezTo>
                <a:cubicBezTo>
                  <a:pt x="1306" y="68"/>
                  <a:pt x="2053" y="203"/>
                  <a:pt x="2752" y="406"/>
                </a:cubicBezTo>
                <a:cubicBezTo>
                  <a:pt x="3452" y="609"/>
                  <a:pt x="4012" y="948"/>
                  <a:pt x="4525" y="1286"/>
                </a:cubicBezTo>
                <a:lnTo>
                  <a:pt x="4245" y="4875"/>
                </a:lnTo>
                <a:cubicBezTo>
                  <a:pt x="3732" y="4537"/>
                  <a:pt x="3172" y="4266"/>
                  <a:pt x="2566" y="3995"/>
                </a:cubicBezTo>
                <a:cubicBezTo>
                  <a:pt x="1959" y="3792"/>
                  <a:pt x="1306" y="3656"/>
                  <a:pt x="606" y="3656"/>
                </a:cubicBezTo>
                <a:cubicBezTo>
                  <a:pt x="420" y="3656"/>
                  <a:pt x="233" y="3656"/>
                  <a:pt x="47" y="3724"/>
                </a:cubicBezTo>
                <a:lnTo>
                  <a:pt x="47" y="68"/>
                </a:lnTo>
                <a:close/>
                <a:moveTo>
                  <a:pt x="4059" y="15641"/>
                </a:moveTo>
                <a:lnTo>
                  <a:pt x="4992" y="15506"/>
                </a:lnTo>
                <a:lnTo>
                  <a:pt x="4992" y="19975"/>
                </a:lnTo>
                <a:cubicBezTo>
                  <a:pt x="4479" y="20381"/>
                  <a:pt x="3825" y="20787"/>
                  <a:pt x="3032" y="21058"/>
                </a:cubicBezTo>
                <a:cubicBezTo>
                  <a:pt x="2193" y="21397"/>
                  <a:pt x="1306" y="21532"/>
                  <a:pt x="327" y="21532"/>
                </a:cubicBezTo>
                <a:cubicBezTo>
                  <a:pt x="233" y="21532"/>
                  <a:pt x="140" y="21532"/>
                  <a:pt x="0" y="21532"/>
                </a:cubicBezTo>
                <a:lnTo>
                  <a:pt x="0" y="17876"/>
                </a:lnTo>
                <a:cubicBezTo>
                  <a:pt x="140" y="17876"/>
                  <a:pt x="280" y="17876"/>
                  <a:pt x="420" y="17876"/>
                </a:cubicBezTo>
                <a:cubicBezTo>
                  <a:pt x="700" y="17876"/>
                  <a:pt x="1026" y="17876"/>
                  <a:pt x="1353" y="17808"/>
                </a:cubicBezTo>
                <a:cubicBezTo>
                  <a:pt x="1679" y="17740"/>
                  <a:pt x="2006" y="17673"/>
                  <a:pt x="2379" y="17605"/>
                </a:cubicBezTo>
                <a:lnTo>
                  <a:pt x="2379" y="15845"/>
                </a:lnTo>
                <a:cubicBezTo>
                  <a:pt x="2986" y="15777"/>
                  <a:pt x="3592" y="15709"/>
                  <a:pt x="4059" y="15641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2380E3-5C89-CD99-CE73-F8FB2B0B2EA9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C1B17E7-B758-E92C-41FE-C3FCB408B5B7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592DBB0-24EB-F018-C3D8-D6F02FE0B075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A718598-70D7-48B6-C739-86B6B29AA51D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83F2B32-CF9B-039E-6BAD-EACA915072DD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31" name="Shape">
                <a:extLst>
                  <a:ext uri="{FF2B5EF4-FFF2-40B4-BE49-F238E27FC236}">
                    <a16:creationId xmlns:a16="http://schemas.microsoft.com/office/drawing/2014/main" id="{FDA8849F-7D05-A81E-C41D-1977C2174A48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2" name="Shape">
                <a:extLst>
                  <a:ext uri="{FF2B5EF4-FFF2-40B4-BE49-F238E27FC236}">
                    <a16:creationId xmlns:a16="http://schemas.microsoft.com/office/drawing/2014/main" id="{0289A039-CDE0-CE6C-46D3-ECDB687F6BD1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01488E-8FFB-743B-7367-8F280AED5182}"/>
              </a:ext>
            </a:extLst>
          </p:cNvPr>
          <p:cNvGrpSpPr/>
          <p:nvPr userDrawn="1"/>
        </p:nvGrpSpPr>
        <p:grpSpPr>
          <a:xfrm>
            <a:off x="3763009" y="6404531"/>
            <a:ext cx="4665981" cy="354850"/>
            <a:chOff x="1714499" y="5181599"/>
            <a:chExt cx="4141472" cy="314961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7E1C58C8-01AA-AFF0-8E04-8F0DC8543C4A}"/>
                </a:ext>
              </a:extLst>
            </p:cNvPr>
            <p:cNvSpPr/>
            <p:nvPr userDrawn="1"/>
          </p:nvSpPr>
          <p:spPr>
            <a:xfrm>
              <a:off x="2603499" y="5181599"/>
              <a:ext cx="2494281" cy="314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182" y="6358"/>
                  </a:moveTo>
                  <a:cubicBezTo>
                    <a:pt x="7138" y="5923"/>
                    <a:pt x="7072" y="5574"/>
                    <a:pt x="7006" y="5400"/>
                  </a:cubicBezTo>
                  <a:cubicBezTo>
                    <a:pt x="6940" y="5139"/>
                    <a:pt x="6863" y="5052"/>
                    <a:pt x="6775" y="5052"/>
                  </a:cubicBezTo>
                  <a:cubicBezTo>
                    <a:pt x="6676" y="5052"/>
                    <a:pt x="6588" y="5226"/>
                    <a:pt x="6511" y="5487"/>
                  </a:cubicBezTo>
                  <a:cubicBezTo>
                    <a:pt x="6434" y="5748"/>
                    <a:pt x="6368" y="6097"/>
                    <a:pt x="6302" y="6619"/>
                  </a:cubicBezTo>
                  <a:cubicBezTo>
                    <a:pt x="6236" y="7142"/>
                    <a:pt x="6203" y="7752"/>
                    <a:pt x="6170" y="8448"/>
                  </a:cubicBezTo>
                  <a:cubicBezTo>
                    <a:pt x="6137" y="9145"/>
                    <a:pt x="6126" y="9929"/>
                    <a:pt x="6126" y="10800"/>
                  </a:cubicBezTo>
                  <a:cubicBezTo>
                    <a:pt x="6126" y="11758"/>
                    <a:pt x="6148" y="12629"/>
                    <a:pt x="6181" y="13413"/>
                  </a:cubicBezTo>
                  <a:cubicBezTo>
                    <a:pt x="6214" y="14110"/>
                    <a:pt x="6269" y="14719"/>
                    <a:pt x="6335" y="15155"/>
                  </a:cubicBezTo>
                  <a:cubicBezTo>
                    <a:pt x="6401" y="15590"/>
                    <a:pt x="6478" y="15939"/>
                    <a:pt x="6555" y="16200"/>
                  </a:cubicBezTo>
                  <a:cubicBezTo>
                    <a:pt x="6643" y="16461"/>
                    <a:pt x="6731" y="16548"/>
                    <a:pt x="6830" y="16548"/>
                  </a:cubicBezTo>
                  <a:cubicBezTo>
                    <a:pt x="6918" y="16548"/>
                    <a:pt x="6995" y="16461"/>
                    <a:pt x="7061" y="16374"/>
                  </a:cubicBezTo>
                  <a:cubicBezTo>
                    <a:pt x="7138" y="16287"/>
                    <a:pt x="7204" y="16113"/>
                    <a:pt x="7259" y="15939"/>
                  </a:cubicBezTo>
                  <a:lnTo>
                    <a:pt x="7215" y="14719"/>
                  </a:lnTo>
                  <a:cubicBezTo>
                    <a:pt x="7149" y="14894"/>
                    <a:pt x="7094" y="15068"/>
                    <a:pt x="7028" y="15155"/>
                  </a:cubicBezTo>
                  <a:cubicBezTo>
                    <a:pt x="6973" y="15242"/>
                    <a:pt x="6907" y="15242"/>
                    <a:pt x="6841" y="15242"/>
                  </a:cubicBezTo>
                  <a:cubicBezTo>
                    <a:pt x="6687" y="15242"/>
                    <a:pt x="6566" y="14894"/>
                    <a:pt x="6478" y="14197"/>
                  </a:cubicBezTo>
                  <a:cubicBezTo>
                    <a:pt x="6390" y="13500"/>
                    <a:pt x="6346" y="12455"/>
                    <a:pt x="6346" y="11148"/>
                  </a:cubicBezTo>
                  <a:lnTo>
                    <a:pt x="6346" y="10974"/>
                  </a:lnTo>
                  <a:lnTo>
                    <a:pt x="7336" y="10974"/>
                  </a:lnTo>
                  <a:lnTo>
                    <a:pt x="7336" y="10016"/>
                  </a:lnTo>
                  <a:cubicBezTo>
                    <a:pt x="7336" y="9319"/>
                    <a:pt x="7325" y="8623"/>
                    <a:pt x="7292" y="8013"/>
                  </a:cubicBezTo>
                  <a:cubicBezTo>
                    <a:pt x="7270" y="7316"/>
                    <a:pt x="7237" y="6794"/>
                    <a:pt x="7182" y="6358"/>
                  </a:cubicBezTo>
                  <a:close/>
                  <a:moveTo>
                    <a:pt x="6346" y="9668"/>
                  </a:moveTo>
                  <a:cubicBezTo>
                    <a:pt x="6357" y="8623"/>
                    <a:pt x="6412" y="7839"/>
                    <a:pt x="6478" y="7229"/>
                  </a:cubicBezTo>
                  <a:cubicBezTo>
                    <a:pt x="6555" y="6619"/>
                    <a:pt x="6643" y="6358"/>
                    <a:pt x="6764" y="6358"/>
                  </a:cubicBezTo>
                  <a:cubicBezTo>
                    <a:pt x="6830" y="6358"/>
                    <a:pt x="6885" y="6445"/>
                    <a:pt x="6929" y="6619"/>
                  </a:cubicBezTo>
                  <a:cubicBezTo>
                    <a:pt x="6973" y="6794"/>
                    <a:pt x="7006" y="7055"/>
                    <a:pt x="7039" y="7316"/>
                  </a:cubicBezTo>
                  <a:cubicBezTo>
                    <a:pt x="7072" y="7577"/>
                    <a:pt x="7094" y="8013"/>
                    <a:pt x="7105" y="8361"/>
                  </a:cubicBezTo>
                  <a:cubicBezTo>
                    <a:pt x="7116" y="8797"/>
                    <a:pt x="7127" y="9145"/>
                    <a:pt x="7127" y="9581"/>
                  </a:cubicBezTo>
                  <a:lnTo>
                    <a:pt x="6346" y="9668"/>
                  </a:lnTo>
                  <a:close/>
                  <a:moveTo>
                    <a:pt x="4047" y="6358"/>
                  </a:moveTo>
                  <a:cubicBezTo>
                    <a:pt x="4003" y="5923"/>
                    <a:pt x="3937" y="5574"/>
                    <a:pt x="3871" y="5400"/>
                  </a:cubicBezTo>
                  <a:cubicBezTo>
                    <a:pt x="3805" y="5139"/>
                    <a:pt x="3728" y="5052"/>
                    <a:pt x="3640" y="5052"/>
                  </a:cubicBezTo>
                  <a:cubicBezTo>
                    <a:pt x="3541" y="5052"/>
                    <a:pt x="3453" y="5226"/>
                    <a:pt x="3376" y="5487"/>
                  </a:cubicBezTo>
                  <a:cubicBezTo>
                    <a:pt x="3299" y="5748"/>
                    <a:pt x="3233" y="6097"/>
                    <a:pt x="3167" y="6619"/>
                  </a:cubicBezTo>
                  <a:cubicBezTo>
                    <a:pt x="3101" y="7142"/>
                    <a:pt x="3068" y="7752"/>
                    <a:pt x="3035" y="8448"/>
                  </a:cubicBezTo>
                  <a:cubicBezTo>
                    <a:pt x="3002" y="9145"/>
                    <a:pt x="2991" y="9929"/>
                    <a:pt x="2991" y="10800"/>
                  </a:cubicBezTo>
                  <a:cubicBezTo>
                    <a:pt x="2991" y="11758"/>
                    <a:pt x="3013" y="12629"/>
                    <a:pt x="3046" y="13413"/>
                  </a:cubicBezTo>
                  <a:cubicBezTo>
                    <a:pt x="3079" y="14110"/>
                    <a:pt x="3134" y="14719"/>
                    <a:pt x="3200" y="15155"/>
                  </a:cubicBezTo>
                  <a:cubicBezTo>
                    <a:pt x="3266" y="15590"/>
                    <a:pt x="3343" y="15939"/>
                    <a:pt x="3420" y="16200"/>
                  </a:cubicBezTo>
                  <a:cubicBezTo>
                    <a:pt x="3508" y="16461"/>
                    <a:pt x="3596" y="16548"/>
                    <a:pt x="3695" y="16548"/>
                  </a:cubicBezTo>
                  <a:cubicBezTo>
                    <a:pt x="3783" y="16548"/>
                    <a:pt x="3860" y="16461"/>
                    <a:pt x="3926" y="16374"/>
                  </a:cubicBezTo>
                  <a:cubicBezTo>
                    <a:pt x="4003" y="16287"/>
                    <a:pt x="4069" y="16113"/>
                    <a:pt x="4124" y="15939"/>
                  </a:cubicBezTo>
                  <a:lnTo>
                    <a:pt x="4080" y="14719"/>
                  </a:lnTo>
                  <a:cubicBezTo>
                    <a:pt x="4014" y="14894"/>
                    <a:pt x="3959" y="15068"/>
                    <a:pt x="3893" y="15155"/>
                  </a:cubicBezTo>
                  <a:cubicBezTo>
                    <a:pt x="3838" y="15242"/>
                    <a:pt x="3772" y="15242"/>
                    <a:pt x="3706" y="15242"/>
                  </a:cubicBezTo>
                  <a:cubicBezTo>
                    <a:pt x="3552" y="15242"/>
                    <a:pt x="3431" y="14894"/>
                    <a:pt x="3343" y="14197"/>
                  </a:cubicBezTo>
                  <a:cubicBezTo>
                    <a:pt x="3255" y="13500"/>
                    <a:pt x="3211" y="12455"/>
                    <a:pt x="3211" y="11148"/>
                  </a:cubicBezTo>
                  <a:lnTo>
                    <a:pt x="3211" y="10974"/>
                  </a:lnTo>
                  <a:lnTo>
                    <a:pt x="4201" y="10974"/>
                  </a:lnTo>
                  <a:lnTo>
                    <a:pt x="4201" y="10016"/>
                  </a:lnTo>
                  <a:cubicBezTo>
                    <a:pt x="4201" y="9319"/>
                    <a:pt x="4190" y="8623"/>
                    <a:pt x="4157" y="8013"/>
                  </a:cubicBezTo>
                  <a:cubicBezTo>
                    <a:pt x="4135" y="7316"/>
                    <a:pt x="4102" y="6794"/>
                    <a:pt x="4047" y="6358"/>
                  </a:cubicBezTo>
                  <a:close/>
                  <a:moveTo>
                    <a:pt x="3211" y="9668"/>
                  </a:moveTo>
                  <a:cubicBezTo>
                    <a:pt x="3222" y="8623"/>
                    <a:pt x="3277" y="7839"/>
                    <a:pt x="3343" y="7229"/>
                  </a:cubicBezTo>
                  <a:cubicBezTo>
                    <a:pt x="3420" y="6619"/>
                    <a:pt x="3508" y="6358"/>
                    <a:pt x="3629" y="6358"/>
                  </a:cubicBezTo>
                  <a:cubicBezTo>
                    <a:pt x="3695" y="6358"/>
                    <a:pt x="3750" y="6445"/>
                    <a:pt x="3794" y="6619"/>
                  </a:cubicBezTo>
                  <a:cubicBezTo>
                    <a:pt x="3838" y="6794"/>
                    <a:pt x="3871" y="7055"/>
                    <a:pt x="3904" y="7316"/>
                  </a:cubicBezTo>
                  <a:cubicBezTo>
                    <a:pt x="3937" y="7577"/>
                    <a:pt x="3959" y="8013"/>
                    <a:pt x="3970" y="8361"/>
                  </a:cubicBezTo>
                  <a:cubicBezTo>
                    <a:pt x="3981" y="8797"/>
                    <a:pt x="3992" y="9145"/>
                    <a:pt x="3992" y="9581"/>
                  </a:cubicBezTo>
                  <a:lnTo>
                    <a:pt x="3211" y="9668"/>
                  </a:lnTo>
                  <a:close/>
                  <a:moveTo>
                    <a:pt x="5554" y="11235"/>
                  </a:moveTo>
                  <a:cubicBezTo>
                    <a:pt x="5620" y="11758"/>
                    <a:pt x="5653" y="12368"/>
                    <a:pt x="5653" y="13152"/>
                  </a:cubicBezTo>
                  <a:cubicBezTo>
                    <a:pt x="5653" y="14110"/>
                    <a:pt x="5609" y="14894"/>
                    <a:pt x="5521" y="15503"/>
                  </a:cubicBezTo>
                  <a:cubicBezTo>
                    <a:pt x="5433" y="16113"/>
                    <a:pt x="5301" y="16374"/>
                    <a:pt x="5136" y="16374"/>
                  </a:cubicBezTo>
                  <a:cubicBezTo>
                    <a:pt x="5048" y="16374"/>
                    <a:pt x="4960" y="16287"/>
                    <a:pt x="4894" y="16200"/>
                  </a:cubicBezTo>
                  <a:cubicBezTo>
                    <a:pt x="4817" y="16113"/>
                    <a:pt x="4751" y="15939"/>
                    <a:pt x="4696" y="15677"/>
                  </a:cubicBezTo>
                  <a:lnTo>
                    <a:pt x="4751" y="14371"/>
                  </a:lnTo>
                  <a:cubicBezTo>
                    <a:pt x="4806" y="14632"/>
                    <a:pt x="4861" y="14719"/>
                    <a:pt x="4927" y="14894"/>
                  </a:cubicBezTo>
                  <a:cubicBezTo>
                    <a:pt x="4993" y="14981"/>
                    <a:pt x="5059" y="15068"/>
                    <a:pt x="5125" y="15068"/>
                  </a:cubicBezTo>
                  <a:cubicBezTo>
                    <a:pt x="5224" y="15068"/>
                    <a:pt x="5301" y="14894"/>
                    <a:pt x="5356" y="14632"/>
                  </a:cubicBezTo>
                  <a:cubicBezTo>
                    <a:pt x="5411" y="14371"/>
                    <a:pt x="5444" y="13848"/>
                    <a:pt x="5444" y="13326"/>
                  </a:cubicBezTo>
                  <a:cubicBezTo>
                    <a:pt x="5444" y="12803"/>
                    <a:pt x="5422" y="12455"/>
                    <a:pt x="5378" y="12106"/>
                  </a:cubicBezTo>
                  <a:cubicBezTo>
                    <a:pt x="5334" y="11845"/>
                    <a:pt x="5257" y="11584"/>
                    <a:pt x="5169" y="11323"/>
                  </a:cubicBezTo>
                  <a:lnTo>
                    <a:pt x="5070" y="11061"/>
                  </a:lnTo>
                  <a:cubicBezTo>
                    <a:pt x="4949" y="10713"/>
                    <a:pt x="4861" y="10365"/>
                    <a:pt x="4795" y="9842"/>
                  </a:cubicBezTo>
                  <a:cubicBezTo>
                    <a:pt x="4729" y="9319"/>
                    <a:pt x="4707" y="8797"/>
                    <a:pt x="4707" y="8013"/>
                  </a:cubicBezTo>
                  <a:cubicBezTo>
                    <a:pt x="4707" y="7577"/>
                    <a:pt x="4718" y="7142"/>
                    <a:pt x="4740" y="6794"/>
                  </a:cubicBezTo>
                  <a:cubicBezTo>
                    <a:pt x="4762" y="6445"/>
                    <a:pt x="4795" y="6097"/>
                    <a:pt x="4839" y="5836"/>
                  </a:cubicBezTo>
                  <a:cubicBezTo>
                    <a:pt x="4883" y="5574"/>
                    <a:pt x="4938" y="5400"/>
                    <a:pt x="4993" y="5226"/>
                  </a:cubicBezTo>
                  <a:cubicBezTo>
                    <a:pt x="5048" y="5052"/>
                    <a:pt x="5114" y="4965"/>
                    <a:pt x="5191" y="4965"/>
                  </a:cubicBezTo>
                  <a:cubicBezTo>
                    <a:pt x="5257" y="4965"/>
                    <a:pt x="5323" y="5052"/>
                    <a:pt x="5400" y="5139"/>
                  </a:cubicBezTo>
                  <a:cubicBezTo>
                    <a:pt x="5477" y="5226"/>
                    <a:pt x="5532" y="5400"/>
                    <a:pt x="5598" y="5574"/>
                  </a:cubicBezTo>
                  <a:lnTo>
                    <a:pt x="5532" y="6968"/>
                  </a:lnTo>
                  <a:cubicBezTo>
                    <a:pt x="5477" y="6706"/>
                    <a:pt x="5422" y="6619"/>
                    <a:pt x="5367" y="6532"/>
                  </a:cubicBezTo>
                  <a:cubicBezTo>
                    <a:pt x="5312" y="6445"/>
                    <a:pt x="5257" y="6358"/>
                    <a:pt x="5202" y="6358"/>
                  </a:cubicBezTo>
                  <a:cubicBezTo>
                    <a:pt x="5103" y="6358"/>
                    <a:pt x="5026" y="6532"/>
                    <a:pt x="4982" y="6794"/>
                  </a:cubicBezTo>
                  <a:cubicBezTo>
                    <a:pt x="4938" y="7142"/>
                    <a:pt x="4905" y="7490"/>
                    <a:pt x="4905" y="8013"/>
                  </a:cubicBezTo>
                  <a:cubicBezTo>
                    <a:pt x="4905" y="8448"/>
                    <a:pt x="4927" y="8797"/>
                    <a:pt x="4960" y="9058"/>
                  </a:cubicBezTo>
                  <a:cubicBezTo>
                    <a:pt x="4993" y="9319"/>
                    <a:pt x="5070" y="9581"/>
                    <a:pt x="5180" y="9842"/>
                  </a:cubicBezTo>
                  <a:lnTo>
                    <a:pt x="5268" y="10016"/>
                  </a:lnTo>
                  <a:cubicBezTo>
                    <a:pt x="5400" y="10365"/>
                    <a:pt x="5488" y="10800"/>
                    <a:pt x="5554" y="11235"/>
                  </a:cubicBezTo>
                  <a:close/>
                  <a:moveTo>
                    <a:pt x="1056" y="6445"/>
                  </a:moveTo>
                  <a:cubicBezTo>
                    <a:pt x="1001" y="6010"/>
                    <a:pt x="946" y="5661"/>
                    <a:pt x="869" y="5400"/>
                  </a:cubicBezTo>
                  <a:cubicBezTo>
                    <a:pt x="792" y="5139"/>
                    <a:pt x="715" y="5052"/>
                    <a:pt x="627" y="5052"/>
                  </a:cubicBezTo>
                  <a:cubicBezTo>
                    <a:pt x="528" y="5052"/>
                    <a:pt x="451" y="5226"/>
                    <a:pt x="385" y="5487"/>
                  </a:cubicBezTo>
                  <a:cubicBezTo>
                    <a:pt x="319" y="5748"/>
                    <a:pt x="253" y="6097"/>
                    <a:pt x="209" y="6445"/>
                  </a:cubicBezTo>
                  <a:lnTo>
                    <a:pt x="176" y="5052"/>
                  </a:lnTo>
                  <a:lnTo>
                    <a:pt x="0" y="5052"/>
                  </a:lnTo>
                  <a:lnTo>
                    <a:pt x="0" y="21600"/>
                  </a:lnTo>
                  <a:lnTo>
                    <a:pt x="209" y="21600"/>
                  </a:lnTo>
                  <a:lnTo>
                    <a:pt x="209" y="15677"/>
                  </a:lnTo>
                  <a:cubicBezTo>
                    <a:pt x="253" y="15939"/>
                    <a:pt x="297" y="16113"/>
                    <a:pt x="363" y="16200"/>
                  </a:cubicBezTo>
                  <a:cubicBezTo>
                    <a:pt x="418" y="16374"/>
                    <a:pt x="484" y="16374"/>
                    <a:pt x="550" y="16374"/>
                  </a:cubicBezTo>
                  <a:cubicBezTo>
                    <a:pt x="638" y="16374"/>
                    <a:pt x="715" y="16287"/>
                    <a:pt x="803" y="16026"/>
                  </a:cubicBezTo>
                  <a:cubicBezTo>
                    <a:pt x="880" y="15765"/>
                    <a:pt x="957" y="15416"/>
                    <a:pt x="1023" y="14894"/>
                  </a:cubicBezTo>
                  <a:cubicBezTo>
                    <a:pt x="1089" y="14371"/>
                    <a:pt x="1133" y="13761"/>
                    <a:pt x="1177" y="13065"/>
                  </a:cubicBezTo>
                  <a:cubicBezTo>
                    <a:pt x="1210" y="12281"/>
                    <a:pt x="1232" y="11410"/>
                    <a:pt x="1232" y="10365"/>
                  </a:cubicBezTo>
                  <a:cubicBezTo>
                    <a:pt x="1232" y="9494"/>
                    <a:pt x="1221" y="8710"/>
                    <a:pt x="1188" y="8100"/>
                  </a:cubicBezTo>
                  <a:cubicBezTo>
                    <a:pt x="1155" y="7490"/>
                    <a:pt x="1111" y="6968"/>
                    <a:pt x="1056" y="6445"/>
                  </a:cubicBezTo>
                  <a:close/>
                  <a:moveTo>
                    <a:pt x="968" y="12629"/>
                  </a:moveTo>
                  <a:cubicBezTo>
                    <a:pt x="935" y="13239"/>
                    <a:pt x="902" y="13674"/>
                    <a:pt x="858" y="14110"/>
                  </a:cubicBezTo>
                  <a:cubicBezTo>
                    <a:pt x="814" y="14458"/>
                    <a:pt x="759" y="14719"/>
                    <a:pt x="704" y="14894"/>
                  </a:cubicBezTo>
                  <a:cubicBezTo>
                    <a:pt x="649" y="15068"/>
                    <a:pt x="583" y="15155"/>
                    <a:pt x="528" y="15155"/>
                  </a:cubicBezTo>
                  <a:cubicBezTo>
                    <a:pt x="473" y="15155"/>
                    <a:pt x="418" y="15068"/>
                    <a:pt x="374" y="14981"/>
                  </a:cubicBezTo>
                  <a:cubicBezTo>
                    <a:pt x="319" y="14894"/>
                    <a:pt x="275" y="14632"/>
                    <a:pt x="231" y="14371"/>
                  </a:cubicBezTo>
                  <a:lnTo>
                    <a:pt x="231" y="7926"/>
                  </a:lnTo>
                  <a:cubicBezTo>
                    <a:pt x="242" y="7752"/>
                    <a:pt x="264" y="7577"/>
                    <a:pt x="297" y="7403"/>
                  </a:cubicBezTo>
                  <a:cubicBezTo>
                    <a:pt x="319" y="7229"/>
                    <a:pt x="352" y="7055"/>
                    <a:pt x="385" y="6881"/>
                  </a:cubicBezTo>
                  <a:cubicBezTo>
                    <a:pt x="418" y="6706"/>
                    <a:pt x="451" y="6619"/>
                    <a:pt x="495" y="6532"/>
                  </a:cubicBezTo>
                  <a:cubicBezTo>
                    <a:pt x="528" y="6445"/>
                    <a:pt x="572" y="6358"/>
                    <a:pt x="616" y="6358"/>
                  </a:cubicBezTo>
                  <a:cubicBezTo>
                    <a:pt x="759" y="6358"/>
                    <a:pt x="869" y="6706"/>
                    <a:pt x="935" y="7403"/>
                  </a:cubicBezTo>
                  <a:cubicBezTo>
                    <a:pt x="1001" y="8100"/>
                    <a:pt x="1034" y="9145"/>
                    <a:pt x="1034" y="10364"/>
                  </a:cubicBezTo>
                  <a:cubicBezTo>
                    <a:pt x="1001" y="11323"/>
                    <a:pt x="990" y="12106"/>
                    <a:pt x="968" y="12629"/>
                  </a:cubicBezTo>
                  <a:close/>
                  <a:moveTo>
                    <a:pt x="21556" y="8187"/>
                  </a:moveTo>
                  <a:cubicBezTo>
                    <a:pt x="21523" y="7490"/>
                    <a:pt x="21479" y="6881"/>
                    <a:pt x="21424" y="6445"/>
                  </a:cubicBezTo>
                  <a:cubicBezTo>
                    <a:pt x="21369" y="6010"/>
                    <a:pt x="21303" y="5661"/>
                    <a:pt x="21215" y="5400"/>
                  </a:cubicBezTo>
                  <a:cubicBezTo>
                    <a:pt x="21127" y="5139"/>
                    <a:pt x="21050" y="5052"/>
                    <a:pt x="20962" y="5052"/>
                  </a:cubicBezTo>
                  <a:cubicBezTo>
                    <a:pt x="20874" y="5052"/>
                    <a:pt x="20786" y="5139"/>
                    <a:pt x="20698" y="5400"/>
                  </a:cubicBezTo>
                  <a:cubicBezTo>
                    <a:pt x="20621" y="5661"/>
                    <a:pt x="20544" y="6010"/>
                    <a:pt x="20489" y="6532"/>
                  </a:cubicBezTo>
                  <a:cubicBezTo>
                    <a:pt x="20434" y="7055"/>
                    <a:pt x="20379" y="7664"/>
                    <a:pt x="20346" y="8361"/>
                  </a:cubicBezTo>
                  <a:cubicBezTo>
                    <a:pt x="20313" y="9058"/>
                    <a:pt x="20291" y="9929"/>
                    <a:pt x="20291" y="10800"/>
                  </a:cubicBezTo>
                  <a:cubicBezTo>
                    <a:pt x="20291" y="11671"/>
                    <a:pt x="20313" y="12542"/>
                    <a:pt x="20346" y="13239"/>
                  </a:cubicBezTo>
                  <a:cubicBezTo>
                    <a:pt x="20379" y="13935"/>
                    <a:pt x="20423" y="14545"/>
                    <a:pt x="20478" y="14981"/>
                  </a:cubicBezTo>
                  <a:cubicBezTo>
                    <a:pt x="20533" y="15416"/>
                    <a:pt x="20599" y="15852"/>
                    <a:pt x="20687" y="16026"/>
                  </a:cubicBezTo>
                  <a:cubicBezTo>
                    <a:pt x="20764" y="16287"/>
                    <a:pt x="20852" y="16374"/>
                    <a:pt x="20940" y="16374"/>
                  </a:cubicBezTo>
                  <a:cubicBezTo>
                    <a:pt x="21028" y="16374"/>
                    <a:pt x="21116" y="16287"/>
                    <a:pt x="21193" y="16026"/>
                  </a:cubicBezTo>
                  <a:cubicBezTo>
                    <a:pt x="21270" y="15765"/>
                    <a:pt x="21347" y="15416"/>
                    <a:pt x="21402" y="14894"/>
                  </a:cubicBezTo>
                  <a:cubicBezTo>
                    <a:pt x="21457" y="14371"/>
                    <a:pt x="21512" y="13761"/>
                    <a:pt x="21545" y="13064"/>
                  </a:cubicBezTo>
                  <a:cubicBezTo>
                    <a:pt x="21578" y="12368"/>
                    <a:pt x="21600" y="11497"/>
                    <a:pt x="21600" y="10626"/>
                  </a:cubicBezTo>
                  <a:cubicBezTo>
                    <a:pt x="21600" y="9668"/>
                    <a:pt x="21589" y="8884"/>
                    <a:pt x="21556" y="8187"/>
                  </a:cubicBezTo>
                  <a:close/>
                  <a:moveTo>
                    <a:pt x="21347" y="12803"/>
                  </a:moveTo>
                  <a:cubicBezTo>
                    <a:pt x="21325" y="13326"/>
                    <a:pt x="21292" y="13848"/>
                    <a:pt x="21248" y="14197"/>
                  </a:cubicBezTo>
                  <a:cubicBezTo>
                    <a:pt x="21204" y="14545"/>
                    <a:pt x="21160" y="14806"/>
                    <a:pt x="21105" y="14981"/>
                  </a:cubicBezTo>
                  <a:cubicBezTo>
                    <a:pt x="21050" y="15155"/>
                    <a:pt x="20995" y="15242"/>
                    <a:pt x="20940" y="15242"/>
                  </a:cubicBezTo>
                  <a:cubicBezTo>
                    <a:pt x="20885" y="15242"/>
                    <a:pt x="20830" y="15155"/>
                    <a:pt x="20775" y="14981"/>
                  </a:cubicBezTo>
                  <a:cubicBezTo>
                    <a:pt x="20720" y="14806"/>
                    <a:pt x="20676" y="14545"/>
                    <a:pt x="20632" y="14197"/>
                  </a:cubicBezTo>
                  <a:cubicBezTo>
                    <a:pt x="20588" y="13848"/>
                    <a:pt x="20555" y="13413"/>
                    <a:pt x="20533" y="12803"/>
                  </a:cubicBezTo>
                  <a:cubicBezTo>
                    <a:pt x="20511" y="12281"/>
                    <a:pt x="20500" y="11584"/>
                    <a:pt x="20500" y="10800"/>
                  </a:cubicBezTo>
                  <a:cubicBezTo>
                    <a:pt x="20500" y="10016"/>
                    <a:pt x="20511" y="9319"/>
                    <a:pt x="20533" y="8797"/>
                  </a:cubicBezTo>
                  <a:cubicBezTo>
                    <a:pt x="20555" y="8274"/>
                    <a:pt x="20588" y="7752"/>
                    <a:pt x="20632" y="7490"/>
                  </a:cubicBezTo>
                  <a:cubicBezTo>
                    <a:pt x="20676" y="7142"/>
                    <a:pt x="20720" y="6881"/>
                    <a:pt x="20775" y="6706"/>
                  </a:cubicBezTo>
                  <a:cubicBezTo>
                    <a:pt x="20830" y="6532"/>
                    <a:pt x="20885" y="6445"/>
                    <a:pt x="20940" y="6445"/>
                  </a:cubicBezTo>
                  <a:cubicBezTo>
                    <a:pt x="20995" y="6445"/>
                    <a:pt x="21050" y="6532"/>
                    <a:pt x="21105" y="6706"/>
                  </a:cubicBezTo>
                  <a:cubicBezTo>
                    <a:pt x="21160" y="6881"/>
                    <a:pt x="21204" y="7142"/>
                    <a:pt x="21248" y="7490"/>
                  </a:cubicBezTo>
                  <a:cubicBezTo>
                    <a:pt x="21292" y="7839"/>
                    <a:pt x="21325" y="8274"/>
                    <a:pt x="21347" y="8884"/>
                  </a:cubicBezTo>
                  <a:cubicBezTo>
                    <a:pt x="21369" y="9406"/>
                    <a:pt x="21380" y="10103"/>
                    <a:pt x="21380" y="10887"/>
                  </a:cubicBezTo>
                  <a:cubicBezTo>
                    <a:pt x="21391" y="11584"/>
                    <a:pt x="21369" y="12281"/>
                    <a:pt x="21347" y="12803"/>
                  </a:cubicBezTo>
                  <a:close/>
                  <a:moveTo>
                    <a:pt x="2563" y="5139"/>
                  </a:moveTo>
                  <a:cubicBezTo>
                    <a:pt x="2596" y="5226"/>
                    <a:pt x="2629" y="5313"/>
                    <a:pt x="2651" y="5313"/>
                  </a:cubicBezTo>
                  <a:lnTo>
                    <a:pt x="2618" y="6794"/>
                  </a:lnTo>
                  <a:cubicBezTo>
                    <a:pt x="2596" y="6706"/>
                    <a:pt x="2563" y="6619"/>
                    <a:pt x="2541" y="6532"/>
                  </a:cubicBezTo>
                  <a:cubicBezTo>
                    <a:pt x="2508" y="6445"/>
                    <a:pt x="2475" y="6445"/>
                    <a:pt x="2442" y="6445"/>
                  </a:cubicBezTo>
                  <a:cubicBezTo>
                    <a:pt x="2387" y="6445"/>
                    <a:pt x="2332" y="6532"/>
                    <a:pt x="2277" y="6706"/>
                  </a:cubicBezTo>
                  <a:cubicBezTo>
                    <a:pt x="2233" y="6881"/>
                    <a:pt x="2189" y="7142"/>
                    <a:pt x="2145" y="7403"/>
                  </a:cubicBezTo>
                  <a:cubicBezTo>
                    <a:pt x="2112" y="7752"/>
                    <a:pt x="2079" y="8100"/>
                    <a:pt x="2057" y="8623"/>
                  </a:cubicBezTo>
                  <a:cubicBezTo>
                    <a:pt x="2035" y="9145"/>
                    <a:pt x="2024" y="9668"/>
                    <a:pt x="2024" y="10277"/>
                  </a:cubicBezTo>
                  <a:lnTo>
                    <a:pt x="2024" y="16200"/>
                  </a:lnTo>
                  <a:lnTo>
                    <a:pt x="1815" y="16200"/>
                  </a:lnTo>
                  <a:lnTo>
                    <a:pt x="1815" y="5226"/>
                  </a:lnTo>
                  <a:lnTo>
                    <a:pt x="1958" y="5226"/>
                  </a:lnTo>
                  <a:lnTo>
                    <a:pt x="1991" y="7403"/>
                  </a:lnTo>
                  <a:cubicBezTo>
                    <a:pt x="2024" y="6706"/>
                    <a:pt x="2079" y="6097"/>
                    <a:pt x="2156" y="5661"/>
                  </a:cubicBezTo>
                  <a:cubicBezTo>
                    <a:pt x="2233" y="5226"/>
                    <a:pt x="2321" y="5052"/>
                    <a:pt x="2420" y="5052"/>
                  </a:cubicBezTo>
                  <a:cubicBezTo>
                    <a:pt x="2486" y="5052"/>
                    <a:pt x="2519" y="5139"/>
                    <a:pt x="2563" y="5139"/>
                  </a:cubicBezTo>
                  <a:close/>
                  <a:moveTo>
                    <a:pt x="19235" y="5139"/>
                  </a:moveTo>
                  <a:cubicBezTo>
                    <a:pt x="19213" y="5139"/>
                    <a:pt x="19180" y="5052"/>
                    <a:pt x="19147" y="5052"/>
                  </a:cubicBezTo>
                  <a:cubicBezTo>
                    <a:pt x="19070" y="5052"/>
                    <a:pt x="18993" y="5139"/>
                    <a:pt x="18927" y="5313"/>
                  </a:cubicBezTo>
                  <a:cubicBezTo>
                    <a:pt x="18862" y="5487"/>
                    <a:pt x="18796" y="5748"/>
                    <a:pt x="18752" y="6010"/>
                  </a:cubicBezTo>
                  <a:cubicBezTo>
                    <a:pt x="18708" y="6271"/>
                    <a:pt x="18664" y="6706"/>
                    <a:pt x="18642" y="7229"/>
                  </a:cubicBezTo>
                  <a:cubicBezTo>
                    <a:pt x="18609" y="7664"/>
                    <a:pt x="18598" y="8274"/>
                    <a:pt x="18598" y="8884"/>
                  </a:cubicBezTo>
                  <a:cubicBezTo>
                    <a:pt x="18598" y="9755"/>
                    <a:pt x="18620" y="10452"/>
                    <a:pt x="18675" y="10974"/>
                  </a:cubicBezTo>
                  <a:cubicBezTo>
                    <a:pt x="18730" y="11497"/>
                    <a:pt x="18785" y="11932"/>
                    <a:pt x="18851" y="12194"/>
                  </a:cubicBezTo>
                  <a:cubicBezTo>
                    <a:pt x="18796" y="12368"/>
                    <a:pt x="18752" y="12629"/>
                    <a:pt x="18708" y="12977"/>
                  </a:cubicBezTo>
                  <a:cubicBezTo>
                    <a:pt x="18675" y="13326"/>
                    <a:pt x="18653" y="13761"/>
                    <a:pt x="18653" y="14197"/>
                  </a:cubicBezTo>
                  <a:cubicBezTo>
                    <a:pt x="18653" y="14632"/>
                    <a:pt x="18664" y="14893"/>
                    <a:pt x="18686" y="15155"/>
                  </a:cubicBezTo>
                  <a:cubicBezTo>
                    <a:pt x="18708" y="15416"/>
                    <a:pt x="18730" y="15590"/>
                    <a:pt x="18774" y="15764"/>
                  </a:cubicBezTo>
                  <a:cubicBezTo>
                    <a:pt x="18697" y="16026"/>
                    <a:pt x="18631" y="16287"/>
                    <a:pt x="18587" y="16635"/>
                  </a:cubicBezTo>
                  <a:cubicBezTo>
                    <a:pt x="18543" y="16984"/>
                    <a:pt x="18521" y="17506"/>
                    <a:pt x="18521" y="18116"/>
                  </a:cubicBezTo>
                  <a:cubicBezTo>
                    <a:pt x="18521" y="19161"/>
                    <a:pt x="18576" y="20032"/>
                    <a:pt x="18697" y="20642"/>
                  </a:cubicBezTo>
                  <a:cubicBezTo>
                    <a:pt x="18818" y="21252"/>
                    <a:pt x="18971" y="21513"/>
                    <a:pt x="19169" y="21513"/>
                  </a:cubicBezTo>
                  <a:cubicBezTo>
                    <a:pt x="19389" y="21513"/>
                    <a:pt x="19554" y="21164"/>
                    <a:pt x="19686" y="20468"/>
                  </a:cubicBezTo>
                  <a:cubicBezTo>
                    <a:pt x="19807" y="19771"/>
                    <a:pt x="19873" y="18900"/>
                    <a:pt x="19873" y="17681"/>
                  </a:cubicBezTo>
                  <a:cubicBezTo>
                    <a:pt x="19873" y="16810"/>
                    <a:pt x="19829" y="16113"/>
                    <a:pt x="19752" y="15590"/>
                  </a:cubicBezTo>
                  <a:cubicBezTo>
                    <a:pt x="19675" y="15068"/>
                    <a:pt x="19554" y="14806"/>
                    <a:pt x="19400" y="14806"/>
                  </a:cubicBezTo>
                  <a:lnTo>
                    <a:pt x="19037" y="14806"/>
                  </a:lnTo>
                  <a:cubicBezTo>
                    <a:pt x="18982" y="14806"/>
                    <a:pt x="18938" y="14719"/>
                    <a:pt x="18905" y="14545"/>
                  </a:cubicBezTo>
                  <a:cubicBezTo>
                    <a:pt x="18873" y="14371"/>
                    <a:pt x="18851" y="14110"/>
                    <a:pt x="18851" y="13761"/>
                  </a:cubicBezTo>
                  <a:cubicBezTo>
                    <a:pt x="18851" y="13500"/>
                    <a:pt x="18862" y="13239"/>
                    <a:pt x="18884" y="12977"/>
                  </a:cubicBezTo>
                  <a:cubicBezTo>
                    <a:pt x="18905" y="12716"/>
                    <a:pt x="18938" y="12542"/>
                    <a:pt x="18993" y="12455"/>
                  </a:cubicBezTo>
                  <a:cubicBezTo>
                    <a:pt x="19026" y="12455"/>
                    <a:pt x="19048" y="12542"/>
                    <a:pt x="19070" y="12542"/>
                  </a:cubicBezTo>
                  <a:cubicBezTo>
                    <a:pt x="19092" y="12542"/>
                    <a:pt x="19125" y="12542"/>
                    <a:pt x="19147" y="12542"/>
                  </a:cubicBezTo>
                  <a:cubicBezTo>
                    <a:pt x="19224" y="12542"/>
                    <a:pt x="19301" y="12455"/>
                    <a:pt x="19367" y="12281"/>
                  </a:cubicBezTo>
                  <a:cubicBezTo>
                    <a:pt x="19433" y="12106"/>
                    <a:pt x="19488" y="11845"/>
                    <a:pt x="19543" y="11584"/>
                  </a:cubicBezTo>
                  <a:cubicBezTo>
                    <a:pt x="19587" y="11235"/>
                    <a:pt x="19631" y="10887"/>
                    <a:pt x="19653" y="10365"/>
                  </a:cubicBezTo>
                  <a:cubicBezTo>
                    <a:pt x="19686" y="9929"/>
                    <a:pt x="19697" y="9319"/>
                    <a:pt x="19697" y="8710"/>
                  </a:cubicBezTo>
                  <a:cubicBezTo>
                    <a:pt x="19697" y="8187"/>
                    <a:pt x="19686" y="7665"/>
                    <a:pt x="19653" y="7229"/>
                  </a:cubicBezTo>
                  <a:cubicBezTo>
                    <a:pt x="19620" y="6794"/>
                    <a:pt x="19587" y="6358"/>
                    <a:pt x="19532" y="6097"/>
                  </a:cubicBezTo>
                  <a:lnTo>
                    <a:pt x="19785" y="6271"/>
                  </a:lnTo>
                  <a:lnTo>
                    <a:pt x="19917" y="6271"/>
                  </a:lnTo>
                  <a:lnTo>
                    <a:pt x="19917" y="5226"/>
                  </a:lnTo>
                  <a:lnTo>
                    <a:pt x="19323" y="5226"/>
                  </a:lnTo>
                  <a:cubicBezTo>
                    <a:pt x="19290" y="5226"/>
                    <a:pt x="19257" y="5139"/>
                    <a:pt x="19235" y="5139"/>
                  </a:cubicBezTo>
                  <a:close/>
                  <a:moveTo>
                    <a:pt x="18884" y="16200"/>
                  </a:moveTo>
                  <a:lnTo>
                    <a:pt x="19301" y="16200"/>
                  </a:lnTo>
                  <a:cubicBezTo>
                    <a:pt x="19345" y="16200"/>
                    <a:pt x="19400" y="16200"/>
                    <a:pt x="19433" y="16287"/>
                  </a:cubicBezTo>
                  <a:cubicBezTo>
                    <a:pt x="19466" y="16374"/>
                    <a:pt x="19510" y="16461"/>
                    <a:pt x="19543" y="16548"/>
                  </a:cubicBezTo>
                  <a:cubicBezTo>
                    <a:pt x="19576" y="16723"/>
                    <a:pt x="19598" y="16897"/>
                    <a:pt x="19609" y="17071"/>
                  </a:cubicBezTo>
                  <a:cubicBezTo>
                    <a:pt x="19631" y="17332"/>
                    <a:pt x="19631" y="17594"/>
                    <a:pt x="19631" y="17942"/>
                  </a:cubicBezTo>
                  <a:cubicBezTo>
                    <a:pt x="19631" y="18203"/>
                    <a:pt x="19620" y="18465"/>
                    <a:pt x="19609" y="18813"/>
                  </a:cubicBezTo>
                  <a:cubicBezTo>
                    <a:pt x="19587" y="19074"/>
                    <a:pt x="19565" y="19336"/>
                    <a:pt x="19521" y="19597"/>
                  </a:cubicBezTo>
                  <a:cubicBezTo>
                    <a:pt x="19477" y="19858"/>
                    <a:pt x="19433" y="20032"/>
                    <a:pt x="19367" y="20119"/>
                  </a:cubicBezTo>
                  <a:cubicBezTo>
                    <a:pt x="19301" y="20206"/>
                    <a:pt x="19235" y="20294"/>
                    <a:pt x="19147" y="20294"/>
                  </a:cubicBezTo>
                  <a:cubicBezTo>
                    <a:pt x="19004" y="20294"/>
                    <a:pt x="18895" y="20119"/>
                    <a:pt x="18818" y="19684"/>
                  </a:cubicBezTo>
                  <a:cubicBezTo>
                    <a:pt x="18741" y="19336"/>
                    <a:pt x="18697" y="18726"/>
                    <a:pt x="18697" y="17942"/>
                  </a:cubicBezTo>
                  <a:cubicBezTo>
                    <a:pt x="18697" y="17506"/>
                    <a:pt x="18708" y="17158"/>
                    <a:pt x="18741" y="16897"/>
                  </a:cubicBezTo>
                  <a:cubicBezTo>
                    <a:pt x="18796" y="16635"/>
                    <a:pt x="18829" y="16374"/>
                    <a:pt x="18884" y="16200"/>
                  </a:cubicBezTo>
                  <a:close/>
                  <a:moveTo>
                    <a:pt x="19477" y="8884"/>
                  </a:moveTo>
                  <a:cubicBezTo>
                    <a:pt x="19477" y="9755"/>
                    <a:pt x="19444" y="10365"/>
                    <a:pt x="19389" y="10800"/>
                  </a:cubicBezTo>
                  <a:cubicBezTo>
                    <a:pt x="19334" y="11236"/>
                    <a:pt x="19246" y="11410"/>
                    <a:pt x="19147" y="11410"/>
                  </a:cubicBezTo>
                  <a:cubicBezTo>
                    <a:pt x="19048" y="11410"/>
                    <a:pt x="18971" y="11236"/>
                    <a:pt x="18905" y="10800"/>
                  </a:cubicBezTo>
                  <a:cubicBezTo>
                    <a:pt x="18840" y="10365"/>
                    <a:pt x="18807" y="9668"/>
                    <a:pt x="18807" y="8797"/>
                  </a:cubicBezTo>
                  <a:cubicBezTo>
                    <a:pt x="18807" y="7926"/>
                    <a:pt x="18840" y="7316"/>
                    <a:pt x="18905" y="6881"/>
                  </a:cubicBezTo>
                  <a:cubicBezTo>
                    <a:pt x="18971" y="6445"/>
                    <a:pt x="19048" y="6271"/>
                    <a:pt x="19158" y="6271"/>
                  </a:cubicBezTo>
                  <a:cubicBezTo>
                    <a:pt x="19257" y="6271"/>
                    <a:pt x="19334" y="6532"/>
                    <a:pt x="19400" y="6968"/>
                  </a:cubicBezTo>
                  <a:cubicBezTo>
                    <a:pt x="19444" y="7403"/>
                    <a:pt x="19477" y="8013"/>
                    <a:pt x="19477" y="8884"/>
                  </a:cubicBezTo>
                  <a:close/>
                  <a:moveTo>
                    <a:pt x="14319" y="435"/>
                  </a:moveTo>
                  <a:cubicBezTo>
                    <a:pt x="14352" y="610"/>
                    <a:pt x="14363" y="871"/>
                    <a:pt x="14363" y="1219"/>
                  </a:cubicBezTo>
                  <a:cubicBezTo>
                    <a:pt x="14363" y="1568"/>
                    <a:pt x="14352" y="1829"/>
                    <a:pt x="14319" y="2003"/>
                  </a:cubicBezTo>
                  <a:cubicBezTo>
                    <a:pt x="14286" y="2177"/>
                    <a:pt x="14264" y="2264"/>
                    <a:pt x="14220" y="2264"/>
                  </a:cubicBezTo>
                  <a:cubicBezTo>
                    <a:pt x="14176" y="2264"/>
                    <a:pt x="14143" y="2177"/>
                    <a:pt x="14121" y="1916"/>
                  </a:cubicBezTo>
                  <a:cubicBezTo>
                    <a:pt x="14099" y="1742"/>
                    <a:pt x="14077" y="1481"/>
                    <a:pt x="14077" y="1132"/>
                  </a:cubicBezTo>
                  <a:cubicBezTo>
                    <a:pt x="14077" y="784"/>
                    <a:pt x="14088" y="523"/>
                    <a:pt x="14121" y="348"/>
                  </a:cubicBezTo>
                  <a:cubicBezTo>
                    <a:pt x="14143" y="174"/>
                    <a:pt x="14176" y="0"/>
                    <a:pt x="14220" y="0"/>
                  </a:cubicBezTo>
                  <a:cubicBezTo>
                    <a:pt x="14253" y="174"/>
                    <a:pt x="14286" y="261"/>
                    <a:pt x="14319" y="435"/>
                  </a:cubicBezTo>
                  <a:close/>
                  <a:moveTo>
                    <a:pt x="13527" y="14545"/>
                  </a:moveTo>
                  <a:lnTo>
                    <a:pt x="13560" y="15765"/>
                  </a:lnTo>
                  <a:cubicBezTo>
                    <a:pt x="13516" y="15852"/>
                    <a:pt x="13473" y="16026"/>
                    <a:pt x="13418" y="16113"/>
                  </a:cubicBezTo>
                  <a:cubicBezTo>
                    <a:pt x="13363" y="16200"/>
                    <a:pt x="13297" y="16287"/>
                    <a:pt x="13231" y="16287"/>
                  </a:cubicBezTo>
                  <a:cubicBezTo>
                    <a:pt x="12978" y="16287"/>
                    <a:pt x="12857" y="15416"/>
                    <a:pt x="12857" y="13587"/>
                  </a:cubicBezTo>
                  <a:lnTo>
                    <a:pt x="12857" y="6532"/>
                  </a:lnTo>
                  <a:lnTo>
                    <a:pt x="12626" y="6532"/>
                  </a:lnTo>
                  <a:lnTo>
                    <a:pt x="12626" y="5226"/>
                  </a:lnTo>
                  <a:lnTo>
                    <a:pt x="12857" y="5226"/>
                  </a:lnTo>
                  <a:lnTo>
                    <a:pt x="12857" y="1742"/>
                  </a:lnTo>
                  <a:lnTo>
                    <a:pt x="13066" y="1742"/>
                  </a:lnTo>
                  <a:lnTo>
                    <a:pt x="13066" y="5226"/>
                  </a:lnTo>
                  <a:lnTo>
                    <a:pt x="13505" y="5226"/>
                  </a:lnTo>
                  <a:lnTo>
                    <a:pt x="13505" y="6445"/>
                  </a:lnTo>
                  <a:lnTo>
                    <a:pt x="13066" y="6445"/>
                  </a:lnTo>
                  <a:lnTo>
                    <a:pt x="13066" y="13239"/>
                  </a:lnTo>
                  <a:cubicBezTo>
                    <a:pt x="13066" y="13848"/>
                    <a:pt x="13088" y="14284"/>
                    <a:pt x="13121" y="14545"/>
                  </a:cubicBezTo>
                  <a:cubicBezTo>
                    <a:pt x="13154" y="14806"/>
                    <a:pt x="13209" y="14894"/>
                    <a:pt x="13275" y="14894"/>
                  </a:cubicBezTo>
                  <a:cubicBezTo>
                    <a:pt x="13319" y="14894"/>
                    <a:pt x="13374" y="14894"/>
                    <a:pt x="13418" y="14806"/>
                  </a:cubicBezTo>
                  <a:cubicBezTo>
                    <a:pt x="13451" y="14719"/>
                    <a:pt x="13484" y="14632"/>
                    <a:pt x="13527" y="14545"/>
                  </a:cubicBezTo>
                  <a:close/>
                  <a:moveTo>
                    <a:pt x="14121" y="5226"/>
                  </a:moveTo>
                  <a:lnTo>
                    <a:pt x="14330" y="5226"/>
                  </a:lnTo>
                  <a:lnTo>
                    <a:pt x="14330" y="16200"/>
                  </a:lnTo>
                  <a:lnTo>
                    <a:pt x="14121" y="16200"/>
                  </a:lnTo>
                  <a:lnTo>
                    <a:pt x="14121" y="5226"/>
                  </a:lnTo>
                  <a:close/>
                  <a:moveTo>
                    <a:pt x="16057" y="6445"/>
                  </a:moveTo>
                  <a:cubicBezTo>
                    <a:pt x="16002" y="6010"/>
                    <a:pt x="15936" y="5661"/>
                    <a:pt x="15848" y="5400"/>
                  </a:cubicBezTo>
                  <a:cubicBezTo>
                    <a:pt x="15760" y="5139"/>
                    <a:pt x="15683" y="5052"/>
                    <a:pt x="15595" y="5052"/>
                  </a:cubicBezTo>
                  <a:cubicBezTo>
                    <a:pt x="15507" y="5052"/>
                    <a:pt x="15419" y="5139"/>
                    <a:pt x="15331" y="5400"/>
                  </a:cubicBezTo>
                  <a:cubicBezTo>
                    <a:pt x="15254" y="5661"/>
                    <a:pt x="15177" y="6010"/>
                    <a:pt x="15122" y="6532"/>
                  </a:cubicBezTo>
                  <a:cubicBezTo>
                    <a:pt x="15067" y="7055"/>
                    <a:pt x="15012" y="7664"/>
                    <a:pt x="14979" y="8361"/>
                  </a:cubicBezTo>
                  <a:cubicBezTo>
                    <a:pt x="14946" y="9058"/>
                    <a:pt x="14924" y="9929"/>
                    <a:pt x="14924" y="10800"/>
                  </a:cubicBezTo>
                  <a:cubicBezTo>
                    <a:pt x="14924" y="11671"/>
                    <a:pt x="14946" y="12542"/>
                    <a:pt x="14979" y="13239"/>
                  </a:cubicBezTo>
                  <a:cubicBezTo>
                    <a:pt x="15012" y="13935"/>
                    <a:pt x="15056" y="14545"/>
                    <a:pt x="15111" y="14981"/>
                  </a:cubicBezTo>
                  <a:cubicBezTo>
                    <a:pt x="15166" y="15416"/>
                    <a:pt x="15232" y="15852"/>
                    <a:pt x="15320" y="16026"/>
                  </a:cubicBezTo>
                  <a:cubicBezTo>
                    <a:pt x="15397" y="16287"/>
                    <a:pt x="15485" y="16374"/>
                    <a:pt x="15573" y="16374"/>
                  </a:cubicBezTo>
                  <a:cubicBezTo>
                    <a:pt x="15661" y="16374"/>
                    <a:pt x="15749" y="16287"/>
                    <a:pt x="15826" y="16026"/>
                  </a:cubicBezTo>
                  <a:cubicBezTo>
                    <a:pt x="15903" y="15765"/>
                    <a:pt x="15980" y="15416"/>
                    <a:pt x="16035" y="14894"/>
                  </a:cubicBezTo>
                  <a:cubicBezTo>
                    <a:pt x="16090" y="14371"/>
                    <a:pt x="16145" y="13761"/>
                    <a:pt x="16178" y="13064"/>
                  </a:cubicBezTo>
                  <a:cubicBezTo>
                    <a:pt x="16211" y="12368"/>
                    <a:pt x="16233" y="11497"/>
                    <a:pt x="16233" y="10626"/>
                  </a:cubicBezTo>
                  <a:cubicBezTo>
                    <a:pt x="16233" y="9755"/>
                    <a:pt x="16222" y="8884"/>
                    <a:pt x="16189" y="8274"/>
                  </a:cubicBezTo>
                  <a:cubicBezTo>
                    <a:pt x="16156" y="7664"/>
                    <a:pt x="16123" y="6968"/>
                    <a:pt x="16057" y="6445"/>
                  </a:cubicBezTo>
                  <a:close/>
                  <a:moveTo>
                    <a:pt x="15991" y="12803"/>
                  </a:moveTo>
                  <a:cubicBezTo>
                    <a:pt x="15969" y="13326"/>
                    <a:pt x="15936" y="13848"/>
                    <a:pt x="15892" y="14197"/>
                  </a:cubicBezTo>
                  <a:cubicBezTo>
                    <a:pt x="15848" y="14545"/>
                    <a:pt x="15804" y="14806"/>
                    <a:pt x="15749" y="14981"/>
                  </a:cubicBezTo>
                  <a:cubicBezTo>
                    <a:pt x="15694" y="15155"/>
                    <a:pt x="15639" y="15242"/>
                    <a:pt x="15584" y="15242"/>
                  </a:cubicBezTo>
                  <a:cubicBezTo>
                    <a:pt x="15529" y="15242"/>
                    <a:pt x="15474" y="15155"/>
                    <a:pt x="15419" y="14981"/>
                  </a:cubicBezTo>
                  <a:cubicBezTo>
                    <a:pt x="15364" y="14806"/>
                    <a:pt x="15320" y="14545"/>
                    <a:pt x="15276" y="14197"/>
                  </a:cubicBezTo>
                  <a:cubicBezTo>
                    <a:pt x="15232" y="13848"/>
                    <a:pt x="15199" y="13413"/>
                    <a:pt x="15177" y="12803"/>
                  </a:cubicBezTo>
                  <a:cubicBezTo>
                    <a:pt x="15155" y="12281"/>
                    <a:pt x="15144" y="11584"/>
                    <a:pt x="15144" y="10800"/>
                  </a:cubicBezTo>
                  <a:cubicBezTo>
                    <a:pt x="15144" y="10016"/>
                    <a:pt x="15155" y="9319"/>
                    <a:pt x="15177" y="8797"/>
                  </a:cubicBezTo>
                  <a:cubicBezTo>
                    <a:pt x="15199" y="8274"/>
                    <a:pt x="15232" y="7752"/>
                    <a:pt x="15276" y="7490"/>
                  </a:cubicBezTo>
                  <a:cubicBezTo>
                    <a:pt x="15320" y="7142"/>
                    <a:pt x="15364" y="6881"/>
                    <a:pt x="15419" y="6706"/>
                  </a:cubicBezTo>
                  <a:cubicBezTo>
                    <a:pt x="15474" y="6532"/>
                    <a:pt x="15529" y="6445"/>
                    <a:pt x="15584" y="6445"/>
                  </a:cubicBezTo>
                  <a:cubicBezTo>
                    <a:pt x="15639" y="6445"/>
                    <a:pt x="15694" y="6532"/>
                    <a:pt x="15749" y="6706"/>
                  </a:cubicBezTo>
                  <a:cubicBezTo>
                    <a:pt x="15804" y="6881"/>
                    <a:pt x="15848" y="7142"/>
                    <a:pt x="15892" y="7490"/>
                  </a:cubicBezTo>
                  <a:cubicBezTo>
                    <a:pt x="15936" y="7839"/>
                    <a:pt x="15969" y="8274"/>
                    <a:pt x="15991" y="8884"/>
                  </a:cubicBezTo>
                  <a:cubicBezTo>
                    <a:pt x="16013" y="9406"/>
                    <a:pt x="16024" y="10103"/>
                    <a:pt x="16024" y="10887"/>
                  </a:cubicBezTo>
                  <a:cubicBezTo>
                    <a:pt x="16024" y="11584"/>
                    <a:pt x="16013" y="12281"/>
                    <a:pt x="15991" y="12803"/>
                  </a:cubicBezTo>
                  <a:close/>
                  <a:moveTo>
                    <a:pt x="8930" y="6010"/>
                  </a:moveTo>
                  <a:cubicBezTo>
                    <a:pt x="9007" y="6619"/>
                    <a:pt x="9051" y="7490"/>
                    <a:pt x="9051" y="8623"/>
                  </a:cubicBezTo>
                  <a:lnTo>
                    <a:pt x="9051" y="16200"/>
                  </a:lnTo>
                  <a:lnTo>
                    <a:pt x="8842" y="16200"/>
                  </a:lnTo>
                  <a:lnTo>
                    <a:pt x="8842" y="8884"/>
                  </a:lnTo>
                  <a:cubicBezTo>
                    <a:pt x="8842" y="8187"/>
                    <a:pt x="8820" y="7577"/>
                    <a:pt x="8776" y="7055"/>
                  </a:cubicBezTo>
                  <a:cubicBezTo>
                    <a:pt x="8732" y="6619"/>
                    <a:pt x="8655" y="6358"/>
                    <a:pt x="8534" y="6358"/>
                  </a:cubicBezTo>
                  <a:cubicBezTo>
                    <a:pt x="8468" y="6358"/>
                    <a:pt x="8391" y="6532"/>
                    <a:pt x="8325" y="6794"/>
                  </a:cubicBezTo>
                  <a:cubicBezTo>
                    <a:pt x="8259" y="7055"/>
                    <a:pt x="8193" y="7490"/>
                    <a:pt x="8138" y="7926"/>
                  </a:cubicBezTo>
                  <a:lnTo>
                    <a:pt x="8138" y="16200"/>
                  </a:lnTo>
                  <a:lnTo>
                    <a:pt x="7930" y="16200"/>
                  </a:lnTo>
                  <a:lnTo>
                    <a:pt x="7930" y="5226"/>
                  </a:lnTo>
                  <a:lnTo>
                    <a:pt x="8084" y="5226"/>
                  </a:lnTo>
                  <a:lnTo>
                    <a:pt x="8116" y="6706"/>
                  </a:lnTo>
                  <a:cubicBezTo>
                    <a:pt x="8182" y="6184"/>
                    <a:pt x="8259" y="5748"/>
                    <a:pt x="8336" y="5487"/>
                  </a:cubicBezTo>
                  <a:cubicBezTo>
                    <a:pt x="8413" y="5226"/>
                    <a:pt x="8501" y="5052"/>
                    <a:pt x="8600" y="5052"/>
                  </a:cubicBezTo>
                  <a:cubicBezTo>
                    <a:pt x="8732" y="5052"/>
                    <a:pt x="8853" y="5400"/>
                    <a:pt x="8930" y="6010"/>
                  </a:cubicBezTo>
                  <a:close/>
                  <a:moveTo>
                    <a:pt x="11922" y="5923"/>
                  </a:moveTo>
                  <a:cubicBezTo>
                    <a:pt x="11878" y="5574"/>
                    <a:pt x="11823" y="5400"/>
                    <a:pt x="11768" y="5226"/>
                  </a:cubicBezTo>
                  <a:cubicBezTo>
                    <a:pt x="11713" y="5052"/>
                    <a:pt x="11647" y="5052"/>
                    <a:pt x="11570" y="5052"/>
                  </a:cubicBezTo>
                  <a:cubicBezTo>
                    <a:pt x="11471" y="5052"/>
                    <a:pt x="11394" y="5139"/>
                    <a:pt x="11306" y="5313"/>
                  </a:cubicBezTo>
                  <a:cubicBezTo>
                    <a:pt x="11229" y="5487"/>
                    <a:pt x="11141" y="5748"/>
                    <a:pt x="11053" y="6184"/>
                  </a:cubicBezTo>
                  <a:lnTo>
                    <a:pt x="11130" y="7316"/>
                  </a:lnTo>
                  <a:cubicBezTo>
                    <a:pt x="11218" y="6968"/>
                    <a:pt x="11295" y="6706"/>
                    <a:pt x="11361" y="6532"/>
                  </a:cubicBezTo>
                  <a:cubicBezTo>
                    <a:pt x="11427" y="6358"/>
                    <a:pt x="11493" y="6358"/>
                    <a:pt x="11548" y="6358"/>
                  </a:cubicBezTo>
                  <a:cubicBezTo>
                    <a:pt x="11636" y="6358"/>
                    <a:pt x="11713" y="6532"/>
                    <a:pt x="11768" y="6881"/>
                  </a:cubicBezTo>
                  <a:cubicBezTo>
                    <a:pt x="11823" y="7229"/>
                    <a:pt x="11856" y="7926"/>
                    <a:pt x="11856" y="8797"/>
                  </a:cubicBezTo>
                  <a:lnTo>
                    <a:pt x="11856" y="9581"/>
                  </a:lnTo>
                  <a:lnTo>
                    <a:pt x="11581" y="9581"/>
                  </a:lnTo>
                  <a:cubicBezTo>
                    <a:pt x="11493" y="9581"/>
                    <a:pt x="11405" y="9668"/>
                    <a:pt x="11328" y="9842"/>
                  </a:cubicBezTo>
                  <a:cubicBezTo>
                    <a:pt x="11251" y="10016"/>
                    <a:pt x="11185" y="10190"/>
                    <a:pt x="11130" y="10539"/>
                  </a:cubicBezTo>
                  <a:cubicBezTo>
                    <a:pt x="11075" y="10800"/>
                    <a:pt x="11031" y="11235"/>
                    <a:pt x="11009" y="11671"/>
                  </a:cubicBezTo>
                  <a:cubicBezTo>
                    <a:pt x="10987" y="12106"/>
                    <a:pt x="10965" y="12629"/>
                    <a:pt x="10965" y="13152"/>
                  </a:cubicBezTo>
                  <a:cubicBezTo>
                    <a:pt x="10965" y="13674"/>
                    <a:pt x="10976" y="14110"/>
                    <a:pt x="10998" y="14458"/>
                  </a:cubicBezTo>
                  <a:cubicBezTo>
                    <a:pt x="11020" y="14806"/>
                    <a:pt x="11053" y="15155"/>
                    <a:pt x="11097" y="15503"/>
                  </a:cubicBezTo>
                  <a:cubicBezTo>
                    <a:pt x="11141" y="15764"/>
                    <a:pt x="11185" y="16026"/>
                    <a:pt x="11240" y="16113"/>
                  </a:cubicBezTo>
                  <a:cubicBezTo>
                    <a:pt x="11295" y="16287"/>
                    <a:pt x="11361" y="16374"/>
                    <a:pt x="11427" y="16374"/>
                  </a:cubicBezTo>
                  <a:cubicBezTo>
                    <a:pt x="11515" y="16374"/>
                    <a:pt x="11603" y="16287"/>
                    <a:pt x="11680" y="16026"/>
                  </a:cubicBezTo>
                  <a:cubicBezTo>
                    <a:pt x="11757" y="15765"/>
                    <a:pt x="11823" y="15416"/>
                    <a:pt x="11878" y="14806"/>
                  </a:cubicBezTo>
                  <a:lnTo>
                    <a:pt x="11889" y="14806"/>
                  </a:lnTo>
                  <a:lnTo>
                    <a:pt x="11922" y="16113"/>
                  </a:lnTo>
                  <a:lnTo>
                    <a:pt x="12087" y="16113"/>
                  </a:lnTo>
                  <a:lnTo>
                    <a:pt x="12087" y="8971"/>
                  </a:lnTo>
                  <a:cubicBezTo>
                    <a:pt x="12087" y="8187"/>
                    <a:pt x="12076" y="7577"/>
                    <a:pt x="12054" y="7055"/>
                  </a:cubicBezTo>
                  <a:cubicBezTo>
                    <a:pt x="11999" y="6706"/>
                    <a:pt x="11966" y="6271"/>
                    <a:pt x="11922" y="5923"/>
                  </a:cubicBezTo>
                  <a:close/>
                  <a:moveTo>
                    <a:pt x="11856" y="13500"/>
                  </a:moveTo>
                  <a:cubicBezTo>
                    <a:pt x="11801" y="14110"/>
                    <a:pt x="11746" y="14545"/>
                    <a:pt x="11669" y="14806"/>
                  </a:cubicBezTo>
                  <a:cubicBezTo>
                    <a:pt x="11603" y="15068"/>
                    <a:pt x="11526" y="15155"/>
                    <a:pt x="11460" y="15155"/>
                  </a:cubicBezTo>
                  <a:cubicBezTo>
                    <a:pt x="11383" y="15155"/>
                    <a:pt x="11317" y="14981"/>
                    <a:pt x="11251" y="14719"/>
                  </a:cubicBezTo>
                  <a:cubicBezTo>
                    <a:pt x="11196" y="14458"/>
                    <a:pt x="11163" y="13935"/>
                    <a:pt x="11163" y="13152"/>
                  </a:cubicBezTo>
                  <a:cubicBezTo>
                    <a:pt x="11163" y="12542"/>
                    <a:pt x="11196" y="12019"/>
                    <a:pt x="11262" y="11584"/>
                  </a:cubicBezTo>
                  <a:cubicBezTo>
                    <a:pt x="11328" y="11148"/>
                    <a:pt x="11449" y="10974"/>
                    <a:pt x="11614" y="10887"/>
                  </a:cubicBezTo>
                  <a:lnTo>
                    <a:pt x="11845" y="10887"/>
                  </a:lnTo>
                  <a:lnTo>
                    <a:pt x="11845" y="13500"/>
                  </a:lnTo>
                  <a:close/>
                  <a:moveTo>
                    <a:pt x="10503" y="14545"/>
                  </a:moveTo>
                  <a:lnTo>
                    <a:pt x="10536" y="15765"/>
                  </a:lnTo>
                  <a:cubicBezTo>
                    <a:pt x="10492" y="15852"/>
                    <a:pt x="10448" y="16026"/>
                    <a:pt x="10393" y="16113"/>
                  </a:cubicBezTo>
                  <a:cubicBezTo>
                    <a:pt x="10338" y="16200"/>
                    <a:pt x="10272" y="16287"/>
                    <a:pt x="10206" y="16287"/>
                  </a:cubicBezTo>
                  <a:cubicBezTo>
                    <a:pt x="9953" y="16287"/>
                    <a:pt x="9832" y="15416"/>
                    <a:pt x="9832" y="13587"/>
                  </a:cubicBezTo>
                  <a:lnTo>
                    <a:pt x="9832" y="6532"/>
                  </a:lnTo>
                  <a:lnTo>
                    <a:pt x="9601" y="6532"/>
                  </a:lnTo>
                  <a:lnTo>
                    <a:pt x="9601" y="5226"/>
                  </a:lnTo>
                  <a:lnTo>
                    <a:pt x="9832" y="5226"/>
                  </a:lnTo>
                  <a:lnTo>
                    <a:pt x="9832" y="1742"/>
                  </a:lnTo>
                  <a:lnTo>
                    <a:pt x="10041" y="1742"/>
                  </a:lnTo>
                  <a:lnTo>
                    <a:pt x="10041" y="5226"/>
                  </a:lnTo>
                  <a:lnTo>
                    <a:pt x="10481" y="5226"/>
                  </a:lnTo>
                  <a:lnTo>
                    <a:pt x="10481" y="6445"/>
                  </a:lnTo>
                  <a:lnTo>
                    <a:pt x="10041" y="6445"/>
                  </a:lnTo>
                  <a:lnTo>
                    <a:pt x="10041" y="13239"/>
                  </a:lnTo>
                  <a:cubicBezTo>
                    <a:pt x="10041" y="13848"/>
                    <a:pt x="10063" y="14284"/>
                    <a:pt x="10096" y="14545"/>
                  </a:cubicBezTo>
                  <a:cubicBezTo>
                    <a:pt x="10129" y="14806"/>
                    <a:pt x="10184" y="14894"/>
                    <a:pt x="10250" y="14894"/>
                  </a:cubicBezTo>
                  <a:cubicBezTo>
                    <a:pt x="10294" y="14894"/>
                    <a:pt x="10349" y="14894"/>
                    <a:pt x="10393" y="14806"/>
                  </a:cubicBezTo>
                  <a:cubicBezTo>
                    <a:pt x="10426" y="14719"/>
                    <a:pt x="10459" y="14632"/>
                    <a:pt x="10503" y="14545"/>
                  </a:cubicBezTo>
                  <a:close/>
                  <a:moveTo>
                    <a:pt x="17839" y="6010"/>
                  </a:moveTo>
                  <a:cubicBezTo>
                    <a:pt x="17916" y="6619"/>
                    <a:pt x="17960" y="7490"/>
                    <a:pt x="17960" y="8623"/>
                  </a:cubicBezTo>
                  <a:lnTo>
                    <a:pt x="17960" y="16200"/>
                  </a:lnTo>
                  <a:lnTo>
                    <a:pt x="17751" y="16200"/>
                  </a:lnTo>
                  <a:lnTo>
                    <a:pt x="17751" y="8884"/>
                  </a:lnTo>
                  <a:cubicBezTo>
                    <a:pt x="17751" y="8187"/>
                    <a:pt x="17729" y="7577"/>
                    <a:pt x="17685" y="7055"/>
                  </a:cubicBezTo>
                  <a:cubicBezTo>
                    <a:pt x="17641" y="6619"/>
                    <a:pt x="17564" y="6358"/>
                    <a:pt x="17443" y="6358"/>
                  </a:cubicBezTo>
                  <a:cubicBezTo>
                    <a:pt x="17377" y="6358"/>
                    <a:pt x="17300" y="6532"/>
                    <a:pt x="17234" y="6794"/>
                  </a:cubicBezTo>
                  <a:cubicBezTo>
                    <a:pt x="17168" y="7055"/>
                    <a:pt x="17102" y="7490"/>
                    <a:pt x="17047" y="7926"/>
                  </a:cubicBezTo>
                  <a:lnTo>
                    <a:pt x="17047" y="16200"/>
                  </a:lnTo>
                  <a:lnTo>
                    <a:pt x="16838" y="16200"/>
                  </a:lnTo>
                  <a:lnTo>
                    <a:pt x="16838" y="5226"/>
                  </a:lnTo>
                  <a:lnTo>
                    <a:pt x="16992" y="5226"/>
                  </a:lnTo>
                  <a:lnTo>
                    <a:pt x="17025" y="6706"/>
                  </a:lnTo>
                  <a:cubicBezTo>
                    <a:pt x="17091" y="6184"/>
                    <a:pt x="17168" y="5748"/>
                    <a:pt x="17245" y="5487"/>
                  </a:cubicBezTo>
                  <a:cubicBezTo>
                    <a:pt x="17322" y="5226"/>
                    <a:pt x="17410" y="5052"/>
                    <a:pt x="17509" y="5052"/>
                  </a:cubicBezTo>
                  <a:cubicBezTo>
                    <a:pt x="17652" y="5052"/>
                    <a:pt x="17762" y="5400"/>
                    <a:pt x="17839" y="6010"/>
                  </a:cubicBezTo>
                  <a:close/>
                </a:path>
              </a:pathLst>
            </a:custGeom>
            <a:solidFill>
              <a:srgbClr val="02203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4DA21CF1-E590-327D-79EB-27F8689C5195}"/>
                </a:ext>
              </a:extLst>
            </p:cNvPr>
            <p:cNvSpPr/>
            <p:nvPr userDrawn="1"/>
          </p:nvSpPr>
          <p:spPr>
            <a:xfrm>
              <a:off x="1714499" y="5257800"/>
              <a:ext cx="4141472" cy="168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59" y="17540"/>
                  </a:moveTo>
                  <a:cubicBezTo>
                    <a:pt x="4279" y="18027"/>
                    <a:pt x="4286" y="18514"/>
                    <a:pt x="4286" y="19164"/>
                  </a:cubicBezTo>
                  <a:cubicBezTo>
                    <a:pt x="4286" y="19814"/>
                    <a:pt x="4279" y="20463"/>
                    <a:pt x="4259" y="20950"/>
                  </a:cubicBezTo>
                  <a:cubicBezTo>
                    <a:pt x="4239" y="21438"/>
                    <a:pt x="4219" y="21600"/>
                    <a:pt x="4193" y="21600"/>
                  </a:cubicBezTo>
                  <a:cubicBezTo>
                    <a:pt x="4166" y="21600"/>
                    <a:pt x="4146" y="21438"/>
                    <a:pt x="4127" y="20950"/>
                  </a:cubicBezTo>
                  <a:cubicBezTo>
                    <a:pt x="4107" y="20463"/>
                    <a:pt x="4100" y="19976"/>
                    <a:pt x="4100" y="19164"/>
                  </a:cubicBezTo>
                  <a:cubicBezTo>
                    <a:pt x="4100" y="18514"/>
                    <a:pt x="4107" y="17865"/>
                    <a:pt x="4127" y="17540"/>
                  </a:cubicBezTo>
                  <a:cubicBezTo>
                    <a:pt x="4146" y="17053"/>
                    <a:pt x="4166" y="16890"/>
                    <a:pt x="4193" y="16890"/>
                  </a:cubicBezTo>
                  <a:cubicBezTo>
                    <a:pt x="4219" y="16890"/>
                    <a:pt x="4246" y="17053"/>
                    <a:pt x="4259" y="17540"/>
                  </a:cubicBezTo>
                  <a:close/>
                  <a:moveTo>
                    <a:pt x="3670" y="13642"/>
                  </a:moveTo>
                  <a:lnTo>
                    <a:pt x="3623" y="18839"/>
                  </a:lnTo>
                  <a:lnTo>
                    <a:pt x="3617" y="18839"/>
                  </a:lnTo>
                  <a:lnTo>
                    <a:pt x="3564" y="13642"/>
                  </a:lnTo>
                  <a:lnTo>
                    <a:pt x="3411" y="650"/>
                  </a:lnTo>
                  <a:lnTo>
                    <a:pt x="3279" y="650"/>
                  </a:lnTo>
                  <a:lnTo>
                    <a:pt x="3126" y="13642"/>
                  </a:lnTo>
                  <a:lnTo>
                    <a:pt x="3073" y="18839"/>
                  </a:lnTo>
                  <a:lnTo>
                    <a:pt x="3067" y="18839"/>
                  </a:lnTo>
                  <a:lnTo>
                    <a:pt x="3027" y="13642"/>
                  </a:lnTo>
                  <a:lnTo>
                    <a:pt x="2881" y="650"/>
                  </a:lnTo>
                  <a:lnTo>
                    <a:pt x="2749" y="650"/>
                  </a:lnTo>
                  <a:lnTo>
                    <a:pt x="3001" y="21113"/>
                  </a:lnTo>
                  <a:lnTo>
                    <a:pt x="3133" y="21113"/>
                  </a:lnTo>
                  <a:lnTo>
                    <a:pt x="3285" y="8120"/>
                  </a:lnTo>
                  <a:lnTo>
                    <a:pt x="3338" y="2761"/>
                  </a:lnTo>
                  <a:lnTo>
                    <a:pt x="3391" y="8120"/>
                  </a:lnTo>
                  <a:lnTo>
                    <a:pt x="3544" y="21113"/>
                  </a:lnTo>
                  <a:lnTo>
                    <a:pt x="3689" y="21113"/>
                  </a:lnTo>
                  <a:lnTo>
                    <a:pt x="3934" y="650"/>
                  </a:lnTo>
                  <a:lnTo>
                    <a:pt x="3809" y="650"/>
                  </a:lnTo>
                  <a:lnTo>
                    <a:pt x="3670" y="13642"/>
                  </a:lnTo>
                  <a:close/>
                  <a:moveTo>
                    <a:pt x="2292" y="13642"/>
                  </a:moveTo>
                  <a:lnTo>
                    <a:pt x="2245" y="18839"/>
                  </a:lnTo>
                  <a:lnTo>
                    <a:pt x="2239" y="18839"/>
                  </a:lnTo>
                  <a:lnTo>
                    <a:pt x="2192" y="13642"/>
                  </a:lnTo>
                  <a:lnTo>
                    <a:pt x="2040" y="650"/>
                  </a:lnTo>
                  <a:lnTo>
                    <a:pt x="1908" y="650"/>
                  </a:lnTo>
                  <a:lnTo>
                    <a:pt x="1755" y="13642"/>
                  </a:lnTo>
                  <a:lnTo>
                    <a:pt x="1702" y="18839"/>
                  </a:lnTo>
                  <a:lnTo>
                    <a:pt x="1696" y="18839"/>
                  </a:lnTo>
                  <a:lnTo>
                    <a:pt x="1656" y="13642"/>
                  </a:lnTo>
                  <a:lnTo>
                    <a:pt x="1510" y="650"/>
                  </a:lnTo>
                  <a:lnTo>
                    <a:pt x="1378" y="650"/>
                  </a:lnTo>
                  <a:lnTo>
                    <a:pt x="1629" y="21113"/>
                  </a:lnTo>
                  <a:lnTo>
                    <a:pt x="1762" y="21113"/>
                  </a:lnTo>
                  <a:lnTo>
                    <a:pt x="1914" y="8120"/>
                  </a:lnTo>
                  <a:lnTo>
                    <a:pt x="1967" y="2761"/>
                  </a:lnTo>
                  <a:lnTo>
                    <a:pt x="2020" y="8120"/>
                  </a:lnTo>
                  <a:lnTo>
                    <a:pt x="2173" y="21113"/>
                  </a:lnTo>
                  <a:lnTo>
                    <a:pt x="2318" y="21113"/>
                  </a:lnTo>
                  <a:lnTo>
                    <a:pt x="2563" y="650"/>
                  </a:lnTo>
                  <a:lnTo>
                    <a:pt x="2438" y="650"/>
                  </a:lnTo>
                  <a:lnTo>
                    <a:pt x="2292" y="13642"/>
                  </a:lnTo>
                  <a:close/>
                  <a:moveTo>
                    <a:pt x="921" y="13642"/>
                  </a:moveTo>
                  <a:lnTo>
                    <a:pt x="874" y="18839"/>
                  </a:lnTo>
                  <a:lnTo>
                    <a:pt x="868" y="18839"/>
                  </a:lnTo>
                  <a:lnTo>
                    <a:pt x="815" y="13642"/>
                  </a:lnTo>
                  <a:lnTo>
                    <a:pt x="662" y="650"/>
                  </a:lnTo>
                  <a:lnTo>
                    <a:pt x="530" y="650"/>
                  </a:lnTo>
                  <a:lnTo>
                    <a:pt x="378" y="13642"/>
                  </a:lnTo>
                  <a:lnTo>
                    <a:pt x="325" y="18839"/>
                  </a:lnTo>
                  <a:lnTo>
                    <a:pt x="318" y="18839"/>
                  </a:lnTo>
                  <a:lnTo>
                    <a:pt x="278" y="13642"/>
                  </a:lnTo>
                  <a:lnTo>
                    <a:pt x="132" y="650"/>
                  </a:lnTo>
                  <a:lnTo>
                    <a:pt x="0" y="650"/>
                  </a:lnTo>
                  <a:lnTo>
                    <a:pt x="252" y="21113"/>
                  </a:lnTo>
                  <a:lnTo>
                    <a:pt x="384" y="21113"/>
                  </a:lnTo>
                  <a:lnTo>
                    <a:pt x="537" y="8120"/>
                  </a:lnTo>
                  <a:lnTo>
                    <a:pt x="590" y="2761"/>
                  </a:lnTo>
                  <a:lnTo>
                    <a:pt x="643" y="8120"/>
                  </a:lnTo>
                  <a:lnTo>
                    <a:pt x="795" y="21113"/>
                  </a:lnTo>
                  <a:lnTo>
                    <a:pt x="941" y="21113"/>
                  </a:lnTo>
                  <a:lnTo>
                    <a:pt x="1186" y="650"/>
                  </a:lnTo>
                  <a:lnTo>
                    <a:pt x="1060" y="650"/>
                  </a:lnTo>
                  <a:lnTo>
                    <a:pt x="921" y="13642"/>
                  </a:lnTo>
                  <a:close/>
                  <a:moveTo>
                    <a:pt x="18911" y="19001"/>
                  </a:moveTo>
                  <a:cubicBezTo>
                    <a:pt x="18884" y="19164"/>
                    <a:pt x="18845" y="19326"/>
                    <a:pt x="18811" y="19326"/>
                  </a:cubicBezTo>
                  <a:cubicBezTo>
                    <a:pt x="18772" y="19326"/>
                    <a:pt x="18739" y="19164"/>
                    <a:pt x="18699" y="18839"/>
                  </a:cubicBezTo>
                  <a:cubicBezTo>
                    <a:pt x="18659" y="18514"/>
                    <a:pt x="18633" y="18027"/>
                    <a:pt x="18599" y="17377"/>
                  </a:cubicBezTo>
                  <a:cubicBezTo>
                    <a:pt x="18566" y="16728"/>
                    <a:pt x="18546" y="15916"/>
                    <a:pt x="18533" y="14779"/>
                  </a:cubicBezTo>
                  <a:cubicBezTo>
                    <a:pt x="18513" y="13642"/>
                    <a:pt x="18507" y="12343"/>
                    <a:pt x="18507" y="10719"/>
                  </a:cubicBezTo>
                  <a:cubicBezTo>
                    <a:pt x="18507" y="8120"/>
                    <a:pt x="18533" y="6171"/>
                    <a:pt x="18593" y="4710"/>
                  </a:cubicBezTo>
                  <a:cubicBezTo>
                    <a:pt x="18652" y="3248"/>
                    <a:pt x="18725" y="2599"/>
                    <a:pt x="18818" y="2599"/>
                  </a:cubicBezTo>
                  <a:cubicBezTo>
                    <a:pt x="18851" y="2599"/>
                    <a:pt x="18878" y="2599"/>
                    <a:pt x="18911" y="2761"/>
                  </a:cubicBezTo>
                  <a:cubicBezTo>
                    <a:pt x="18937" y="2923"/>
                    <a:pt x="18970" y="3248"/>
                    <a:pt x="19003" y="3573"/>
                  </a:cubicBezTo>
                  <a:lnTo>
                    <a:pt x="19030" y="1137"/>
                  </a:lnTo>
                  <a:cubicBezTo>
                    <a:pt x="18990" y="650"/>
                    <a:pt x="18951" y="325"/>
                    <a:pt x="18911" y="162"/>
                  </a:cubicBezTo>
                  <a:cubicBezTo>
                    <a:pt x="18878" y="0"/>
                    <a:pt x="18838" y="0"/>
                    <a:pt x="18805" y="0"/>
                  </a:cubicBezTo>
                  <a:cubicBezTo>
                    <a:pt x="18745" y="0"/>
                    <a:pt x="18686" y="162"/>
                    <a:pt x="18633" y="650"/>
                  </a:cubicBezTo>
                  <a:cubicBezTo>
                    <a:pt x="18580" y="1137"/>
                    <a:pt x="18540" y="1786"/>
                    <a:pt x="18500" y="2761"/>
                  </a:cubicBezTo>
                  <a:cubicBezTo>
                    <a:pt x="18460" y="3735"/>
                    <a:pt x="18434" y="4872"/>
                    <a:pt x="18414" y="6171"/>
                  </a:cubicBezTo>
                  <a:cubicBezTo>
                    <a:pt x="18394" y="7471"/>
                    <a:pt x="18381" y="8932"/>
                    <a:pt x="18381" y="10556"/>
                  </a:cubicBezTo>
                  <a:cubicBezTo>
                    <a:pt x="18381" y="12343"/>
                    <a:pt x="18394" y="13805"/>
                    <a:pt x="18414" y="15266"/>
                  </a:cubicBezTo>
                  <a:cubicBezTo>
                    <a:pt x="18434" y="16565"/>
                    <a:pt x="18467" y="17702"/>
                    <a:pt x="18507" y="18514"/>
                  </a:cubicBezTo>
                  <a:cubicBezTo>
                    <a:pt x="18546" y="19326"/>
                    <a:pt x="18593" y="20138"/>
                    <a:pt x="18639" y="20463"/>
                  </a:cubicBezTo>
                  <a:cubicBezTo>
                    <a:pt x="18692" y="20950"/>
                    <a:pt x="18745" y="21113"/>
                    <a:pt x="18805" y="21113"/>
                  </a:cubicBezTo>
                  <a:cubicBezTo>
                    <a:pt x="18891" y="21113"/>
                    <a:pt x="18964" y="20788"/>
                    <a:pt x="19030" y="19976"/>
                  </a:cubicBezTo>
                  <a:lnTo>
                    <a:pt x="19003" y="17702"/>
                  </a:lnTo>
                  <a:cubicBezTo>
                    <a:pt x="18964" y="18514"/>
                    <a:pt x="18937" y="18677"/>
                    <a:pt x="18911" y="19001"/>
                  </a:cubicBezTo>
                  <a:close/>
                  <a:moveTo>
                    <a:pt x="21534" y="2111"/>
                  </a:moveTo>
                  <a:cubicBezTo>
                    <a:pt x="21487" y="974"/>
                    <a:pt x="21428" y="325"/>
                    <a:pt x="21342" y="325"/>
                  </a:cubicBezTo>
                  <a:cubicBezTo>
                    <a:pt x="21282" y="325"/>
                    <a:pt x="21229" y="650"/>
                    <a:pt x="21176" y="1137"/>
                  </a:cubicBezTo>
                  <a:cubicBezTo>
                    <a:pt x="21123" y="1786"/>
                    <a:pt x="21083" y="2598"/>
                    <a:pt x="21037" y="3573"/>
                  </a:cubicBezTo>
                  <a:cubicBezTo>
                    <a:pt x="21017" y="2598"/>
                    <a:pt x="20991" y="1624"/>
                    <a:pt x="20951" y="1137"/>
                  </a:cubicBezTo>
                  <a:cubicBezTo>
                    <a:pt x="20911" y="487"/>
                    <a:pt x="20865" y="162"/>
                    <a:pt x="20805" y="162"/>
                  </a:cubicBezTo>
                  <a:cubicBezTo>
                    <a:pt x="20739" y="162"/>
                    <a:pt x="20686" y="487"/>
                    <a:pt x="20646" y="974"/>
                  </a:cubicBezTo>
                  <a:cubicBezTo>
                    <a:pt x="20606" y="1462"/>
                    <a:pt x="20560" y="2274"/>
                    <a:pt x="20520" y="3248"/>
                  </a:cubicBezTo>
                  <a:lnTo>
                    <a:pt x="20500" y="487"/>
                  </a:lnTo>
                  <a:lnTo>
                    <a:pt x="20408" y="487"/>
                  </a:lnTo>
                  <a:lnTo>
                    <a:pt x="20408" y="20950"/>
                  </a:lnTo>
                  <a:lnTo>
                    <a:pt x="20534" y="20950"/>
                  </a:lnTo>
                  <a:lnTo>
                    <a:pt x="20534" y="5684"/>
                  </a:lnTo>
                  <a:cubicBezTo>
                    <a:pt x="20567" y="4710"/>
                    <a:pt x="20606" y="4060"/>
                    <a:pt x="20646" y="3573"/>
                  </a:cubicBezTo>
                  <a:cubicBezTo>
                    <a:pt x="20686" y="3086"/>
                    <a:pt x="20726" y="2761"/>
                    <a:pt x="20765" y="2761"/>
                  </a:cubicBezTo>
                  <a:cubicBezTo>
                    <a:pt x="20832" y="2761"/>
                    <a:pt x="20878" y="3248"/>
                    <a:pt x="20905" y="4060"/>
                  </a:cubicBezTo>
                  <a:cubicBezTo>
                    <a:pt x="20931" y="4872"/>
                    <a:pt x="20944" y="6009"/>
                    <a:pt x="20944" y="7633"/>
                  </a:cubicBezTo>
                  <a:lnTo>
                    <a:pt x="20944" y="21113"/>
                  </a:lnTo>
                  <a:lnTo>
                    <a:pt x="21070" y="21113"/>
                  </a:lnTo>
                  <a:lnTo>
                    <a:pt x="21070" y="6983"/>
                  </a:lnTo>
                  <a:cubicBezTo>
                    <a:pt x="21070" y="6821"/>
                    <a:pt x="21070" y="6496"/>
                    <a:pt x="21070" y="6334"/>
                  </a:cubicBezTo>
                  <a:cubicBezTo>
                    <a:pt x="21070" y="6171"/>
                    <a:pt x="21070" y="5847"/>
                    <a:pt x="21070" y="5684"/>
                  </a:cubicBezTo>
                  <a:cubicBezTo>
                    <a:pt x="21103" y="4710"/>
                    <a:pt x="21136" y="4060"/>
                    <a:pt x="21176" y="3573"/>
                  </a:cubicBezTo>
                  <a:cubicBezTo>
                    <a:pt x="21216" y="3086"/>
                    <a:pt x="21256" y="2761"/>
                    <a:pt x="21295" y="2761"/>
                  </a:cubicBezTo>
                  <a:cubicBezTo>
                    <a:pt x="21362" y="2761"/>
                    <a:pt x="21408" y="3248"/>
                    <a:pt x="21434" y="4060"/>
                  </a:cubicBezTo>
                  <a:cubicBezTo>
                    <a:pt x="21461" y="4872"/>
                    <a:pt x="21474" y="6009"/>
                    <a:pt x="21474" y="7633"/>
                  </a:cubicBezTo>
                  <a:lnTo>
                    <a:pt x="21474" y="21113"/>
                  </a:lnTo>
                  <a:lnTo>
                    <a:pt x="21600" y="21113"/>
                  </a:lnTo>
                  <a:lnTo>
                    <a:pt x="21600" y="6983"/>
                  </a:lnTo>
                  <a:cubicBezTo>
                    <a:pt x="21600" y="4872"/>
                    <a:pt x="21580" y="3248"/>
                    <a:pt x="21534" y="2111"/>
                  </a:cubicBezTo>
                  <a:close/>
                  <a:moveTo>
                    <a:pt x="17997" y="16890"/>
                  </a:moveTo>
                  <a:cubicBezTo>
                    <a:pt x="17970" y="16890"/>
                    <a:pt x="17950" y="17053"/>
                    <a:pt x="17930" y="17540"/>
                  </a:cubicBezTo>
                  <a:cubicBezTo>
                    <a:pt x="17911" y="18027"/>
                    <a:pt x="17904" y="18514"/>
                    <a:pt x="17904" y="19164"/>
                  </a:cubicBezTo>
                  <a:cubicBezTo>
                    <a:pt x="17904" y="19814"/>
                    <a:pt x="17911" y="20463"/>
                    <a:pt x="17930" y="20950"/>
                  </a:cubicBezTo>
                  <a:cubicBezTo>
                    <a:pt x="17950" y="21438"/>
                    <a:pt x="17970" y="21600"/>
                    <a:pt x="17997" y="21600"/>
                  </a:cubicBezTo>
                  <a:cubicBezTo>
                    <a:pt x="18023" y="21600"/>
                    <a:pt x="18043" y="21438"/>
                    <a:pt x="18063" y="20950"/>
                  </a:cubicBezTo>
                  <a:cubicBezTo>
                    <a:pt x="18083" y="20463"/>
                    <a:pt x="18089" y="19976"/>
                    <a:pt x="18089" y="19164"/>
                  </a:cubicBezTo>
                  <a:cubicBezTo>
                    <a:pt x="18089" y="18514"/>
                    <a:pt x="18083" y="17865"/>
                    <a:pt x="18063" y="17540"/>
                  </a:cubicBezTo>
                  <a:cubicBezTo>
                    <a:pt x="18043" y="17053"/>
                    <a:pt x="18023" y="16890"/>
                    <a:pt x="17997" y="16890"/>
                  </a:cubicBezTo>
                  <a:close/>
                  <a:moveTo>
                    <a:pt x="20017" y="6171"/>
                  </a:moveTo>
                  <a:cubicBezTo>
                    <a:pt x="20037" y="7471"/>
                    <a:pt x="20043" y="8932"/>
                    <a:pt x="20043" y="10556"/>
                  </a:cubicBezTo>
                  <a:cubicBezTo>
                    <a:pt x="20043" y="12343"/>
                    <a:pt x="20030" y="13805"/>
                    <a:pt x="20010" y="15104"/>
                  </a:cubicBezTo>
                  <a:cubicBezTo>
                    <a:pt x="19990" y="16403"/>
                    <a:pt x="19964" y="17540"/>
                    <a:pt x="19924" y="18514"/>
                  </a:cubicBezTo>
                  <a:cubicBezTo>
                    <a:pt x="19891" y="19489"/>
                    <a:pt x="19845" y="20138"/>
                    <a:pt x="19798" y="20626"/>
                  </a:cubicBezTo>
                  <a:cubicBezTo>
                    <a:pt x="19752" y="21113"/>
                    <a:pt x="19699" y="21275"/>
                    <a:pt x="19646" y="21275"/>
                  </a:cubicBezTo>
                  <a:cubicBezTo>
                    <a:pt x="19593" y="21275"/>
                    <a:pt x="19540" y="21113"/>
                    <a:pt x="19494" y="20626"/>
                  </a:cubicBezTo>
                  <a:cubicBezTo>
                    <a:pt x="19447" y="20138"/>
                    <a:pt x="19408" y="19489"/>
                    <a:pt x="19368" y="18677"/>
                  </a:cubicBezTo>
                  <a:cubicBezTo>
                    <a:pt x="19335" y="17865"/>
                    <a:pt x="19308" y="16728"/>
                    <a:pt x="19288" y="15429"/>
                  </a:cubicBezTo>
                  <a:cubicBezTo>
                    <a:pt x="19268" y="14129"/>
                    <a:pt x="19255" y="12668"/>
                    <a:pt x="19255" y="10881"/>
                  </a:cubicBezTo>
                  <a:cubicBezTo>
                    <a:pt x="19255" y="9095"/>
                    <a:pt x="19268" y="7633"/>
                    <a:pt x="19288" y="6334"/>
                  </a:cubicBezTo>
                  <a:cubicBezTo>
                    <a:pt x="19308" y="5035"/>
                    <a:pt x="19335" y="3898"/>
                    <a:pt x="19374" y="2923"/>
                  </a:cubicBezTo>
                  <a:cubicBezTo>
                    <a:pt x="19408" y="1949"/>
                    <a:pt x="19454" y="1299"/>
                    <a:pt x="19500" y="812"/>
                  </a:cubicBezTo>
                  <a:cubicBezTo>
                    <a:pt x="19547" y="325"/>
                    <a:pt x="19600" y="162"/>
                    <a:pt x="19659" y="162"/>
                  </a:cubicBezTo>
                  <a:cubicBezTo>
                    <a:pt x="19712" y="162"/>
                    <a:pt x="19765" y="325"/>
                    <a:pt x="19812" y="812"/>
                  </a:cubicBezTo>
                  <a:cubicBezTo>
                    <a:pt x="19858" y="1299"/>
                    <a:pt x="19898" y="1949"/>
                    <a:pt x="19937" y="2761"/>
                  </a:cubicBezTo>
                  <a:cubicBezTo>
                    <a:pt x="19971" y="3898"/>
                    <a:pt x="20004" y="4872"/>
                    <a:pt x="20017" y="6171"/>
                  </a:cubicBezTo>
                  <a:close/>
                  <a:moveTo>
                    <a:pt x="19918" y="10881"/>
                  </a:moveTo>
                  <a:cubicBezTo>
                    <a:pt x="19918" y="9420"/>
                    <a:pt x="19911" y="8283"/>
                    <a:pt x="19898" y="7146"/>
                  </a:cubicBezTo>
                  <a:cubicBezTo>
                    <a:pt x="19884" y="6171"/>
                    <a:pt x="19865" y="5197"/>
                    <a:pt x="19838" y="4547"/>
                  </a:cubicBezTo>
                  <a:cubicBezTo>
                    <a:pt x="19812" y="3898"/>
                    <a:pt x="19785" y="3410"/>
                    <a:pt x="19752" y="3086"/>
                  </a:cubicBezTo>
                  <a:cubicBezTo>
                    <a:pt x="19719" y="2761"/>
                    <a:pt x="19686" y="2599"/>
                    <a:pt x="19653" y="2599"/>
                  </a:cubicBezTo>
                  <a:cubicBezTo>
                    <a:pt x="19620" y="2599"/>
                    <a:pt x="19586" y="2761"/>
                    <a:pt x="19553" y="3086"/>
                  </a:cubicBezTo>
                  <a:cubicBezTo>
                    <a:pt x="19520" y="3411"/>
                    <a:pt x="19494" y="3898"/>
                    <a:pt x="19467" y="4547"/>
                  </a:cubicBezTo>
                  <a:cubicBezTo>
                    <a:pt x="19441" y="5197"/>
                    <a:pt x="19421" y="6009"/>
                    <a:pt x="19408" y="6983"/>
                  </a:cubicBezTo>
                  <a:cubicBezTo>
                    <a:pt x="19394" y="7958"/>
                    <a:pt x="19388" y="9257"/>
                    <a:pt x="19388" y="10719"/>
                  </a:cubicBezTo>
                  <a:cubicBezTo>
                    <a:pt x="19388" y="12180"/>
                    <a:pt x="19394" y="13480"/>
                    <a:pt x="19408" y="14454"/>
                  </a:cubicBezTo>
                  <a:cubicBezTo>
                    <a:pt x="19421" y="15429"/>
                    <a:pt x="19441" y="16403"/>
                    <a:pt x="19467" y="17053"/>
                  </a:cubicBezTo>
                  <a:cubicBezTo>
                    <a:pt x="19494" y="17702"/>
                    <a:pt x="19520" y="18189"/>
                    <a:pt x="19553" y="18514"/>
                  </a:cubicBezTo>
                  <a:cubicBezTo>
                    <a:pt x="19586" y="18839"/>
                    <a:pt x="19620" y="19001"/>
                    <a:pt x="19653" y="19001"/>
                  </a:cubicBezTo>
                  <a:cubicBezTo>
                    <a:pt x="19686" y="19001"/>
                    <a:pt x="19719" y="18839"/>
                    <a:pt x="19752" y="18514"/>
                  </a:cubicBezTo>
                  <a:cubicBezTo>
                    <a:pt x="19785" y="18189"/>
                    <a:pt x="19812" y="17702"/>
                    <a:pt x="19838" y="17053"/>
                  </a:cubicBezTo>
                  <a:cubicBezTo>
                    <a:pt x="19865" y="16403"/>
                    <a:pt x="19884" y="15591"/>
                    <a:pt x="19898" y="14454"/>
                  </a:cubicBezTo>
                  <a:cubicBezTo>
                    <a:pt x="19911" y="13805"/>
                    <a:pt x="19918" y="12505"/>
                    <a:pt x="19918" y="10881"/>
                  </a:cubicBezTo>
                  <a:close/>
                </a:path>
              </a:pathLst>
            </a:custGeom>
            <a:solidFill>
              <a:srgbClr val="D3D3D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15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EFF1A5-A306-8A52-C88A-8BEF71F01730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A50FD8E-19D7-5B2F-6254-FB0B4BCB9871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213115-9842-67D1-D9D6-633479CDE9CB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EE582F-C1D0-CB4C-7244-58A246DA1C6C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C23839-F8D9-FC13-F695-5873F14BAF9B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7" name="Shape">
                <a:extLst>
                  <a:ext uri="{FF2B5EF4-FFF2-40B4-BE49-F238E27FC236}">
                    <a16:creationId xmlns:a16="http://schemas.microsoft.com/office/drawing/2014/main" id="{D2DFAADE-AEEE-67C4-E631-0A26CC2A0487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" name="Shape">
                <a:extLst>
                  <a:ext uri="{FF2B5EF4-FFF2-40B4-BE49-F238E27FC236}">
                    <a16:creationId xmlns:a16="http://schemas.microsoft.com/office/drawing/2014/main" id="{285A82B9-C48D-490D-BB56-464D7C52CC8C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EFEE98D4-2422-A234-A864-14015CDCC59A}"/>
              </a:ext>
            </a:extLst>
          </p:cNvPr>
          <p:cNvSpPr/>
          <p:nvPr userDrawn="1"/>
        </p:nvSpPr>
        <p:spPr>
          <a:xfrm>
            <a:off x="0" y="188441"/>
            <a:ext cx="680700" cy="4689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136" y="0"/>
                </a:moveTo>
                <a:cubicBezTo>
                  <a:pt x="10637" y="0"/>
                  <a:pt x="7604" y="3521"/>
                  <a:pt x="6858" y="8464"/>
                </a:cubicBezTo>
                <a:cubicBezTo>
                  <a:pt x="5038" y="8261"/>
                  <a:pt x="1166" y="7787"/>
                  <a:pt x="0" y="7719"/>
                </a:cubicBezTo>
                <a:lnTo>
                  <a:pt x="0" y="14084"/>
                </a:lnTo>
                <a:cubicBezTo>
                  <a:pt x="840" y="14016"/>
                  <a:pt x="2892" y="13745"/>
                  <a:pt x="4059" y="13610"/>
                </a:cubicBezTo>
                <a:lnTo>
                  <a:pt x="5832" y="13407"/>
                </a:lnTo>
                <a:cubicBezTo>
                  <a:pt x="6251" y="13339"/>
                  <a:pt x="6625" y="13339"/>
                  <a:pt x="6905" y="13271"/>
                </a:cubicBezTo>
                <a:cubicBezTo>
                  <a:pt x="7698" y="18147"/>
                  <a:pt x="10683" y="21600"/>
                  <a:pt x="14136" y="21600"/>
                </a:cubicBezTo>
                <a:cubicBezTo>
                  <a:pt x="18241" y="21600"/>
                  <a:pt x="21600" y="16725"/>
                  <a:pt x="21600" y="10766"/>
                </a:cubicBezTo>
                <a:cubicBezTo>
                  <a:pt x="21553" y="4875"/>
                  <a:pt x="18241" y="0"/>
                  <a:pt x="14136" y="0"/>
                </a:cubicBezTo>
                <a:close/>
                <a:moveTo>
                  <a:pt x="14136" y="17266"/>
                </a:moveTo>
                <a:cubicBezTo>
                  <a:pt x="11710" y="17266"/>
                  <a:pt x="9704" y="14355"/>
                  <a:pt x="9704" y="10834"/>
                </a:cubicBezTo>
                <a:cubicBezTo>
                  <a:pt x="9704" y="7313"/>
                  <a:pt x="11710" y="4401"/>
                  <a:pt x="14136" y="4401"/>
                </a:cubicBezTo>
                <a:cubicBezTo>
                  <a:pt x="16562" y="4401"/>
                  <a:pt x="18568" y="7313"/>
                  <a:pt x="18568" y="10834"/>
                </a:cubicBezTo>
                <a:cubicBezTo>
                  <a:pt x="18568" y="14355"/>
                  <a:pt x="16562" y="17266"/>
                  <a:pt x="14136" y="17266"/>
                </a:cubicBezTo>
                <a:close/>
                <a:moveTo>
                  <a:pt x="0" y="68"/>
                </a:moveTo>
                <a:cubicBezTo>
                  <a:pt x="187" y="68"/>
                  <a:pt x="373" y="68"/>
                  <a:pt x="560" y="68"/>
                </a:cubicBezTo>
                <a:cubicBezTo>
                  <a:pt x="1306" y="68"/>
                  <a:pt x="2053" y="203"/>
                  <a:pt x="2752" y="406"/>
                </a:cubicBezTo>
                <a:cubicBezTo>
                  <a:pt x="3452" y="609"/>
                  <a:pt x="4012" y="948"/>
                  <a:pt x="4525" y="1286"/>
                </a:cubicBezTo>
                <a:lnTo>
                  <a:pt x="4245" y="4875"/>
                </a:lnTo>
                <a:cubicBezTo>
                  <a:pt x="3732" y="4537"/>
                  <a:pt x="3172" y="4266"/>
                  <a:pt x="2566" y="3995"/>
                </a:cubicBezTo>
                <a:cubicBezTo>
                  <a:pt x="1959" y="3792"/>
                  <a:pt x="1306" y="3656"/>
                  <a:pt x="606" y="3656"/>
                </a:cubicBezTo>
                <a:cubicBezTo>
                  <a:pt x="420" y="3656"/>
                  <a:pt x="233" y="3656"/>
                  <a:pt x="47" y="3724"/>
                </a:cubicBezTo>
                <a:lnTo>
                  <a:pt x="47" y="68"/>
                </a:lnTo>
                <a:close/>
                <a:moveTo>
                  <a:pt x="4059" y="15641"/>
                </a:moveTo>
                <a:lnTo>
                  <a:pt x="4992" y="15506"/>
                </a:lnTo>
                <a:lnTo>
                  <a:pt x="4992" y="19975"/>
                </a:lnTo>
                <a:cubicBezTo>
                  <a:pt x="4479" y="20381"/>
                  <a:pt x="3825" y="20787"/>
                  <a:pt x="3032" y="21058"/>
                </a:cubicBezTo>
                <a:cubicBezTo>
                  <a:pt x="2193" y="21397"/>
                  <a:pt x="1306" y="21532"/>
                  <a:pt x="327" y="21532"/>
                </a:cubicBezTo>
                <a:cubicBezTo>
                  <a:pt x="233" y="21532"/>
                  <a:pt x="140" y="21532"/>
                  <a:pt x="0" y="21532"/>
                </a:cubicBezTo>
                <a:lnTo>
                  <a:pt x="0" y="17876"/>
                </a:lnTo>
                <a:cubicBezTo>
                  <a:pt x="140" y="17876"/>
                  <a:pt x="280" y="17876"/>
                  <a:pt x="420" y="17876"/>
                </a:cubicBezTo>
                <a:cubicBezTo>
                  <a:pt x="700" y="17876"/>
                  <a:pt x="1026" y="17876"/>
                  <a:pt x="1353" y="17808"/>
                </a:cubicBezTo>
                <a:cubicBezTo>
                  <a:pt x="1679" y="17740"/>
                  <a:pt x="2006" y="17673"/>
                  <a:pt x="2379" y="17605"/>
                </a:cubicBezTo>
                <a:lnTo>
                  <a:pt x="2379" y="15845"/>
                </a:lnTo>
                <a:cubicBezTo>
                  <a:pt x="2986" y="15777"/>
                  <a:pt x="3592" y="15709"/>
                  <a:pt x="4059" y="15641"/>
                </a:cubicBezTo>
                <a:close/>
              </a:path>
            </a:pathLst>
          </a:custGeom>
          <a:solidFill>
            <a:schemeClr val="bg1">
              <a:alpha val="19699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3EAC94-F2D6-7639-EC34-D395A05EE91D}"/>
              </a:ext>
            </a:extLst>
          </p:cNvPr>
          <p:cNvGrpSpPr/>
          <p:nvPr userDrawn="1"/>
        </p:nvGrpSpPr>
        <p:grpSpPr>
          <a:xfrm>
            <a:off x="3763009" y="6404531"/>
            <a:ext cx="4665981" cy="354850"/>
            <a:chOff x="1714499" y="5181599"/>
            <a:chExt cx="4141472" cy="314961"/>
          </a:xfrm>
        </p:grpSpPr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9D0E6D66-0255-DBE1-A3E9-22CAE68EF038}"/>
                </a:ext>
              </a:extLst>
            </p:cNvPr>
            <p:cNvSpPr/>
            <p:nvPr userDrawn="1"/>
          </p:nvSpPr>
          <p:spPr>
            <a:xfrm>
              <a:off x="2603499" y="5181599"/>
              <a:ext cx="2494281" cy="314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182" y="6358"/>
                  </a:moveTo>
                  <a:cubicBezTo>
                    <a:pt x="7138" y="5923"/>
                    <a:pt x="7072" y="5574"/>
                    <a:pt x="7006" y="5400"/>
                  </a:cubicBezTo>
                  <a:cubicBezTo>
                    <a:pt x="6940" y="5139"/>
                    <a:pt x="6863" y="5052"/>
                    <a:pt x="6775" y="5052"/>
                  </a:cubicBezTo>
                  <a:cubicBezTo>
                    <a:pt x="6676" y="5052"/>
                    <a:pt x="6588" y="5226"/>
                    <a:pt x="6511" y="5487"/>
                  </a:cubicBezTo>
                  <a:cubicBezTo>
                    <a:pt x="6434" y="5748"/>
                    <a:pt x="6368" y="6097"/>
                    <a:pt x="6302" y="6619"/>
                  </a:cubicBezTo>
                  <a:cubicBezTo>
                    <a:pt x="6236" y="7142"/>
                    <a:pt x="6203" y="7752"/>
                    <a:pt x="6170" y="8448"/>
                  </a:cubicBezTo>
                  <a:cubicBezTo>
                    <a:pt x="6137" y="9145"/>
                    <a:pt x="6126" y="9929"/>
                    <a:pt x="6126" y="10800"/>
                  </a:cubicBezTo>
                  <a:cubicBezTo>
                    <a:pt x="6126" y="11758"/>
                    <a:pt x="6148" y="12629"/>
                    <a:pt x="6181" y="13413"/>
                  </a:cubicBezTo>
                  <a:cubicBezTo>
                    <a:pt x="6214" y="14110"/>
                    <a:pt x="6269" y="14719"/>
                    <a:pt x="6335" y="15155"/>
                  </a:cubicBezTo>
                  <a:cubicBezTo>
                    <a:pt x="6401" y="15590"/>
                    <a:pt x="6478" y="15939"/>
                    <a:pt x="6555" y="16200"/>
                  </a:cubicBezTo>
                  <a:cubicBezTo>
                    <a:pt x="6643" y="16461"/>
                    <a:pt x="6731" y="16548"/>
                    <a:pt x="6830" y="16548"/>
                  </a:cubicBezTo>
                  <a:cubicBezTo>
                    <a:pt x="6918" y="16548"/>
                    <a:pt x="6995" y="16461"/>
                    <a:pt x="7061" y="16374"/>
                  </a:cubicBezTo>
                  <a:cubicBezTo>
                    <a:pt x="7138" y="16287"/>
                    <a:pt x="7204" y="16113"/>
                    <a:pt x="7259" y="15939"/>
                  </a:cubicBezTo>
                  <a:lnTo>
                    <a:pt x="7215" y="14719"/>
                  </a:lnTo>
                  <a:cubicBezTo>
                    <a:pt x="7149" y="14894"/>
                    <a:pt x="7094" y="15068"/>
                    <a:pt x="7028" y="15155"/>
                  </a:cubicBezTo>
                  <a:cubicBezTo>
                    <a:pt x="6973" y="15242"/>
                    <a:pt x="6907" y="15242"/>
                    <a:pt x="6841" y="15242"/>
                  </a:cubicBezTo>
                  <a:cubicBezTo>
                    <a:pt x="6687" y="15242"/>
                    <a:pt x="6566" y="14894"/>
                    <a:pt x="6478" y="14197"/>
                  </a:cubicBezTo>
                  <a:cubicBezTo>
                    <a:pt x="6390" y="13500"/>
                    <a:pt x="6346" y="12455"/>
                    <a:pt x="6346" y="11148"/>
                  </a:cubicBezTo>
                  <a:lnTo>
                    <a:pt x="6346" y="10974"/>
                  </a:lnTo>
                  <a:lnTo>
                    <a:pt x="7336" y="10974"/>
                  </a:lnTo>
                  <a:lnTo>
                    <a:pt x="7336" y="10016"/>
                  </a:lnTo>
                  <a:cubicBezTo>
                    <a:pt x="7336" y="9319"/>
                    <a:pt x="7325" y="8623"/>
                    <a:pt x="7292" y="8013"/>
                  </a:cubicBezTo>
                  <a:cubicBezTo>
                    <a:pt x="7270" y="7316"/>
                    <a:pt x="7237" y="6794"/>
                    <a:pt x="7182" y="6358"/>
                  </a:cubicBezTo>
                  <a:close/>
                  <a:moveTo>
                    <a:pt x="6346" y="9668"/>
                  </a:moveTo>
                  <a:cubicBezTo>
                    <a:pt x="6357" y="8623"/>
                    <a:pt x="6412" y="7839"/>
                    <a:pt x="6478" y="7229"/>
                  </a:cubicBezTo>
                  <a:cubicBezTo>
                    <a:pt x="6555" y="6619"/>
                    <a:pt x="6643" y="6358"/>
                    <a:pt x="6764" y="6358"/>
                  </a:cubicBezTo>
                  <a:cubicBezTo>
                    <a:pt x="6830" y="6358"/>
                    <a:pt x="6885" y="6445"/>
                    <a:pt x="6929" y="6619"/>
                  </a:cubicBezTo>
                  <a:cubicBezTo>
                    <a:pt x="6973" y="6794"/>
                    <a:pt x="7006" y="7055"/>
                    <a:pt x="7039" y="7316"/>
                  </a:cubicBezTo>
                  <a:cubicBezTo>
                    <a:pt x="7072" y="7577"/>
                    <a:pt x="7094" y="8013"/>
                    <a:pt x="7105" y="8361"/>
                  </a:cubicBezTo>
                  <a:cubicBezTo>
                    <a:pt x="7116" y="8797"/>
                    <a:pt x="7127" y="9145"/>
                    <a:pt x="7127" y="9581"/>
                  </a:cubicBezTo>
                  <a:lnTo>
                    <a:pt x="6346" y="9668"/>
                  </a:lnTo>
                  <a:close/>
                  <a:moveTo>
                    <a:pt x="4047" y="6358"/>
                  </a:moveTo>
                  <a:cubicBezTo>
                    <a:pt x="4003" y="5923"/>
                    <a:pt x="3937" y="5574"/>
                    <a:pt x="3871" y="5400"/>
                  </a:cubicBezTo>
                  <a:cubicBezTo>
                    <a:pt x="3805" y="5139"/>
                    <a:pt x="3728" y="5052"/>
                    <a:pt x="3640" y="5052"/>
                  </a:cubicBezTo>
                  <a:cubicBezTo>
                    <a:pt x="3541" y="5052"/>
                    <a:pt x="3453" y="5226"/>
                    <a:pt x="3376" y="5487"/>
                  </a:cubicBezTo>
                  <a:cubicBezTo>
                    <a:pt x="3299" y="5748"/>
                    <a:pt x="3233" y="6097"/>
                    <a:pt x="3167" y="6619"/>
                  </a:cubicBezTo>
                  <a:cubicBezTo>
                    <a:pt x="3101" y="7142"/>
                    <a:pt x="3068" y="7752"/>
                    <a:pt x="3035" y="8448"/>
                  </a:cubicBezTo>
                  <a:cubicBezTo>
                    <a:pt x="3002" y="9145"/>
                    <a:pt x="2991" y="9929"/>
                    <a:pt x="2991" y="10800"/>
                  </a:cubicBezTo>
                  <a:cubicBezTo>
                    <a:pt x="2991" y="11758"/>
                    <a:pt x="3013" y="12629"/>
                    <a:pt x="3046" y="13413"/>
                  </a:cubicBezTo>
                  <a:cubicBezTo>
                    <a:pt x="3079" y="14110"/>
                    <a:pt x="3134" y="14719"/>
                    <a:pt x="3200" y="15155"/>
                  </a:cubicBezTo>
                  <a:cubicBezTo>
                    <a:pt x="3266" y="15590"/>
                    <a:pt x="3343" y="15939"/>
                    <a:pt x="3420" y="16200"/>
                  </a:cubicBezTo>
                  <a:cubicBezTo>
                    <a:pt x="3508" y="16461"/>
                    <a:pt x="3596" y="16548"/>
                    <a:pt x="3695" y="16548"/>
                  </a:cubicBezTo>
                  <a:cubicBezTo>
                    <a:pt x="3783" y="16548"/>
                    <a:pt x="3860" y="16461"/>
                    <a:pt x="3926" y="16374"/>
                  </a:cubicBezTo>
                  <a:cubicBezTo>
                    <a:pt x="4003" y="16287"/>
                    <a:pt x="4069" y="16113"/>
                    <a:pt x="4124" y="15939"/>
                  </a:cubicBezTo>
                  <a:lnTo>
                    <a:pt x="4080" y="14719"/>
                  </a:lnTo>
                  <a:cubicBezTo>
                    <a:pt x="4014" y="14894"/>
                    <a:pt x="3959" y="15068"/>
                    <a:pt x="3893" y="15155"/>
                  </a:cubicBezTo>
                  <a:cubicBezTo>
                    <a:pt x="3838" y="15242"/>
                    <a:pt x="3772" y="15242"/>
                    <a:pt x="3706" y="15242"/>
                  </a:cubicBezTo>
                  <a:cubicBezTo>
                    <a:pt x="3552" y="15242"/>
                    <a:pt x="3431" y="14894"/>
                    <a:pt x="3343" y="14197"/>
                  </a:cubicBezTo>
                  <a:cubicBezTo>
                    <a:pt x="3255" y="13500"/>
                    <a:pt x="3211" y="12455"/>
                    <a:pt x="3211" y="11148"/>
                  </a:cubicBezTo>
                  <a:lnTo>
                    <a:pt x="3211" y="10974"/>
                  </a:lnTo>
                  <a:lnTo>
                    <a:pt x="4201" y="10974"/>
                  </a:lnTo>
                  <a:lnTo>
                    <a:pt x="4201" y="10016"/>
                  </a:lnTo>
                  <a:cubicBezTo>
                    <a:pt x="4201" y="9319"/>
                    <a:pt x="4190" y="8623"/>
                    <a:pt x="4157" y="8013"/>
                  </a:cubicBezTo>
                  <a:cubicBezTo>
                    <a:pt x="4135" y="7316"/>
                    <a:pt x="4102" y="6794"/>
                    <a:pt x="4047" y="6358"/>
                  </a:cubicBezTo>
                  <a:close/>
                  <a:moveTo>
                    <a:pt x="3211" y="9668"/>
                  </a:moveTo>
                  <a:cubicBezTo>
                    <a:pt x="3222" y="8623"/>
                    <a:pt x="3277" y="7839"/>
                    <a:pt x="3343" y="7229"/>
                  </a:cubicBezTo>
                  <a:cubicBezTo>
                    <a:pt x="3420" y="6619"/>
                    <a:pt x="3508" y="6358"/>
                    <a:pt x="3629" y="6358"/>
                  </a:cubicBezTo>
                  <a:cubicBezTo>
                    <a:pt x="3695" y="6358"/>
                    <a:pt x="3750" y="6445"/>
                    <a:pt x="3794" y="6619"/>
                  </a:cubicBezTo>
                  <a:cubicBezTo>
                    <a:pt x="3838" y="6794"/>
                    <a:pt x="3871" y="7055"/>
                    <a:pt x="3904" y="7316"/>
                  </a:cubicBezTo>
                  <a:cubicBezTo>
                    <a:pt x="3937" y="7577"/>
                    <a:pt x="3959" y="8013"/>
                    <a:pt x="3970" y="8361"/>
                  </a:cubicBezTo>
                  <a:cubicBezTo>
                    <a:pt x="3981" y="8797"/>
                    <a:pt x="3992" y="9145"/>
                    <a:pt x="3992" y="9581"/>
                  </a:cubicBezTo>
                  <a:lnTo>
                    <a:pt x="3211" y="9668"/>
                  </a:lnTo>
                  <a:close/>
                  <a:moveTo>
                    <a:pt x="5554" y="11235"/>
                  </a:moveTo>
                  <a:cubicBezTo>
                    <a:pt x="5620" y="11758"/>
                    <a:pt x="5653" y="12368"/>
                    <a:pt x="5653" y="13152"/>
                  </a:cubicBezTo>
                  <a:cubicBezTo>
                    <a:pt x="5653" y="14110"/>
                    <a:pt x="5609" y="14894"/>
                    <a:pt x="5521" y="15503"/>
                  </a:cubicBezTo>
                  <a:cubicBezTo>
                    <a:pt x="5433" y="16113"/>
                    <a:pt x="5301" y="16374"/>
                    <a:pt x="5136" y="16374"/>
                  </a:cubicBezTo>
                  <a:cubicBezTo>
                    <a:pt x="5048" y="16374"/>
                    <a:pt x="4960" y="16287"/>
                    <a:pt x="4894" y="16200"/>
                  </a:cubicBezTo>
                  <a:cubicBezTo>
                    <a:pt x="4817" y="16113"/>
                    <a:pt x="4751" y="15939"/>
                    <a:pt x="4696" y="15677"/>
                  </a:cubicBezTo>
                  <a:lnTo>
                    <a:pt x="4751" y="14371"/>
                  </a:lnTo>
                  <a:cubicBezTo>
                    <a:pt x="4806" y="14632"/>
                    <a:pt x="4861" y="14719"/>
                    <a:pt x="4927" y="14894"/>
                  </a:cubicBezTo>
                  <a:cubicBezTo>
                    <a:pt x="4993" y="14981"/>
                    <a:pt x="5059" y="15068"/>
                    <a:pt x="5125" y="15068"/>
                  </a:cubicBezTo>
                  <a:cubicBezTo>
                    <a:pt x="5224" y="15068"/>
                    <a:pt x="5301" y="14894"/>
                    <a:pt x="5356" y="14632"/>
                  </a:cubicBezTo>
                  <a:cubicBezTo>
                    <a:pt x="5411" y="14371"/>
                    <a:pt x="5444" y="13848"/>
                    <a:pt x="5444" y="13326"/>
                  </a:cubicBezTo>
                  <a:cubicBezTo>
                    <a:pt x="5444" y="12803"/>
                    <a:pt x="5422" y="12455"/>
                    <a:pt x="5378" y="12106"/>
                  </a:cubicBezTo>
                  <a:cubicBezTo>
                    <a:pt x="5334" y="11845"/>
                    <a:pt x="5257" y="11584"/>
                    <a:pt x="5169" y="11323"/>
                  </a:cubicBezTo>
                  <a:lnTo>
                    <a:pt x="5070" y="11061"/>
                  </a:lnTo>
                  <a:cubicBezTo>
                    <a:pt x="4949" y="10713"/>
                    <a:pt x="4861" y="10365"/>
                    <a:pt x="4795" y="9842"/>
                  </a:cubicBezTo>
                  <a:cubicBezTo>
                    <a:pt x="4729" y="9319"/>
                    <a:pt x="4707" y="8797"/>
                    <a:pt x="4707" y="8013"/>
                  </a:cubicBezTo>
                  <a:cubicBezTo>
                    <a:pt x="4707" y="7577"/>
                    <a:pt x="4718" y="7142"/>
                    <a:pt x="4740" y="6794"/>
                  </a:cubicBezTo>
                  <a:cubicBezTo>
                    <a:pt x="4762" y="6445"/>
                    <a:pt x="4795" y="6097"/>
                    <a:pt x="4839" y="5836"/>
                  </a:cubicBezTo>
                  <a:cubicBezTo>
                    <a:pt x="4883" y="5574"/>
                    <a:pt x="4938" y="5400"/>
                    <a:pt x="4993" y="5226"/>
                  </a:cubicBezTo>
                  <a:cubicBezTo>
                    <a:pt x="5048" y="5052"/>
                    <a:pt x="5114" y="4965"/>
                    <a:pt x="5191" y="4965"/>
                  </a:cubicBezTo>
                  <a:cubicBezTo>
                    <a:pt x="5257" y="4965"/>
                    <a:pt x="5323" y="5052"/>
                    <a:pt x="5400" y="5139"/>
                  </a:cubicBezTo>
                  <a:cubicBezTo>
                    <a:pt x="5477" y="5226"/>
                    <a:pt x="5532" y="5400"/>
                    <a:pt x="5598" y="5574"/>
                  </a:cubicBezTo>
                  <a:lnTo>
                    <a:pt x="5532" y="6968"/>
                  </a:lnTo>
                  <a:cubicBezTo>
                    <a:pt x="5477" y="6706"/>
                    <a:pt x="5422" y="6619"/>
                    <a:pt x="5367" y="6532"/>
                  </a:cubicBezTo>
                  <a:cubicBezTo>
                    <a:pt x="5312" y="6445"/>
                    <a:pt x="5257" y="6358"/>
                    <a:pt x="5202" y="6358"/>
                  </a:cubicBezTo>
                  <a:cubicBezTo>
                    <a:pt x="5103" y="6358"/>
                    <a:pt x="5026" y="6532"/>
                    <a:pt x="4982" y="6794"/>
                  </a:cubicBezTo>
                  <a:cubicBezTo>
                    <a:pt x="4938" y="7142"/>
                    <a:pt x="4905" y="7490"/>
                    <a:pt x="4905" y="8013"/>
                  </a:cubicBezTo>
                  <a:cubicBezTo>
                    <a:pt x="4905" y="8448"/>
                    <a:pt x="4927" y="8797"/>
                    <a:pt x="4960" y="9058"/>
                  </a:cubicBezTo>
                  <a:cubicBezTo>
                    <a:pt x="4993" y="9319"/>
                    <a:pt x="5070" y="9581"/>
                    <a:pt x="5180" y="9842"/>
                  </a:cubicBezTo>
                  <a:lnTo>
                    <a:pt x="5268" y="10016"/>
                  </a:lnTo>
                  <a:cubicBezTo>
                    <a:pt x="5400" y="10365"/>
                    <a:pt x="5488" y="10800"/>
                    <a:pt x="5554" y="11235"/>
                  </a:cubicBezTo>
                  <a:close/>
                  <a:moveTo>
                    <a:pt x="1056" y="6445"/>
                  </a:moveTo>
                  <a:cubicBezTo>
                    <a:pt x="1001" y="6010"/>
                    <a:pt x="946" y="5661"/>
                    <a:pt x="869" y="5400"/>
                  </a:cubicBezTo>
                  <a:cubicBezTo>
                    <a:pt x="792" y="5139"/>
                    <a:pt x="715" y="5052"/>
                    <a:pt x="627" y="5052"/>
                  </a:cubicBezTo>
                  <a:cubicBezTo>
                    <a:pt x="528" y="5052"/>
                    <a:pt x="451" y="5226"/>
                    <a:pt x="385" y="5487"/>
                  </a:cubicBezTo>
                  <a:cubicBezTo>
                    <a:pt x="319" y="5748"/>
                    <a:pt x="253" y="6097"/>
                    <a:pt x="209" y="6445"/>
                  </a:cubicBezTo>
                  <a:lnTo>
                    <a:pt x="176" y="5052"/>
                  </a:lnTo>
                  <a:lnTo>
                    <a:pt x="0" y="5052"/>
                  </a:lnTo>
                  <a:lnTo>
                    <a:pt x="0" y="21600"/>
                  </a:lnTo>
                  <a:lnTo>
                    <a:pt x="209" y="21600"/>
                  </a:lnTo>
                  <a:lnTo>
                    <a:pt x="209" y="15677"/>
                  </a:lnTo>
                  <a:cubicBezTo>
                    <a:pt x="253" y="15939"/>
                    <a:pt x="297" y="16113"/>
                    <a:pt x="363" y="16200"/>
                  </a:cubicBezTo>
                  <a:cubicBezTo>
                    <a:pt x="418" y="16374"/>
                    <a:pt x="484" y="16374"/>
                    <a:pt x="550" y="16374"/>
                  </a:cubicBezTo>
                  <a:cubicBezTo>
                    <a:pt x="638" y="16374"/>
                    <a:pt x="715" y="16287"/>
                    <a:pt x="803" y="16026"/>
                  </a:cubicBezTo>
                  <a:cubicBezTo>
                    <a:pt x="880" y="15765"/>
                    <a:pt x="957" y="15416"/>
                    <a:pt x="1023" y="14894"/>
                  </a:cubicBezTo>
                  <a:cubicBezTo>
                    <a:pt x="1089" y="14371"/>
                    <a:pt x="1133" y="13761"/>
                    <a:pt x="1177" y="13065"/>
                  </a:cubicBezTo>
                  <a:cubicBezTo>
                    <a:pt x="1210" y="12281"/>
                    <a:pt x="1232" y="11410"/>
                    <a:pt x="1232" y="10365"/>
                  </a:cubicBezTo>
                  <a:cubicBezTo>
                    <a:pt x="1232" y="9494"/>
                    <a:pt x="1221" y="8710"/>
                    <a:pt x="1188" y="8100"/>
                  </a:cubicBezTo>
                  <a:cubicBezTo>
                    <a:pt x="1155" y="7490"/>
                    <a:pt x="1111" y="6968"/>
                    <a:pt x="1056" y="6445"/>
                  </a:cubicBezTo>
                  <a:close/>
                  <a:moveTo>
                    <a:pt x="968" y="12629"/>
                  </a:moveTo>
                  <a:cubicBezTo>
                    <a:pt x="935" y="13239"/>
                    <a:pt x="902" y="13674"/>
                    <a:pt x="858" y="14110"/>
                  </a:cubicBezTo>
                  <a:cubicBezTo>
                    <a:pt x="814" y="14458"/>
                    <a:pt x="759" y="14719"/>
                    <a:pt x="704" y="14894"/>
                  </a:cubicBezTo>
                  <a:cubicBezTo>
                    <a:pt x="649" y="15068"/>
                    <a:pt x="583" y="15155"/>
                    <a:pt x="528" y="15155"/>
                  </a:cubicBezTo>
                  <a:cubicBezTo>
                    <a:pt x="473" y="15155"/>
                    <a:pt x="418" y="15068"/>
                    <a:pt x="374" y="14981"/>
                  </a:cubicBezTo>
                  <a:cubicBezTo>
                    <a:pt x="319" y="14894"/>
                    <a:pt x="275" y="14632"/>
                    <a:pt x="231" y="14371"/>
                  </a:cubicBezTo>
                  <a:lnTo>
                    <a:pt x="231" y="7926"/>
                  </a:lnTo>
                  <a:cubicBezTo>
                    <a:pt x="242" y="7752"/>
                    <a:pt x="264" y="7577"/>
                    <a:pt x="297" y="7403"/>
                  </a:cubicBezTo>
                  <a:cubicBezTo>
                    <a:pt x="319" y="7229"/>
                    <a:pt x="352" y="7055"/>
                    <a:pt x="385" y="6881"/>
                  </a:cubicBezTo>
                  <a:cubicBezTo>
                    <a:pt x="418" y="6706"/>
                    <a:pt x="451" y="6619"/>
                    <a:pt x="495" y="6532"/>
                  </a:cubicBezTo>
                  <a:cubicBezTo>
                    <a:pt x="528" y="6445"/>
                    <a:pt x="572" y="6358"/>
                    <a:pt x="616" y="6358"/>
                  </a:cubicBezTo>
                  <a:cubicBezTo>
                    <a:pt x="759" y="6358"/>
                    <a:pt x="869" y="6706"/>
                    <a:pt x="935" y="7403"/>
                  </a:cubicBezTo>
                  <a:cubicBezTo>
                    <a:pt x="1001" y="8100"/>
                    <a:pt x="1034" y="9145"/>
                    <a:pt x="1034" y="10364"/>
                  </a:cubicBezTo>
                  <a:cubicBezTo>
                    <a:pt x="1001" y="11323"/>
                    <a:pt x="990" y="12106"/>
                    <a:pt x="968" y="12629"/>
                  </a:cubicBezTo>
                  <a:close/>
                  <a:moveTo>
                    <a:pt x="21556" y="8187"/>
                  </a:moveTo>
                  <a:cubicBezTo>
                    <a:pt x="21523" y="7490"/>
                    <a:pt x="21479" y="6881"/>
                    <a:pt x="21424" y="6445"/>
                  </a:cubicBezTo>
                  <a:cubicBezTo>
                    <a:pt x="21369" y="6010"/>
                    <a:pt x="21303" y="5661"/>
                    <a:pt x="21215" y="5400"/>
                  </a:cubicBezTo>
                  <a:cubicBezTo>
                    <a:pt x="21127" y="5139"/>
                    <a:pt x="21050" y="5052"/>
                    <a:pt x="20962" y="5052"/>
                  </a:cubicBezTo>
                  <a:cubicBezTo>
                    <a:pt x="20874" y="5052"/>
                    <a:pt x="20786" y="5139"/>
                    <a:pt x="20698" y="5400"/>
                  </a:cubicBezTo>
                  <a:cubicBezTo>
                    <a:pt x="20621" y="5661"/>
                    <a:pt x="20544" y="6010"/>
                    <a:pt x="20489" y="6532"/>
                  </a:cubicBezTo>
                  <a:cubicBezTo>
                    <a:pt x="20434" y="7055"/>
                    <a:pt x="20379" y="7664"/>
                    <a:pt x="20346" y="8361"/>
                  </a:cubicBezTo>
                  <a:cubicBezTo>
                    <a:pt x="20313" y="9058"/>
                    <a:pt x="20291" y="9929"/>
                    <a:pt x="20291" y="10800"/>
                  </a:cubicBezTo>
                  <a:cubicBezTo>
                    <a:pt x="20291" y="11671"/>
                    <a:pt x="20313" y="12542"/>
                    <a:pt x="20346" y="13239"/>
                  </a:cubicBezTo>
                  <a:cubicBezTo>
                    <a:pt x="20379" y="13935"/>
                    <a:pt x="20423" y="14545"/>
                    <a:pt x="20478" y="14981"/>
                  </a:cubicBezTo>
                  <a:cubicBezTo>
                    <a:pt x="20533" y="15416"/>
                    <a:pt x="20599" y="15852"/>
                    <a:pt x="20687" y="16026"/>
                  </a:cubicBezTo>
                  <a:cubicBezTo>
                    <a:pt x="20764" y="16287"/>
                    <a:pt x="20852" y="16374"/>
                    <a:pt x="20940" y="16374"/>
                  </a:cubicBezTo>
                  <a:cubicBezTo>
                    <a:pt x="21028" y="16374"/>
                    <a:pt x="21116" y="16287"/>
                    <a:pt x="21193" y="16026"/>
                  </a:cubicBezTo>
                  <a:cubicBezTo>
                    <a:pt x="21270" y="15765"/>
                    <a:pt x="21347" y="15416"/>
                    <a:pt x="21402" y="14894"/>
                  </a:cubicBezTo>
                  <a:cubicBezTo>
                    <a:pt x="21457" y="14371"/>
                    <a:pt x="21512" y="13761"/>
                    <a:pt x="21545" y="13064"/>
                  </a:cubicBezTo>
                  <a:cubicBezTo>
                    <a:pt x="21578" y="12368"/>
                    <a:pt x="21600" y="11497"/>
                    <a:pt x="21600" y="10626"/>
                  </a:cubicBezTo>
                  <a:cubicBezTo>
                    <a:pt x="21600" y="9668"/>
                    <a:pt x="21589" y="8884"/>
                    <a:pt x="21556" y="8187"/>
                  </a:cubicBezTo>
                  <a:close/>
                  <a:moveTo>
                    <a:pt x="21347" y="12803"/>
                  </a:moveTo>
                  <a:cubicBezTo>
                    <a:pt x="21325" y="13326"/>
                    <a:pt x="21292" y="13848"/>
                    <a:pt x="21248" y="14197"/>
                  </a:cubicBezTo>
                  <a:cubicBezTo>
                    <a:pt x="21204" y="14545"/>
                    <a:pt x="21160" y="14806"/>
                    <a:pt x="21105" y="14981"/>
                  </a:cubicBezTo>
                  <a:cubicBezTo>
                    <a:pt x="21050" y="15155"/>
                    <a:pt x="20995" y="15242"/>
                    <a:pt x="20940" y="15242"/>
                  </a:cubicBezTo>
                  <a:cubicBezTo>
                    <a:pt x="20885" y="15242"/>
                    <a:pt x="20830" y="15155"/>
                    <a:pt x="20775" y="14981"/>
                  </a:cubicBezTo>
                  <a:cubicBezTo>
                    <a:pt x="20720" y="14806"/>
                    <a:pt x="20676" y="14545"/>
                    <a:pt x="20632" y="14197"/>
                  </a:cubicBezTo>
                  <a:cubicBezTo>
                    <a:pt x="20588" y="13848"/>
                    <a:pt x="20555" y="13413"/>
                    <a:pt x="20533" y="12803"/>
                  </a:cubicBezTo>
                  <a:cubicBezTo>
                    <a:pt x="20511" y="12281"/>
                    <a:pt x="20500" y="11584"/>
                    <a:pt x="20500" y="10800"/>
                  </a:cubicBezTo>
                  <a:cubicBezTo>
                    <a:pt x="20500" y="10016"/>
                    <a:pt x="20511" y="9319"/>
                    <a:pt x="20533" y="8797"/>
                  </a:cubicBezTo>
                  <a:cubicBezTo>
                    <a:pt x="20555" y="8274"/>
                    <a:pt x="20588" y="7752"/>
                    <a:pt x="20632" y="7490"/>
                  </a:cubicBezTo>
                  <a:cubicBezTo>
                    <a:pt x="20676" y="7142"/>
                    <a:pt x="20720" y="6881"/>
                    <a:pt x="20775" y="6706"/>
                  </a:cubicBezTo>
                  <a:cubicBezTo>
                    <a:pt x="20830" y="6532"/>
                    <a:pt x="20885" y="6445"/>
                    <a:pt x="20940" y="6445"/>
                  </a:cubicBezTo>
                  <a:cubicBezTo>
                    <a:pt x="20995" y="6445"/>
                    <a:pt x="21050" y="6532"/>
                    <a:pt x="21105" y="6706"/>
                  </a:cubicBezTo>
                  <a:cubicBezTo>
                    <a:pt x="21160" y="6881"/>
                    <a:pt x="21204" y="7142"/>
                    <a:pt x="21248" y="7490"/>
                  </a:cubicBezTo>
                  <a:cubicBezTo>
                    <a:pt x="21292" y="7839"/>
                    <a:pt x="21325" y="8274"/>
                    <a:pt x="21347" y="8884"/>
                  </a:cubicBezTo>
                  <a:cubicBezTo>
                    <a:pt x="21369" y="9406"/>
                    <a:pt x="21380" y="10103"/>
                    <a:pt x="21380" y="10887"/>
                  </a:cubicBezTo>
                  <a:cubicBezTo>
                    <a:pt x="21391" y="11584"/>
                    <a:pt x="21369" y="12281"/>
                    <a:pt x="21347" y="12803"/>
                  </a:cubicBezTo>
                  <a:close/>
                  <a:moveTo>
                    <a:pt x="2563" y="5139"/>
                  </a:moveTo>
                  <a:cubicBezTo>
                    <a:pt x="2596" y="5226"/>
                    <a:pt x="2629" y="5313"/>
                    <a:pt x="2651" y="5313"/>
                  </a:cubicBezTo>
                  <a:lnTo>
                    <a:pt x="2618" y="6794"/>
                  </a:lnTo>
                  <a:cubicBezTo>
                    <a:pt x="2596" y="6706"/>
                    <a:pt x="2563" y="6619"/>
                    <a:pt x="2541" y="6532"/>
                  </a:cubicBezTo>
                  <a:cubicBezTo>
                    <a:pt x="2508" y="6445"/>
                    <a:pt x="2475" y="6445"/>
                    <a:pt x="2442" y="6445"/>
                  </a:cubicBezTo>
                  <a:cubicBezTo>
                    <a:pt x="2387" y="6445"/>
                    <a:pt x="2332" y="6532"/>
                    <a:pt x="2277" y="6706"/>
                  </a:cubicBezTo>
                  <a:cubicBezTo>
                    <a:pt x="2233" y="6881"/>
                    <a:pt x="2189" y="7142"/>
                    <a:pt x="2145" y="7403"/>
                  </a:cubicBezTo>
                  <a:cubicBezTo>
                    <a:pt x="2112" y="7752"/>
                    <a:pt x="2079" y="8100"/>
                    <a:pt x="2057" y="8623"/>
                  </a:cubicBezTo>
                  <a:cubicBezTo>
                    <a:pt x="2035" y="9145"/>
                    <a:pt x="2024" y="9668"/>
                    <a:pt x="2024" y="10277"/>
                  </a:cubicBezTo>
                  <a:lnTo>
                    <a:pt x="2024" y="16200"/>
                  </a:lnTo>
                  <a:lnTo>
                    <a:pt x="1815" y="16200"/>
                  </a:lnTo>
                  <a:lnTo>
                    <a:pt x="1815" y="5226"/>
                  </a:lnTo>
                  <a:lnTo>
                    <a:pt x="1958" y="5226"/>
                  </a:lnTo>
                  <a:lnTo>
                    <a:pt x="1991" y="7403"/>
                  </a:lnTo>
                  <a:cubicBezTo>
                    <a:pt x="2024" y="6706"/>
                    <a:pt x="2079" y="6097"/>
                    <a:pt x="2156" y="5661"/>
                  </a:cubicBezTo>
                  <a:cubicBezTo>
                    <a:pt x="2233" y="5226"/>
                    <a:pt x="2321" y="5052"/>
                    <a:pt x="2420" y="5052"/>
                  </a:cubicBezTo>
                  <a:cubicBezTo>
                    <a:pt x="2486" y="5052"/>
                    <a:pt x="2519" y="5139"/>
                    <a:pt x="2563" y="5139"/>
                  </a:cubicBezTo>
                  <a:close/>
                  <a:moveTo>
                    <a:pt x="19235" y="5139"/>
                  </a:moveTo>
                  <a:cubicBezTo>
                    <a:pt x="19213" y="5139"/>
                    <a:pt x="19180" y="5052"/>
                    <a:pt x="19147" y="5052"/>
                  </a:cubicBezTo>
                  <a:cubicBezTo>
                    <a:pt x="19070" y="5052"/>
                    <a:pt x="18993" y="5139"/>
                    <a:pt x="18927" y="5313"/>
                  </a:cubicBezTo>
                  <a:cubicBezTo>
                    <a:pt x="18862" y="5487"/>
                    <a:pt x="18796" y="5748"/>
                    <a:pt x="18752" y="6010"/>
                  </a:cubicBezTo>
                  <a:cubicBezTo>
                    <a:pt x="18708" y="6271"/>
                    <a:pt x="18664" y="6706"/>
                    <a:pt x="18642" y="7229"/>
                  </a:cubicBezTo>
                  <a:cubicBezTo>
                    <a:pt x="18609" y="7664"/>
                    <a:pt x="18598" y="8274"/>
                    <a:pt x="18598" y="8884"/>
                  </a:cubicBezTo>
                  <a:cubicBezTo>
                    <a:pt x="18598" y="9755"/>
                    <a:pt x="18620" y="10452"/>
                    <a:pt x="18675" y="10974"/>
                  </a:cubicBezTo>
                  <a:cubicBezTo>
                    <a:pt x="18730" y="11497"/>
                    <a:pt x="18785" y="11932"/>
                    <a:pt x="18851" y="12194"/>
                  </a:cubicBezTo>
                  <a:cubicBezTo>
                    <a:pt x="18796" y="12368"/>
                    <a:pt x="18752" y="12629"/>
                    <a:pt x="18708" y="12977"/>
                  </a:cubicBezTo>
                  <a:cubicBezTo>
                    <a:pt x="18675" y="13326"/>
                    <a:pt x="18653" y="13761"/>
                    <a:pt x="18653" y="14197"/>
                  </a:cubicBezTo>
                  <a:cubicBezTo>
                    <a:pt x="18653" y="14632"/>
                    <a:pt x="18664" y="14893"/>
                    <a:pt x="18686" y="15155"/>
                  </a:cubicBezTo>
                  <a:cubicBezTo>
                    <a:pt x="18708" y="15416"/>
                    <a:pt x="18730" y="15590"/>
                    <a:pt x="18774" y="15764"/>
                  </a:cubicBezTo>
                  <a:cubicBezTo>
                    <a:pt x="18697" y="16026"/>
                    <a:pt x="18631" y="16287"/>
                    <a:pt x="18587" y="16635"/>
                  </a:cubicBezTo>
                  <a:cubicBezTo>
                    <a:pt x="18543" y="16984"/>
                    <a:pt x="18521" y="17506"/>
                    <a:pt x="18521" y="18116"/>
                  </a:cubicBezTo>
                  <a:cubicBezTo>
                    <a:pt x="18521" y="19161"/>
                    <a:pt x="18576" y="20032"/>
                    <a:pt x="18697" y="20642"/>
                  </a:cubicBezTo>
                  <a:cubicBezTo>
                    <a:pt x="18818" y="21252"/>
                    <a:pt x="18971" y="21513"/>
                    <a:pt x="19169" y="21513"/>
                  </a:cubicBezTo>
                  <a:cubicBezTo>
                    <a:pt x="19389" y="21513"/>
                    <a:pt x="19554" y="21164"/>
                    <a:pt x="19686" y="20468"/>
                  </a:cubicBezTo>
                  <a:cubicBezTo>
                    <a:pt x="19807" y="19771"/>
                    <a:pt x="19873" y="18900"/>
                    <a:pt x="19873" y="17681"/>
                  </a:cubicBezTo>
                  <a:cubicBezTo>
                    <a:pt x="19873" y="16810"/>
                    <a:pt x="19829" y="16113"/>
                    <a:pt x="19752" y="15590"/>
                  </a:cubicBezTo>
                  <a:cubicBezTo>
                    <a:pt x="19675" y="15068"/>
                    <a:pt x="19554" y="14806"/>
                    <a:pt x="19400" y="14806"/>
                  </a:cubicBezTo>
                  <a:lnTo>
                    <a:pt x="19037" y="14806"/>
                  </a:lnTo>
                  <a:cubicBezTo>
                    <a:pt x="18982" y="14806"/>
                    <a:pt x="18938" y="14719"/>
                    <a:pt x="18905" y="14545"/>
                  </a:cubicBezTo>
                  <a:cubicBezTo>
                    <a:pt x="18873" y="14371"/>
                    <a:pt x="18851" y="14110"/>
                    <a:pt x="18851" y="13761"/>
                  </a:cubicBezTo>
                  <a:cubicBezTo>
                    <a:pt x="18851" y="13500"/>
                    <a:pt x="18862" y="13239"/>
                    <a:pt x="18884" y="12977"/>
                  </a:cubicBezTo>
                  <a:cubicBezTo>
                    <a:pt x="18905" y="12716"/>
                    <a:pt x="18938" y="12542"/>
                    <a:pt x="18993" y="12455"/>
                  </a:cubicBezTo>
                  <a:cubicBezTo>
                    <a:pt x="19026" y="12455"/>
                    <a:pt x="19048" y="12542"/>
                    <a:pt x="19070" y="12542"/>
                  </a:cubicBezTo>
                  <a:cubicBezTo>
                    <a:pt x="19092" y="12542"/>
                    <a:pt x="19125" y="12542"/>
                    <a:pt x="19147" y="12542"/>
                  </a:cubicBezTo>
                  <a:cubicBezTo>
                    <a:pt x="19224" y="12542"/>
                    <a:pt x="19301" y="12455"/>
                    <a:pt x="19367" y="12281"/>
                  </a:cubicBezTo>
                  <a:cubicBezTo>
                    <a:pt x="19433" y="12106"/>
                    <a:pt x="19488" y="11845"/>
                    <a:pt x="19543" y="11584"/>
                  </a:cubicBezTo>
                  <a:cubicBezTo>
                    <a:pt x="19587" y="11235"/>
                    <a:pt x="19631" y="10887"/>
                    <a:pt x="19653" y="10365"/>
                  </a:cubicBezTo>
                  <a:cubicBezTo>
                    <a:pt x="19686" y="9929"/>
                    <a:pt x="19697" y="9319"/>
                    <a:pt x="19697" y="8710"/>
                  </a:cubicBezTo>
                  <a:cubicBezTo>
                    <a:pt x="19697" y="8187"/>
                    <a:pt x="19686" y="7665"/>
                    <a:pt x="19653" y="7229"/>
                  </a:cubicBezTo>
                  <a:cubicBezTo>
                    <a:pt x="19620" y="6794"/>
                    <a:pt x="19587" y="6358"/>
                    <a:pt x="19532" y="6097"/>
                  </a:cubicBezTo>
                  <a:lnTo>
                    <a:pt x="19785" y="6271"/>
                  </a:lnTo>
                  <a:lnTo>
                    <a:pt x="19917" y="6271"/>
                  </a:lnTo>
                  <a:lnTo>
                    <a:pt x="19917" y="5226"/>
                  </a:lnTo>
                  <a:lnTo>
                    <a:pt x="19323" y="5226"/>
                  </a:lnTo>
                  <a:cubicBezTo>
                    <a:pt x="19290" y="5226"/>
                    <a:pt x="19257" y="5139"/>
                    <a:pt x="19235" y="5139"/>
                  </a:cubicBezTo>
                  <a:close/>
                  <a:moveTo>
                    <a:pt x="18884" y="16200"/>
                  </a:moveTo>
                  <a:lnTo>
                    <a:pt x="19301" y="16200"/>
                  </a:lnTo>
                  <a:cubicBezTo>
                    <a:pt x="19345" y="16200"/>
                    <a:pt x="19400" y="16200"/>
                    <a:pt x="19433" y="16287"/>
                  </a:cubicBezTo>
                  <a:cubicBezTo>
                    <a:pt x="19466" y="16374"/>
                    <a:pt x="19510" y="16461"/>
                    <a:pt x="19543" y="16548"/>
                  </a:cubicBezTo>
                  <a:cubicBezTo>
                    <a:pt x="19576" y="16723"/>
                    <a:pt x="19598" y="16897"/>
                    <a:pt x="19609" y="17071"/>
                  </a:cubicBezTo>
                  <a:cubicBezTo>
                    <a:pt x="19631" y="17332"/>
                    <a:pt x="19631" y="17594"/>
                    <a:pt x="19631" y="17942"/>
                  </a:cubicBezTo>
                  <a:cubicBezTo>
                    <a:pt x="19631" y="18203"/>
                    <a:pt x="19620" y="18465"/>
                    <a:pt x="19609" y="18813"/>
                  </a:cubicBezTo>
                  <a:cubicBezTo>
                    <a:pt x="19587" y="19074"/>
                    <a:pt x="19565" y="19336"/>
                    <a:pt x="19521" y="19597"/>
                  </a:cubicBezTo>
                  <a:cubicBezTo>
                    <a:pt x="19477" y="19858"/>
                    <a:pt x="19433" y="20032"/>
                    <a:pt x="19367" y="20119"/>
                  </a:cubicBezTo>
                  <a:cubicBezTo>
                    <a:pt x="19301" y="20206"/>
                    <a:pt x="19235" y="20294"/>
                    <a:pt x="19147" y="20294"/>
                  </a:cubicBezTo>
                  <a:cubicBezTo>
                    <a:pt x="19004" y="20294"/>
                    <a:pt x="18895" y="20119"/>
                    <a:pt x="18818" y="19684"/>
                  </a:cubicBezTo>
                  <a:cubicBezTo>
                    <a:pt x="18741" y="19336"/>
                    <a:pt x="18697" y="18726"/>
                    <a:pt x="18697" y="17942"/>
                  </a:cubicBezTo>
                  <a:cubicBezTo>
                    <a:pt x="18697" y="17506"/>
                    <a:pt x="18708" y="17158"/>
                    <a:pt x="18741" y="16897"/>
                  </a:cubicBezTo>
                  <a:cubicBezTo>
                    <a:pt x="18796" y="16635"/>
                    <a:pt x="18829" y="16374"/>
                    <a:pt x="18884" y="16200"/>
                  </a:cubicBezTo>
                  <a:close/>
                  <a:moveTo>
                    <a:pt x="19477" y="8884"/>
                  </a:moveTo>
                  <a:cubicBezTo>
                    <a:pt x="19477" y="9755"/>
                    <a:pt x="19444" y="10365"/>
                    <a:pt x="19389" y="10800"/>
                  </a:cubicBezTo>
                  <a:cubicBezTo>
                    <a:pt x="19334" y="11236"/>
                    <a:pt x="19246" y="11410"/>
                    <a:pt x="19147" y="11410"/>
                  </a:cubicBezTo>
                  <a:cubicBezTo>
                    <a:pt x="19048" y="11410"/>
                    <a:pt x="18971" y="11236"/>
                    <a:pt x="18905" y="10800"/>
                  </a:cubicBezTo>
                  <a:cubicBezTo>
                    <a:pt x="18840" y="10365"/>
                    <a:pt x="18807" y="9668"/>
                    <a:pt x="18807" y="8797"/>
                  </a:cubicBezTo>
                  <a:cubicBezTo>
                    <a:pt x="18807" y="7926"/>
                    <a:pt x="18840" y="7316"/>
                    <a:pt x="18905" y="6881"/>
                  </a:cubicBezTo>
                  <a:cubicBezTo>
                    <a:pt x="18971" y="6445"/>
                    <a:pt x="19048" y="6271"/>
                    <a:pt x="19158" y="6271"/>
                  </a:cubicBezTo>
                  <a:cubicBezTo>
                    <a:pt x="19257" y="6271"/>
                    <a:pt x="19334" y="6532"/>
                    <a:pt x="19400" y="6968"/>
                  </a:cubicBezTo>
                  <a:cubicBezTo>
                    <a:pt x="19444" y="7403"/>
                    <a:pt x="19477" y="8013"/>
                    <a:pt x="19477" y="8884"/>
                  </a:cubicBezTo>
                  <a:close/>
                  <a:moveTo>
                    <a:pt x="14319" y="435"/>
                  </a:moveTo>
                  <a:cubicBezTo>
                    <a:pt x="14352" y="610"/>
                    <a:pt x="14363" y="871"/>
                    <a:pt x="14363" y="1219"/>
                  </a:cubicBezTo>
                  <a:cubicBezTo>
                    <a:pt x="14363" y="1568"/>
                    <a:pt x="14352" y="1829"/>
                    <a:pt x="14319" y="2003"/>
                  </a:cubicBezTo>
                  <a:cubicBezTo>
                    <a:pt x="14286" y="2177"/>
                    <a:pt x="14264" y="2264"/>
                    <a:pt x="14220" y="2264"/>
                  </a:cubicBezTo>
                  <a:cubicBezTo>
                    <a:pt x="14176" y="2264"/>
                    <a:pt x="14143" y="2177"/>
                    <a:pt x="14121" y="1916"/>
                  </a:cubicBezTo>
                  <a:cubicBezTo>
                    <a:pt x="14099" y="1742"/>
                    <a:pt x="14077" y="1481"/>
                    <a:pt x="14077" y="1132"/>
                  </a:cubicBezTo>
                  <a:cubicBezTo>
                    <a:pt x="14077" y="784"/>
                    <a:pt x="14088" y="523"/>
                    <a:pt x="14121" y="348"/>
                  </a:cubicBezTo>
                  <a:cubicBezTo>
                    <a:pt x="14143" y="174"/>
                    <a:pt x="14176" y="0"/>
                    <a:pt x="14220" y="0"/>
                  </a:cubicBezTo>
                  <a:cubicBezTo>
                    <a:pt x="14253" y="174"/>
                    <a:pt x="14286" y="261"/>
                    <a:pt x="14319" y="435"/>
                  </a:cubicBezTo>
                  <a:close/>
                  <a:moveTo>
                    <a:pt x="13527" y="14545"/>
                  </a:moveTo>
                  <a:lnTo>
                    <a:pt x="13560" y="15765"/>
                  </a:lnTo>
                  <a:cubicBezTo>
                    <a:pt x="13516" y="15852"/>
                    <a:pt x="13473" y="16026"/>
                    <a:pt x="13418" y="16113"/>
                  </a:cubicBezTo>
                  <a:cubicBezTo>
                    <a:pt x="13363" y="16200"/>
                    <a:pt x="13297" y="16287"/>
                    <a:pt x="13231" y="16287"/>
                  </a:cubicBezTo>
                  <a:cubicBezTo>
                    <a:pt x="12978" y="16287"/>
                    <a:pt x="12857" y="15416"/>
                    <a:pt x="12857" y="13587"/>
                  </a:cubicBezTo>
                  <a:lnTo>
                    <a:pt x="12857" y="6532"/>
                  </a:lnTo>
                  <a:lnTo>
                    <a:pt x="12626" y="6532"/>
                  </a:lnTo>
                  <a:lnTo>
                    <a:pt x="12626" y="5226"/>
                  </a:lnTo>
                  <a:lnTo>
                    <a:pt x="12857" y="5226"/>
                  </a:lnTo>
                  <a:lnTo>
                    <a:pt x="12857" y="1742"/>
                  </a:lnTo>
                  <a:lnTo>
                    <a:pt x="13066" y="1742"/>
                  </a:lnTo>
                  <a:lnTo>
                    <a:pt x="13066" y="5226"/>
                  </a:lnTo>
                  <a:lnTo>
                    <a:pt x="13505" y="5226"/>
                  </a:lnTo>
                  <a:lnTo>
                    <a:pt x="13505" y="6445"/>
                  </a:lnTo>
                  <a:lnTo>
                    <a:pt x="13066" y="6445"/>
                  </a:lnTo>
                  <a:lnTo>
                    <a:pt x="13066" y="13239"/>
                  </a:lnTo>
                  <a:cubicBezTo>
                    <a:pt x="13066" y="13848"/>
                    <a:pt x="13088" y="14284"/>
                    <a:pt x="13121" y="14545"/>
                  </a:cubicBezTo>
                  <a:cubicBezTo>
                    <a:pt x="13154" y="14806"/>
                    <a:pt x="13209" y="14894"/>
                    <a:pt x="13275" y="14894"/>
                  </a:cubicBezTo>
                  <a:cubicBezTo>
                    <a:pt x="13319" y="14894"/>
                    <a:pt x="13374" y="14894"/>
                    <a:pt x="13418" y="14806"/>
                  </a:cubicBezTo>
                  <a:cubicBezTo>
                    <a:pt x="13451" y="14719"/>
                    <a:pt x="13484" y="14632"/>
                    <a:pt x="13527" y="14545"/>
                  </a:cubicBezTo>
                  <a:close/>
                  <a:moveTo>
                    <a:pt x="14121" y="5226"/>
                  </a:moveTo>
                  <a:lnTo>
                    <a:pt x="14330" y="5226"/>
                  </a:lnTo>
                  <a:lnTo>
                    <a:pt x="14330" y="16200"/>
                  </a:lnTo>
                  <a:lnTo>
                    <a:pt x="14121" y="16200"/>
                  </a:lnTo>
                  <a:lnTo>
                    <a:pt x="14121" y="5226"/>
                  </a:lnTo>
                  <a:close/>
                  <a:moveTo>
                    <a:pt x="16057" y="6445"/>
                  </a:moveTo>
                  <a:cubicBezTo>
                    <a:pt x="16002" y="6010"/>
                    <a:pt x="15936" y="5661"/>
                    <a:pt x="15848" y="5400"/>
                  </a:cubicBezTo>
                  <a:cubicBezTo>
                    <a:pt x="15760" y="5139"/>
                    <a:pt x="15683" y="5052"/>
                    <a:pt x="15595" y="5052"/>
                  </a:cubicBezTo>
                  <a:cubicBezTo>
                    <a:pt x="15507" y="5052"/>
                    <a:pt x="15419" y="5139"/>
                    <a:pt x="15331" y="5400"/>
                  </a:cubicBezTo>
                  <a:cubicBezTo>
                    <a:pt x="15254" y="5661"/>
                    <a:pt x="15177" y="6010"/>
                    <a:pt x="15122" y="6532"/>
                  </a:cubicBezTo>
                  <a:cubicBezTo>
                    <a:pt x="15067" y="7055"/>
                    <a:pt x="15012" y="7664"/>
                    <a:pt x="14979" y="8361"/>
                  </a:cubicBezTo>
                  <a:cubicBezTo>
                    <a:pt x="14946" y="9058"/>
                    <a:pt x="14924" y="9929"/>
                    <a:pt x="14924" y="10800"/>
                  </a:cubicBezTo>
                  <a:cubicBezTo>
                    <a:pt x="14924" y="11671"/>
                    <a:pt x="14946" y="12542"/>
                    <a:pt x="14979" y="13239"/>
                  </a:cubicBezTo>
                  <a:cubicBezTo>
                    <a:pt x="15012" y="13935"/>
                    <a:pt x="15056" y="14545"/>
                    <a:pt x="15111" y="14981"/>
                  </a:cubicBezTo>
                  <a:cubicBezTo>
                    <a:pt x="15166" y="15416"/>
                    <a:pt x="15232" y="15852"/>
                    <a:pt x="15320" y="16026"/>
                  </a:cubicBezTo>
                  <a:cubicBezTo>
                    <a:pt x="15397" y="16287"/>
                    <a:pt x="15485" y="16374"/>
                    <a:pt x="15573" y="16374"/>
                  </a:cubicBezTo>
                  <a:cubicBezTo>
                    <a:pt x="15661" y="16374"/>
                    <a:pt x="15749" y="16287"/>
                    <a:pt x="15826" y="16026"/>
                  </a:cubicBezTo>
                  <a:cubicBezTo>
                    <a:pt x="15903" y="15765"/>
                    <a:pt x="15980" y="15416"/>
                    <a:pt x="16035" y="14894"/>
                  </a:cubicBezTo>
                  <a:cubicBezTo>
                    <a:pt x="16090" y="14371"/>
                    <a:pt x="16145" y="13761"/>
                    <a:pt x="16178" y="13064"/>
                  </a:cubicBezTo>
                  <a:cubicBezTo>
                    <a:pt x="16211" y="12368"/>
                    <a:pt x="16233" y="11497"/>
                    <a:pt x="16233" y="10626"/>
                  </a:cubicBezTo>
                  <a:cubicBezTo>
                    <a:pt x="16233" y="9755"/>
                    <a:pt x="16222" y="8884"/>
                    <a:pt x="16189" y="8274"/>
                  </a:cubicBezTo>
                  <a:cubicBezTo>
                    <a:pt x="16156" y="7664"/>
                    <a:pt x="16123" y="6968"/>
                    <a:pt x="16057" y="6445"/>
                  </a:cubicBezTo>
                  <a:close/>
                  <a:moveTo>
                    <a:pt x="15991" y="12803"/>
                  </a:moveTo>
                  <a:cubicBezTo>
                    <a:pt x="15969" y="13326"/>
                    <a:pt x="15936" y="13848"/>
                    <a:pt x="15892" y="14197"/>
                  </a:cubicBezTo>
                  <a:cubicBezTo>
                    <a:pt x="15848" y="14545"/>
                    <a:pt x="15804" y="14806"/>
                    <a:pt x="15749" y="14981"/>
                  </a:cubicBezTo>
                  <a:cubicBezTo>
                    <a:pt x="15694" y="15155"/>
                    <a:pt x="15639" y="15242"/>
                    <a:pt x="15584" y="15242"/>
                  </a:cubicBezTo>
                  <a:cubicBezTo>
                    <a:pt x="15529" y="15242"/>
                    <a:pt x="15474" y="15155"/>
                    <a:pt x="15419" y="14981"/>
                  </a:cubicBezTo>
                  <a:cubicBezTo>
                    <a:pt x="15364" y="14806"/>
                    <a:pt x="15320" y="14545"/>
                    <a:pt x="15276" y="14197"/>
                  </a:cubicBezTo>
                  <a:cubicBezTo>
                    <a:pt x="15232" y="13848"/>
                    <a:pt x="15199" y="13413"/>
                    <a:pt x="15177" y="12803"/>
                  </a:cubicBezTo>
                  <a:cubicBezTo>
                    <a:pt x="15155" y="12281"/>
                    <a:pt x="15144" y="11584"/>
                    <a:pt x="15144" y="10800"/>
                  </a:cubicBezTo>
                  <a:cubicBezTo>
                    <a:pt x="15144" y="10016"/>
                    <a:pt x="15155" y="9319"/>
                    <a:pt x="15177" y="8797"/>
                  </a:cubicBezTo>
                  <a:cubicBezTo>
                    <a:pt x="15199" y="8274"/>
                    <a:pt x="15232" y="7752"/>
                    <a:pt x="15276" y="7490"/>
                  </a:cubicBezTo>
                  <a:cubicBezTo>
                    <a:pt x="15320" y="7142"/>
                    <a:pt x="15364" y="6881"/>
                    <a:pt x="15419" y="6706"/>
                  </a:cubicBezTo>
                  <a:cubicBezTo>
                    <a:pt x="15474" y="6532"/>
                    <a:pt x="15529" y="6445"/>
                    <a:pt x="15584" y="6445"/>
                  </a:cubicBezTo>
                  <a:cubicBezTo>
                    <a:pt x="15639" y="6445"/>
                    <a:pt x="15694" y="6532"/>
                    <a:pt x="15749" y="6706"/>
                  </a:cubicBezTo>
                  <a:cubicBezTo>
                    <a:pt x="15804" y="6881"/>
                    <a:pt x="15848" y="7142"/>
                    <a:pt x="15892" y="7490"/>
                  </a:cubicBezTo>
                  <a:cubicBezTo>
                    <a:pt x="15936" y="7839"/>
                    <a:pt x="15969" y="8274"/>
                    <a:pt x="15991" y="8884"/>
                  </a:cubicBezTo>
                  <a:cubicBezTo>
                    <a:pt x="16013" y="9406"/>
                    <a:pt x="16024" y="10103"/>
                    <a:pt x="16024" y="10887"/>
                  </a:cubicBezTo>
                  <a:cubicBezTo>
                    <a:pt x="16024" y="11584"/>
                    <a:pt x="16013" y="12281"/>
                    <a:pt x="15991" y="12803"/>
                  </a:cubicBezTo>
                  <a:close/>
                  <a:moveTo>
                    <a:pt x="8930" y="6010"/>
                  </a:moveTo>
                  <a:cubicBezTo>
                    <a:pt x="9007" y="6619"/>
                    <a:pt x="9051" y="7490"/>
                    <a:pt x="9051" y="8623"/>
                  </a:cubicBezTo>
                  <a:lnTo>
                    <a:pt x="9051" y="16200"/>
                  </a:lnTo>
                  <a:lnTo>
                    <a:pt x="8842" y="16200"/>
                  </a:lnTo>
                  <a:lnTo>
                    <a:pt x="8842" y="8884"/>
                  </a:lnTo>
                  <a:cubicBezTo>
                    <a:pt x="8842" y="8187"/>
                    <a:pt x="8820" y="7577"/>
                    <a:pt x="8776" y="7055"/>
                  </a:cubicBezTo>
                  <a:cubicBezTo>
                    <a:pt x="8732" y="6619"/>
                    <a:pt x="8655" y="6358"/>
                    <a:pt x="8534" y="6358"/>
                  </a:cubicBezTo>
                  <a:cubicBezTo>
                    <a:pt x="8468" y="6358"/>
                    <a:pt x="8391" y="6532"/>
                    <a:pt x="8325" y="6794"/>
                  </a:cubicBezTo>
                  <a:cubicBezTo>
                    <a:pt x="8259" y="7055"/>
                    <a:pt x="8193" y="7490"/>
                    <a:pt x="8138" y="7926"/>
                  </a:cubicBezTo>
                  <a:lnTo>
                    <a:pt x="8138" y="16200"/>
                  </a:lnTo>
                  <a:lnTo>
                    <a:pt x="7930" y="16200"/>
                  </a:lnTo>
                  <a:lnTo>
                    <a:pt x="7930" y="5226"/>
                  </a:lnTo>
                  <a:lnTo>
                    <a:pt x="8084" y="5226"/>
                  </a:lnTo>
                  <a:lnTo>
                    <a:pt x="8116" y="6706"/>
                  </a:lnTo>
                  <a:cubicBezTo>
                    <a:pt x="8182" y="6184"/>
                    <a:pt x="8259" y="5748"/>
                    <a:pt x="8336" y="5487"/>
                  </a:cubicBezTo>
                  <a:cubicBezTo>
                    <a:pt x="8413" y="5226"/>
                    <a:pt x="8501" y="5052"/>
                    <a:pt x="8600" y="5052"/>
                  </a:cubicBezTo>
                  <a:cubicBezTo>
                    <a:pt x="8732" y="5052"/>
                    <a:pt x="8853" y="5400"/>
                    <a:pt x="8930" y="6010"/>
                  </a:cubicBezTo>
                  <a:close/>
                  <a:moveTo>
                    <a:pt x="11922" y="5923"/>
                  </a:moveTo>
                  <a:cubicBezTo>
                    <a:pt x="11878" y="5574"/>
                    <a:pt x="11823" y="5400"/>
                    <a:pt x="11768" y="5226"/>
                  </a:cubicBezTo>
                  <a:cubicBezTo>
                    <a:pt x="11713" y="5052"/>
                    <a:pt x="11647" y="5052"/>
                    <a:pt x="11570" y="5052"/>
                  </a:cubicBezTo>
                  <a:cubicBezTo>
                    <a:pt x="11471" y="5052"/>
                    <a:pt x="11394" y="5139"/>
                    <a:pt x="11306" y="5313"/>
                  </a:cubicBezTo>
                  <a:cubicBezTo>
                    <a:pt x="11229" y="5487"/>
                    <a:pt x="11141" y="5748"/>
                    <a:pt x="11053" y="6184"/>
                  </a:cubicBezTo>
                  <a:lnTo>
                    <a:pt x="11130" y="7316"/>
                  </a:lnTo>
                  <a:cubicBezTo>
                    <a:pt x="11218" y="6968"/>
                    <a:pt x="11295" y="6706"/>
                    <a:pt x="11361" y="6532"/>
                  </a:cubicBezTo>
                  <a:cubicBezTo>
                    <a:pt x="11427" y="6358"/>
                    <a:pt x="11493" y="6358"/>
                    <a:pt x="11548" y="6358"/>
                  </a:cubicBezTo>
                  <a:cubicBezTo>
                    <a:pt x="11636" y="6358"/>
                    <a:pt x="11713" y="6532"/>
                    <a:pt x="11768" y="6881"/>
                  </a:cubicBezTo>
                  <a:cubicBezTo>
                    <a:pt x="11823" y="7229"/>
                    <a:pt x="11856" y="7926"/>
                    <a:pt x="11856" y="8797"/>
                  </a:cubicBezTo>
                  <a:lnTo>
                    <a:pt x="11856" y="9581"/>
                  </a:lnTo>
                  <a:lnTo>
                    <a:pt x="11581" y="9581"/>
                  </a:lnTo>
                  <a:cubicBezTo>
                    <a:pt x="11493" y="9581"/>
                    <a:pt x="11405" y="9668"/>
                    <a:pt x="11328" y="9842"/>
                  </a:cubicBezTo>
                  <a:cubicBezTo>
                    <a:pt x="11251" y="10016"/>
                    <a:pt x="11185" y="10190"/>
                    <a:pt x="11130" y="10539"/>
                  </a:cubicBezTo>
                  <a:cubicBezTo>
                    <a:pt x="11075" y="10800"/>
                    <a:pt x="11031" y="11235"/>
                    <a:pt x="11009" y="11671"/>
                  </a:cubicBezTo>
                  <a:cubicBezTo>
                    <a:pt x="10987" y="12106"/>
                    <a:pt x="10965" y="12629"/>
                    <a:pt x="10965" y="13152"/>
                  </a:cubicBezTo>
                  <a:cubicBezTo>
                    <a:pt x="10965" y="13674"/>
                    <a:pt x="10976" y="14110"/>
                    <a:pt x="10998" y="14458"/>
                  </a:cubicBezTo>
                  <a:cubicBezTo>
                    <a:pt x="11020" y="14806"/>
                    <a:pt x="11053" y="15155"/>
                    <a:pt x="11097" y="15503"/>
                  </a:cubicBezTo>
                  <a:cubicBezTo>
                    <a:pt x="11141" y="15764"/>
                    <a:pt x="11185" y="16026"/>
                    <a:pt x="11240" y="16113"/>
                  </a:cubicBezTo>
                  <a:cubicBezTo>
                    <a:pt x="11295" y="16287"/>
                    <a:pt x="11361" y="16374"/>
                    <a:pt x="11427" y="16374"/>
                  </a:cubicBezTo>
                  <a:cubicBezTo>
                    <a:pt x="11515" y="16374"/>
                    <a:pt x="11603" y="16287"/>
                    <a:pt x="11680" y="16026"/>
                  </a:cubicBezTo>
                  <a:cubicBezTo>
                    <a:pt x="11757" y="15765"/>
                    <a:pt x="11823" y="15416"/>
                    <a:pt x="11878" y="14806"/>
                  </a:cubicBezTo>
                  <a:lnTo>
                    <a:pt x="11889" y="14806"/>
                  </a:lnTo>
                  <a:lnTo>
                    <a:pt x="11922" y="16113"/>
                  </a:lnTo>
                  <a:lnTo>
                    <a:pt x="12087" y="16113"/>
                  </a:lnTo>
                  <a:lnTo>
                    <a:pt x="12087" y="8971"/>
                  </a:lnTo>
                  <a:cubicBezTo>
                    <a:pt x="12087" y="8187"/>
                    <a:pt x="12076" y="7577"/>
                    <a:pt x="12054" y="7055"/>
                  </a:cubicBezTo>
                  <a:cubicBezTo>
                    <a:pt x="11999" y="6706"/>
                    <a:pt x="11966" y="6271"/>
                    <a:pt x="11922" y="5923"/>
                  </a:cubicBezTo>
                  <a:close/>
                  <a:moveTo>
                    <a:pt x="11856" y="13500"/>
                  </a:moveTo>
                  <a:cubicBezTo>
                    <a:pt x="11801" y="14110"/>
                    <a:pt x="11746" y="14545"/>
                    <a:pt x="11669" y="14806"/>
                  </a:cubicBezTo>
                  <a:cubicBezTo>
                    <a:pt x="11603" y="15068"/>
                    <a:pt x="11526" y="15155"/>
                    <a:pt x="11460" y="15155"/>
                  </a:cubicBezTo>
                  <a:cubicBezTo>
                    <a:pt x="11383" y="15155"/>
                    <a:pt x="11317" y="14981"/>
                    <a:pt x="11251" y="14719"/>
                  </a:cubicBezTo>
                  <a:cubicBezTo>
                    <a:pt x="11196" y="14458"/>
                    <a:pt x="11163" y="13935"/>
                    <a:pt x="11163" y="13152"/>
                  </a:cubicBezTo>
                  <a:cubicBezTo>
                    <a:pt x="11163" y="12542"/>
                    <a:pt x="11196" y="12019"/>
                    <a:pt x="11262" y="11584"/>
                  </a:cubicBezTo>
                  <a:cubicBezTo>
                    <a:pt x="11328" y="11148"/>
                    <a:pt x="11449" y="10974"/>
                    <a:pt x="11614" y="10887"/>
                  </a:cubicBezTo>
                  <a:lnTo>
                    <a:pt x="11845" y="10887"/>
                  </a:lnTo>
                  <a:lnTo>
                    <a:pt x="11845" y="13500"/>
                  </a:lnTo>
                  <a:close/>
                  <a:moveTo>
                    <a:pt x="10503" y="14545"/>
                  </a:moveTo>
                  <a:lnTo>
                    <a:pt x="10536" y="15765"/>
                  </a:lnTo>
                  <a:cubicBezTo>
                    <a:pt x="10492" y="15852"/>
                    <a:pt x="10448" y="16026"/>
                    <a:pt x="10393" y="16113"/>
                  </a:cubicBezTo>
                  <a:cubicBezTo>
                    <a:pt x="10338" y="16200"/>
                    <a:pt x="10272" y="16287"/>
                    <a:pt x="10206" y="16287"/>
                  </a:cubicBezTo>
                  <a:cubicBezTo>
                    <a:pt x="9953" y="16287"/>
                    <a:pt x="9832" y="15416"/>
                    <a:pt x="9832" y="13587"/>
                  </a:cubicBezTo>
                  <a:lnTo>
                    <a:pt x="9832" y="6532"/>
                  </a:lnTo>
                  <a:lnTo>
                    <a:pt x="9601" y="6532"/>
                  </a:lnTo>
                  <a:lnTo>
                    <a:pt x="9601" y="5226"/>
                  </a:lnTo>
                  <a:lnTo>
                    <a:pt x="9832" y="5226"/>
                  </a:lnTo>
                  <a:lnTo>
                    <a:pt x="9832" y="1742"/>
                  </a:lnTo>
                  <a:lnTo>
                    <a:pt x="10041" y="1742"/>
                  </a:lnTo>
                  <a:lnTo>
                    <a:pt x="10041" y="5226"/>
                  </a:lnTo>
                  <a:lnTo>
                    <a:pt x="10481" y="5226"/>
                  </a:lnTo>
                  <a:lnTo>
                    <a:pt x="10481" y="6445"/>
                  </a:lnTo>
                  <a:lnTo>
                    <a:pt x="10041" y="6445"/>
                  </a:lnTo>
                  <a:lnTo>
                    <a:pt x="10041" y="13239"/>
                  </a:lnTo>
                  <a:cubicBezTo>
                    <a:pt x="10041" y="13848"/>
                    <a:pt x="10063" y="14284"/>
                    <a:pt x="10096" y="14545"/>
                  </a:cubicBezTo>
                  <a:cubicBezTo>
                    <a:pt x="10129" y="14806"/>
                    <a:pt x="10184" y="14894"/>
                    <a:pt x="10250" y="14894"/>
                  </a:cubicBezTo>
                  <a:cubicBezTo>
                    <a:pt x="10294" y="14894"/>
                    <a:pt x="10349" y="14894"/>
                    <a:pt x="10393" y="14806"/>
                  </a:cubicBezTo>
                  <a:cubicBezTo>
                    <a:pt x="10426" y="14719"/>
                    <a:pt x="10459" y="14632"/>
                    <a:pt x="10503" y="14545"/>
                  </a:cubicBezTo>
                  <a:close/>
                  <a:moveTo>
                    <a:pt x="17839" y="6010"/>
                  </a:moveTo>
                  <a:cubicBezTo>
                    <a:pt x="17916" y="6619"/>
                    <a:pt x="17960" y="7490"/>
                    <a:pt x="17960" y="8623"/>
                  </a:cubicBezTo>
                  <a:lnTo>
                    <a:pt x="17960" y="16200"/>
                  </a:lnTo>
                  <a:lnTo>
                    <a:pt x="17751" y="16200"/>
                  </a:lnTo>
                  <a:lnTo>
                    <a:pt x="17751" y="8884"/>
                  </a:lnTo>
                  <a:cubicBezTo>
                    <a:pt x="17751" y="8187"/>
                    <a:pt x="17729" y="7577"/>
                    <a:pt x="17685" y="7055"/>
                  </a:cubicBezTo>
                  <a:cubicBezTo>
                    <a:pt x="17641" y="6619"/>
                    <a:pt x="17564" y="6358"/>
                    <a:pt x="17443" y="6358"/>
                  </a:cubicBezTo>
                  <a:cubicBezTo>
                    <a:pt x="17377" y="6358"/>
                    <a:pt x="17300" y="6532"/>
                    <a:pt x="17234" y="6794"/>
                  </a:cubicBezTo>
                  <a:cubicBezTo>
                    <a:pt x="17168" y="7055"/>
                    <a:pt x="17102" y="7490"/>
                    <a:pt x="17047" y="7926"/>
                  </a:cubicBezTo>
                  <a:lnTo>
                    <a:pt x="17047" y="16200"/>
                  </a:lnTo>
                  <a:lnTo>
                    <a:pt x="16838" y="16200"/>
                  </a:lnTo>
                  <a:lnTo>
                    <a:pt x="16838" y="5226"/>
                  </a:lnTo>
                  <a:lnTo>
                    <a:pt x="16992" y="5226"/>
                  </a:lnTo>
                  <a:lnTo>
                    <a:pt x="17025" y="6706"/>
                  </a:lnTo>
                  <a:cubicBezTo>
                    <a:pt x="17091" y="6184"/>
                    <a:pt x="17168" y="5748"/>
                    <a:pt x="17245" y="5487"/>
                  </a:cubicBezTo>
                  <a:cubicBezTo>
                    <a:pt x="17322" y="5226"/>
                    <a:pt x="17410" y="5052"/>
                    <a:pt x="17509" y="5052"/>
                  </a:cubicBezTo>
                  <a:cubicBezTo>
                    <a:pt x="17652" y="5052"/>
                    <a:pt x="17762" y="5400"/>
                    <a:pt x="17839" y="6010"/>
                  </a:cubicBezTo>
                  <a:close/>
                </a:path>
              </a:pathLst>
            </a:custGeom>
            <a:solidFill>
              <a:srgbClr val="02203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F7DA369F-8273-A13B-7B94-B212C391EF3A}"/>
                </a:ext>
              </a:extLst>
            </p:cNvPr>
            <p:cNvSpPr/>
            <p:nvPr userDrawn="1"/>
          </p:nvSpPr>
          <p:spPr>
            <a:xfrm>
              <a:off x="1714499" y="5257800"/>
              <a:ext cx="4141472" cy="168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59" y="17540"/>
                  </a:moveTo>
                  <a:cubicBezTo>
                    <a:pt x="4279" y="18027"/>
                    <a:pt x="4286" y="18514"/>
                    <a:pt x="4286" y="19164"/>
                  </a:cubicBezTo>
                  <a:cubicBezTo>
                    <a:pt x="4286" y="19814"/>
                    <a:pt x="4279" y="20463"/>
                    <a:pt x="4259" y="20950"/>
                  </a:cubicBezTo>
                  <a:cubicBezTo>
                    <a:pt x="4239" y="21438"/>
                    <a:pt x="4219" y="21600"/>
                    <a:pt x="4193" y="21600"/>
                  </a:cubicBezTo>
                  <a:cubicBezTo>
                    <a:pt x="4166" y="21600"/>
                    <a:pt x="4146" y="21438"/>
                    <a:pt x="4127" y="20950"/>
                  </a:cubicBezTo>
                  <a:cubicBezTo>
                    <a:pt x="4107" y="20463"/>
                    <a:pt x="4100" y="19976"/>
                    <a:pt x="4100" y="19164"/>
                  </a:cubicBezTo>
                  <a:cubicBezTo>
                    <a:pt x="4100" y="18514"/>
                    <a:pt x="4107" y="17865"/>
                    <a:pt x="4127" y="17540"/>
                  </a:cubicBezTo>
                  <a:cubicBezTo>
                    <a:pt x="4146" y="17053"/>
                    <a:pt x="4166" y="16890"/>
                    <a:pt x="4193" y="16890"/>
                  </a:cubicBezTo>
                  <a:cubicBezTo>
                    <a:pt x="4219" y="16890"/>
                    <a:pt x="4246" y="17053"/>
                    <a:pt x="4259" y="17540"/>
                  </a:cubicBezTo>
                  <a:close/>
                  <a:moveTo>
                    <a:pt x="3670" y="13642"/>
                  </a:moveTo>
                  <a:lnTo>
                    <a:pt x="3623" y="18839"/>
                  </a:lnTo>
                  <a:lnTo>
                    <a:pt x="3617" y="18839"/>
                  </a:lnTo>
                  <a:lnTo>
                    <a:pt x="3564" y="13642"/>
                  </a:lnTo>
                  <a:lnTo>
                    <a:pt x="3411" y="650"/>
                  </a:lnTo>
                  <a:lnTo>
                    <a:pt x="3279" y="650"/>
                  </a:lnTo>
                  <a:lnTo>
                    <a:pt x="3126" y="13642"/>
                  </a:lnTo>
                  <a:lnTo>
                    <a:pt x="3073" y="18839"/>
                  </a:lnTo>
                  <a:lnTo>
                    <a:pt x="3067" y="18839"/>
                  </a:lnTo>
                  <a:lnTo>
                    <a:pt x="3027" y="13642"/>
                  </a:lnTo>
                  <a:lnTo>
                    <a:pt x="2881" y="650"/>
                  </a:lnTo>
                  <a:lnTo>
                    <a:pt x="2749" y="650"/>
                  </a:lnTo>
                  <a:lnTo>
                    <a:pt x="3001" y="21113"/>
                  </a:lnTo>
                  <a:lnTo>
                    <a:pt x="3133" y="21113"/>
                  </a:lnTo>
                  <a:lnTo>
                    <a:pt x="3285" y="8120"/>
                  </a:lnTo>
                  <a:lnTo>
                    <a:pt x="3338" y="2761"/>
                  </a:lnTo>
                  <a:lnTo>
                    <a:pt x="3391" y="8120"/>
                  </a:lnTo>
                  <a:lnTo>
                    <a:pt x="3544" y="21113"/>
                  </a:lnTo>
                  <a:lnTo>
                    <a:pt x="3689" y="21113"/>
                  </a:lnTo>
                  <a:lnTo>
                    <a:pt x="3934" y="650"/>
                  </a:lnTo>
                  <a:lnTo>
                    <a:pt x="3809" y="650"/>
                  </a:lnTo>
                  <a:lnTo>
                    <a:pt x="3670" y="13642"/>
                  </a:lnTo>
                  <a:close/>
                  <a:moveTo>
                    <a:pt x="2292" y="13642"/>
                  </a:moveTo>
                  <a:lnTo>
                    <a:pt x="2245" y="18839"/>
                  </a:lnTo>
                  <a:lnTo>
                    <a:pt x="2239" y="18839"/>
                  </a:lnTo>
                  <a:lnTo>
                    <a:pt x="2192" y="13642"/>
                  </a:lnTo>
                  <a:lnTo>
                    <a:pt x="2040" y="650"/>
                  </a:lnTo>
                  <a:lnTo>
                    <a:pt x="1908" y="650"/>
                  </a:lnTo>
                  <a:lnTo>
                    <a:pt x="1755" y="13642"/>
                  </a:lnTo>
                  <a:lnTo>
                    <a:pt x="1702" y="18839"/>
                  </a:lnTo>
                  <a:lnTo>
                    <a:pt x="1696" y="18839"/>
                  </a:lnTo>
                  <a:lnTo>
                    <a:pt x="1656" y="13642"/>
                  </a:lnTo>
                  <a:lnTo>
                    <a:pt x="1510" y="650"/>
                  </a:lnTo>
                  <a:lnTo>
                    <a:pt x="1378" y="650"/>
                  </a:lnTo>
                  <a:lnTo>
                    <a:pt x="1629" y="21113"/>
                  </a:lnTo>
                  <a:lnTo>
                    <a:pt x="1762" y="21113"/>
                  </a:lnTo>
                  <a:lnTo>
                    <a:pt x="1914" y="8120"/>
                  </a:lnTo>
                  <a:lnTo>
                    <a:pt x="1967" y="2761"/>
                  </a:lnTo>
                  <a:lnTo>
                    <a:pt x="2020" y="8120"/>
                  </a:lnTo>
                  <a:lnTo>
                    <a:pt x="2173" y="21113"/>
                  </a:lnTo>
                  <a:lnTo>
                    <a:pt x="2318" y="21113"/>
                  </a:lnTo>
                  <a:lnTo>
                    <a:pt x="2563" y="650"/>
                  </a:lnTo>
                  <a:lnTo>
                    <a:pt x="2438" y="650"/>
                  </a:lnTo>
                  <a:lnTo>
                    <a:pt x="2292" y="13642"/>
                  </a:lnTo>
                  <a:close/>
                  <a:moveTo>
                    <a:pt x="921" y="13642"/>
                  </a:moveTo>
                  <a:lnTo>
                    <a:pt x="874" y="18839"/>
                  </a:lnTo>
                  <a:lnTo>
                    <a:pt x="868" y="18839"/>
                  </a:lnTo>
                  <a:lnTo>
                    <a:pt x="815" y="13642"/>
                  </a:lnTo>
                  <a:lnTo>
                    <a:pt x="662" y="650"/>
                  </a:lnTo>
                  <a:lnTo>
                    <a:pt x="530" y="650"/>
                  </a:lnTo>
                  <a:lnTo>
                    <a:pt x="378" y="13642"/>
                  </a:lnTo>
                  <a:lnTo>
                    <a:pt x="325" y="18839"/>
                  </a:lnTo>
                  <a:lnTo>
                    <a:pt x="318" y="18839"/>
                  </a:lnTo>
                  <a:lnTo>
                    <a:pt x="278" y="13642"/>
                  </a:lnTo>
                  <a:lnTo>
                    <a:pt x="132" y="650"/>
                  </a:lnTo>
                  <a:lnTo>
                    <a:pt x="0" y="650"/>
                  </a:lnTo>
                  <a:lnTo>
                    <a:pt x="252" y="21113"/>
                  </a:lnTo>
                  <a:lnTo>
                    <a:pt x="384" y="21113"/>
                  </a:lnTo>
                  <a:lnTo>
                    <a:pt x="537" y="8120"/>
                  </a:lnTo>
                  <a:lnTo>
                    <a:pt x="590" y="2761"/>
                  </a:lnTo>
                  <a:lnTo>
                    <a:pt x="643" y="8120"/>
                  </a:lnTo>
                  <a:lnTo>
                    <a:pt x="795" y="21113"/>
                  </a:lnTo>
                  <a:lnTo>
                    <a:pt x="941" y="21113"/>
                  </a:lnTo>
                  <a:lnTo>
                    <a:pt x="1186" y="650"/>
                  </a:lnTo>
                  <a:lnTo>
                    <a:pt x="1060" y="650"/>
                  </a:lnTo>
                  <a:lnTo>
                    <a:pt x="921" y="13642"/>
                  </a:lnTo>
                  <a:close/>
                  <a:moveTo>
                    <a:pt x="18911" y="19001"/>
                  </a:moveTo>
                  <a:cubicBezTo>
                    <a:pt x="18884" y="19164"/>
                    <a:pt x="18845" y="19326"/>
                    <a:pt x="18811" y="19326"/>
                  </a:cubicBezTo>
                  <a:cubicBezTo>
                    <a:pt x="18772" y="19326"/>
                    <a:pt x="18739" y="19164"/>
                    <a:pt x="18699" y="18839"/>
                  </a:cubicBezTo>
                  <a:cubicBezTo>
                    <a:pt x="18659" y="18514"/>
                    <a:pt x="18633" y="18027"/>
                    <a:pt x="18599" y="17377"/>
                  </a:cubicBezTo>
                  <a:cubicBezTo>
                    <a:pt x="18566" y="16728"/>
                    <a:pt x="18546" y="15916"/>
                    <a:pt x="18533" y="14779"/>
                  </a:cubicBezTo>
                  <a:cubicBezTo>
                    <a:pt x="18513" y="13642"/>
                    <a:pt x="18507" y="12343"/>
                    <a:pt x="18507" y="10719"/>
                  </a:cubicBezTo>
                  <a:cubicBezTo>
                    <a:pt x="18507" y="8120"/>
                    <a:pt x="18533" y="6171"/>
                    <a:pt x="18593" y="4710"/>
                  </a:cubicBezTo>
                  <a:cubicBezTo>
                    <a:pt x="18652" y="3248"/>
                    <a:pt x="18725" y="2599"/>
                    <a:pt x="18818" y="2599"/>
                  </a:cubicBezTo>
                  <a:cubicBezTo>
                    <a:pt x="18851" y="2599"/>
                    <a:pt x="18878" y="2599"/>
                    <a:pt x="18911" y="2761"/>
                  </a:cubicBezTo>
                  <a:cubicBezTo>
                    <a:pt x="18937" y="2923"/>
                    <a:pt x="18970" y="3248"/>
                    <a:pt x="19003" y="3573"/>
                  </a:cubicBezTo>
                  <a:lnTo>
                    <a:pt x="19030" y="1137"/>
                  </a:lnTo>
                  <a:cubicBezTo>
                    <a:pt x="18990" y="650"/>
                    <a:pt x="18951" y="325"/>
                    <a:pt x="18911" y="162"/>
                  </a:cubicBezTo>
                  <a:cubicBezTo>
                    <a:pt x="18878" y="0"/>
                    <a:pt x="18838" y="0"/>
                    <a:pt x="18805" y="0"/>
                  </a:cubicBezTo>
                  <a:cubicBezTo>
                    <a:pt x="18745" y="0"/>
                    <a:pt x="18686" y="162"/>
                    <a:pt x="18633" y="650"/>
                  </a:cubicBezTo>
                  <a:cubicBezTo>
                    <a:pt x="18580" y="1137"/>
                    <a:pt x="18540" y="1786"/>
                    <a:pt x="18500" y="2761"/>
                  </a:cubicBezTo>
                  <a:cubicBezTo>
                    <a:pt x="18460" y="3735"/>
                    <a:pt x="18434" y="4872"/>
                    <a:pt x="18414" y="6171"/>
                  </a:cubicBezTo>
                  <a:cubicBezTo>
                    <a:pt x="18394" y="7471"/>
                    <a:pt x="18381" y="8932"/>
                    <a:pt x="18381" y="10556"/>
                  </a:cubicBezTo>
                  <a:cubicBezTo>
                    <a:pt x="18381" y="12343"/>
                    <a:pt x="18394" y="13805"/>
                    <a:pt x="18414" y="15266"/>
                  </a:cubicBezTo>
                  <a:cubicBezTo>
                    <a:pt x="18434" y="16565"/>
                    <a:pt x="18467" y="17702"/>
                    <a:pt x="18507" y="18514"/>
                  </a:cubicBezTo>
                  <a:cubicBezTo>
                    <a:pt x="18546" y="19326"/>
                    <a:pt x="18593" y="20138"/>
                    <a:pt x="18639" y="20463"/>
                  </a:cubicBezTo>
                  <a:cubicBezTo>
                    <a:pt x="18692" y="20950"/>
                    <a:pt x="18745" y="21113"/>
                    <a:pt x="18805" y="21113"/>
                  </a:cubicBezTo>
                  <a:cubicBezTo>
                    <a:pt x="18891" y="21113"/>
                    <a:pt x="18964" y="20788"/>
                    <a:pt x="19030" y="19976"/>
                  </a:cubicBezTo>
                  <a:lnTo>
                    <a:pt x="19003" y="17702"/>
                  </a:lnTo>
                  <a:cubicBezTo>
                    <a:pt x="18964" y="18514"/>
                    <a:pt x="18937" y="18677"/>
                    <a:pt x="18911" y="19001"/>
                  </a:cubicBezTo>
                  <a:close/>
                  <a:moveTo>
                    <a:pt x="21534" y="2111"/>
                  </a:moveTo>
                  <a:cubicBezTo>
                    <a:pt x="21487" y="974"/>
                    <a:pt x="21428" y="325"/>
                    <a:pt x="21342" y="325"/>
                  </a:cubicBezTo>
                  <a:cubicBezTo>
                    <a:pt x="21282" y="325"/>
                    <a:pt x="21229" y="650"/>
                    <a:pt x="21176" y="1137"/>
                  </a:cubicBezTo>
                  <a:cubicBezTo>
                    <a:pt x="21123" y="1786"/>
                    <a:pt x="21083" y="2598"/>
                    <a:pt x="21037" y="3573"/>
                  </a:cubicBezTo>
                  <a:cubicBezTo>
                    <a:pt x="21017" y="2598"/>
                    <a:pt x="20991" y="1624"/>
                    <a:pt x="20951" y="1137"/>
                  </a:cubicBezTo>
                  <a:cubicBezTo>
                    <a:pt x="20911" y="487"/>
                    <a:pt x="20865" y="162"/>
                    <a:pt x="20805" y="162"/>
                  </a:cubicBezTo>
                  <a:cubicBezTo>
                    <a:pt x="20739" y="162"/>
                    <a:pt x="20686" y="487"/>
                    <a:pt x="20646" y="974"/>
                  </a:cubicBezTo>
                  <a:cubicBezTo>
                    <a:pt x="20606" y="1462"/>
                    <a:pt x="20560" y="2274"/>
                    <a:pt x="20520" y="3248"/>
                  </a:cubicBezTo>
                  <a:lnTo>
                    <a:pt x="20500" y="487"/>
                  </a:lnTo>
                  <a:lnTo>
                    <a:pt x="20408" y="487"/>
                  </a:lnTo>
                  <a:lnTo>
                    <a:pt x="20408" y="20950"/>
                  </a:lnTo>
                  <a:lnTo>
                    <a:pt x="20534" y="20950"/>
                  </a:lnTo>
                  <a:lnTo>
                    <a:pt x="20534" y="5684"/>
                  </a:lnTo>
                  <a:cubicBezTo>
                    <a:pt x="20567" y="4710"/>
                    <a:pt x="20606" y="4060"/>
                    <a:pt x="20646" y="3573"/>
                  </a:cubicBezTo>
                  <a:cubicBezTo>
                    <a:pt x="20686" y="3086"/>
                    <a:pt x="20726" y="2761"/>
                    <a:pt x="20765" y="2761"/>
                  </a:cubicBezTo>
                  <a:cubicBezTo>
                    <a:pt x="20832" y="2761"/>
                    <a:pt x="20878" y="3248"/>
                    <a:pt x="20905" y="4060"/>
                  </a:cubicBezTo>
                  <a:cubicBezTo>
                    <a:pt x="20931" y="4872"/>
                    <a:pt x="20944" y="6009"/>
                    <a:pt x="20944" y="7633"/>
                  </a:cubicBezTo>
                  <a:lnTo>
                    <a:pt x="20944" y="21113"/>
                  </a:lnTo>
                  <a:lnTo>
                    <a:pt x="21070" y="21113"/>
                  </a:lnTo>
                  <a:lnTo>
                    <a:pt x="21070" y="6983"/>
                  </a:lnTo>
                  <a:cubicBezTo>
                    <a:pt x="21070" y="6821"/>
                    <a:pt x="21070" y="6496"/>
                    <a:pt x="21070" y="6334"/>
                  </a:cubicBezTo>
                  <a:cubicBezTo>
                    <a:pt x="21070" y="6171"/>
                    <a:pt x="21070" y="5847"/>
                    <a:pt x="21070" y="5684"/>
                  </a:cubicBezTo>
                  <a:cubicBezTo>
                    <a:pt x="21103" y="4710"/>
                    <a:pt x="21136" y="4060"/>
                    <a:pt x="21176" y="3573"/>
                  </a:cubicBezTo>
                  <a:cubicBezTo>
                    <a:pt x="21216" y="3086"/>
                    <a:pt x="21256" y="2761"/>
                    <a:pt x="21295" y="2761"/>
                  </a:cubicBezTo>
                  <a:cubicBezTo>
                    <a:pt x="21362" y="2761"/>
                    <a:pt x="21408" y="3248"/>
                    <a:pt x="21434" y="4060"/>
                  </a:cubicBezTo>
                  <a:cubicBezTo>
                    <a:pt x="21461" y="4872"/>
                    <a:pt x="21474" y="6009"/>
                    <a:pt x="21474" y="7633"/>
                  </a:cubicBezTo>
                  <a:lnTo>
                    <a:pt x="21474" y="21113"/>
                  </a:lnTo>
                  <a:lnTo>
                    <a:pt x="21600" y="21113"/>
                  </a:lnTo>
                  <a:lnTo>
                    <a:pt x="21600" y="6983"/>
                  </a:lnTo>
                  <a:cubicBezTo>
                    <a:pt x="21600" y="4872"/>
                    <a:pt x="21580" y="3248"/>
                    <a:pt x="21534" y="2111"/>
                  </a:cubicBezTo>
                  <a:close/>
                  <a:moveTo>
                    <a:pt x="17997" y="16890"/>
                  </a:moveTo>
                  <a:cubicBezTo>
                    <a:pt x="17970" y="16890"/>
                    <a:pt x="17950" y="17053"/>
                    <a:pt x="17930" y="17540"/>
                  </a:cubicBezTo>
                  <a:cubicBezTo>
                    <a:pt x="17911" y="18027"/>
                    <a:pt x="17904" y="18514"/>
                    <a:pt x="17904" y="19164"/>
                  </a:cubicBezTo>
                  <a:cubicBezTo>
                    <a:pt x="17904" y="19814"/>
                    <a:pt x="17911" y="20463"/>
                    <a:pt x="17930" y="20950"/>
                  </a:cubicBezTo>
                  <a:cubicBezTo>
                    <a:pt x="17950" y="21438"/>
                    <a:pt x="17970" y="21600"/>
                    <a:pt x="17997" y="21600"/>
                  </a:cubicBezTo>
                  <a:cubicBezTo>
                    <a:pt x="18023" y="21600"/>
                    <a:pt x="18043" y="21438"/>
                    <a:pt x="18063" y="20950"/>
                  </a:cubicBezTo>
                  <a:cubicBezTo>
                    <a:pt x="18083" y="20463"/>
                    <a:pt x="18089" y="19976"/>
                    <a:pt x="18089" y="19164"/>
                  </a:cubicBezTo>
                  <a:cubicBezTo>
                    <a:pt x="18089" y="18514"/>
                    <a:pt x="18083" y="17865"/>
                    <a:pt x="18063" y="17540"/>
                  </a:cubicBezTo>
                  <a:cubicBezTo>
                    <a:pt x="18043" y="17053"/>
                    <a:pt x="18023" y="16890"/>
                    <a:pt x="17997" y="16890"/>
                  </a:cubicBezTo>
                  <a:close/>
                  <a:moveTo>
                    <a:pt x="20017" y="6171"/>
                  </a:moveTo>
                  <a:cubicBezTo>
                    <a:pt x="20037" y="7471"/>
                    <a:pt x="20043" y="8932"/>
                    <a:pt x="20043" y="10556"/>
                  </a:cubicBezTo>
                  <a:cubicBezTo>
                    <a:pt x="20043" y="12343"/>
                    <a:pt x="20030" y="13805"/>
                    <a:pt x="20010" y="15104"/>
                  </a:cubicBezTo>
                  <a:cubicBezTo>
                    <a:pt x="19990" y="16403"/>
                    <a:pt x="19964" y="17540"/>
                    <a:pt x="19924" y="18514"/>
                  </a:cubicBezTo>
                  <a:cubicBezTo>
                    <a:pt x="19891" y="19489"/>
                    <a:pt x="19845" y="20138"/>
                    <a:pt x="19798" y="20626"/>
                  </a:cubicBezTo>
                  <a:cubicBezTo>
                    <a:pt x="19752" y="21113"/>
                    <a:pt x="19699" y="21275"/>
                    <a:pt x="19646" y="21275"/>
                  </a:cubicBezTo>
                  <a:cubicBezTo>
                    <a:pt x="19593" y="21275"/>
                    <a:pt x="19540" y="21113"/>
                    <a:pt x="19494" y="20626"/>
                  </a:cubicBezTo>
                  <a:cubicBezTo>
                    <a:pt x="19447" y="20138"/>
                    <a:pt x="19408" y="19489"/>
                    <a:pt x="19368" y="18677"/>
                  </a:cubicBezTo>
                  <a:cubicBezTo>
                    <a:pt x="19335" y="17865"/>
                    <a:pt x="19308" y="16728"/>
                    <a:pt x="19288" y="15429"/>
                  </a:cubicBezTo>
                  <a:cubicBezTo>
                    <a:pt x="19268" y="14129"/>
                    <a:pt x="19255" y="12668"/>
                    <a:pt x="19255" y="10881"/>
                  </a:cubicBezTo>
                  <a:cubicBezTo>
                    <a:pt x="19255" y="9095"/>
                    <a:pt x="19268" y="7633"/>
                    <a:pt x="19288" y="6334"/>
                  </a:cubicBezTo>
                  <a:cubicBezTo>
                    <a:pt x="19308" y="5035"/>
                    <a:pt x="19335" y="3898"/>
                    <a:pt x="19374" y="2923"/>
                  </a:cubicBezTo>
                  <a:cubicBezTo>
                    <a:pt x="19408" y="1949"/>
                    <a:pt x="19454" y="1299"/>
                    <a:pt x="19500" y="812"/>
                  </a:cubicBezTo>
                  <a:cubicBezTo>
                    <a:pt x="19547" y="325"/>
                    <a:pt x="19600" y="162"/>
                    <a:pt x="19659" y="162"/>
                  </a:cubicBezTo>
                  <a:cubicBezTo>
                    <a:pt x="19712" y="162"/>
                    <a:pt x="19765" y="325"/>
                    <a:pt x="19812" y="812"/>
                  </a:cubicBezTo>
                  <a:cubicBezTo>
                    <a:pt x="19858" y="1299"/>
                    <a:pt x="19898" y="1949"/>
                    <a:pt x="19937" y="2761"/>
                  </a:cubicBezTo>
                  <a:cubicBezTo>
                    <a:pt x="19971" y="3898"/>
                    <a:pt x="20004" y="4872"/>
                    <a:pt x="20017" y="6171"/>
                  </a:cubicBezTo>
                  <a:close/>
                  <a:moveTo>
                    <a:pt x="19918" y="10881"/>
                  </a:moveTo>
                  <a:cubicBezTo>
                    <a:pt x="19918" y="9420"/>
                    <a:pt x="19911" y="8283"/>
                    <a:pt x="19898" y="7146"/>
                  </a:cubicBezTo>
                  <a:cubicBezTo>
                    <a:pt x="19884" y="6171"/>
                    <a:pt x="19865" y="5197"/>
                    <a:pt x="19838" y="4547"/>
                  </a:cubicBezTo>
                  <a:cubicBezTo>
                    <a:pt x="19812" y="3898"/>
                    <a:pt x="19785" y="3410"/>
                    <a:pt x="19752" y="3086"/>
                  </a:cubicBezTo>
                  <a:cubicBezTo>
                    <a:pt x="19719" y="2761"/>
                    <a:pt x="19686" y="2599"/>
                    <a:pt x="19653" y="2599"/>
                  </a:cubicBezTo>
                  <a:cubicBezTo>
                    <a:pt x="19620" y="2599"/>
                    <a:pt x="19586" y="2761"/>
                    <a:pt x="19553" y="3086"/>
                  </a:cubicBezTo>
                  <a:cubicBezTo>
                    <a:pt x="19520" y="3411"/>
                    <a:pt x="19494" y="3898"/>
                    <a:pt x="19467" y="4547"/>
                  </a:cubicBezTo>
                  <a:cubicBezTo>
                    <a:pt x="19441" y="5197"/>
                    <a:pt x="19421" y="6009"/>
                    <a:pt x="19408" y="6983"/>
                  </a:cubicBezTo>
                  <a:cubicBezTo>
                    <a:pt x="19394" y="7958"/>
                    <a:pt x="19388" y="9257"/>
                    <a:pt x="19388" y="10719"/>
                  </a:cubicBezTo>
                  <a:cubicBezTo>
                    <a:pt x="19388" y="12180"/>
                    <a:pt x="19394" y="13480"/>
                    <a:pt x="19408" y="14454"/>
                  </a:cubicBezTo>
                  <a:cubicBezTo>
                    <a:pt x="19421" y="15429"/>
                    <a:pt x="19441" y="16403"/>
                    <a:pt x="19467" y="17053"/>
                  </a:cubicBezTo>
                  <a:cubicBezTo>
                    <a:pt x="19494" y="17702"/>
                    <a:pt x="19520" y="18189"/>
                    <a:pt x="19553" y="18514"/>
                  </a:cubicBezTo>
                  <a:cubicBezTo>
                    <a:pt x="19586" y="18839"/>
                    <a:pt x="19620" y="19001"/>
                    <a:pt x="19653" y="19001"/>
                  </a:cubicBezTo>
                  <a:cubicBezTo>
                    <a:pt x="19686" y="19001"/>
                    <a:pt x="19719" y="18839"/>
                    <a:pt x="19752" y="18514"/>
                  </a:cubicBezTo>
                  <a:cubicBezTo>
                    <a:pt x="19785" y="18189"/>
                    <a:pt x="19812" y="17702"/>
                    <a:pt x="19838" y="17053"/>
                  </a:cubicBezTo>
                  <a:cubicBezTo>
                    <a:pt x="19865" y="16403"/>
                    <a:pt x="19884" y="15591"/>
                    <a:pt x="19898" y="14454"/>
                  </a:cubicBezTo>
                  <a:cubicBezTo>
                    <a:pt x="19911" y="13805"/>
                    <a:pt x="19918" y="12505"/>
                    <a:pt x="19918" y="10881"/>
                  </a:cubicBezTo>
                  <a:close/>
                </a:path>
              </a:pathLst>
            </a:custGeom>
            <a:solidFill>
              <a:srgbClr val="D3D3D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5B36-5C76-C8B3-EFD9-74919110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0554-DC4C-1756-1D76-46DDA5E8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DBB601-EC54-A819-B923-BE18707FDFC5}"/>
              </a:ext>
            </a:extLst>
          </p:cNvPr>
          <p:cNvGrpSpPr/>
          <p:nvPr/>
        </p:nvGrpSpPr>
        <p:grpSpPr>
          <a:xfrm>
            <a:off x="3249613" y="1389481"/>
            <a:ext cx="5692775" cy="3594100"/>
            <a:chOff x="3040063" y="1752601"/>
            <a:chExt cx="5692775" cy="3594100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5F0929F-1C5B-511F-A16D-853128A23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738" y="1860551"/>
              <a:ext cx="5626100" cy="3486150"/>
            </a:xfrm>
            <a:custGeom>
              <a:avLst/>
              <a:gdLst>
                <a:gd name="T0" fmla="*/ 5780 w 10633"/>
                <a:gd name="T1" fmla="*/ 2723 h 6588"/>
                <a:gd name="T2" fmla="*/ 6331 w 10633"/>
                <a:gd name="T3" fmla="*/ 2061 h 6588"/>
                <a:gd name="T4" fmla="*/ 6871 w 10633"/>
                <a:gd name="T5" fmla="*/ 1453 h 6588"/>
                <a:gd name="T6" fmla="*/ 7394 w 10633"/>
                <a:gd name="T7" fmla="*/ 925 h 6588"/>
                <a:gd name="T8" fmla="*/ 7894 w 10633"/>
                <a:gd name="T9" fmla="*/ 501 h 6588"/>
                <a:gd name="T10" fmla="*/ 8366 w 10633"/>
                <a:gd name="T11" fmla="*/ 199 h 6588"/>
                <a:gd name="T12" fmla="*/ 8804 w 10633"/>
                <a:gd name="T13" fmla="*/ 33 h 6588"/>
                <a:gd name="T14" fmla="*/ 9205 w 10633"/>
                <a:gd name="T15" fmla="*/ 8 h 6588"/>
                <a:gd name="T16" fmla="*/ 9563 w 10633"/>
                <a:gd name="T17" fmla="*/ 128 h 6588"/>
                <a:gd name="T18" fmla="*/ 9874 w 10633"/>
                <a:gd name="T19" fmla="*/ 385 h 6588"/>
                <a:gd name="T20" fmla="*/ 10135 w 10633"/>
                <a:gd name="T21" fmla="*/ 771 h 6588"/>
                <a:gd name="T22" fmla="*/ 10343 w 10633"/>
                <a:gd name="T23" fmla="*/ 1266 h 6588"/>
                <a:gd name="T24" fmla="*/ 10497 w 10633"/>
                <a:gd name="T25" fmla="*/ 1850 h 6588"/>
                <a:gd name="T26" fmla="*/ 10594 w 10633"/>
                <a:gd name="T27" fmla="*/ 2498 h 6588"/>
                <a:gd name="T28" fmla="*/ 10632 w 10633"/>
                <a:gd name="T29" fmla="*/ 3180 h 6588"/>
                <a:gd name="T30" fmla="*/ 10613 w 10633"/>
                <a:gd name="T31" fmla="*/ 3866 h 6588"/>
                <a:gd name="T32" fmla="*/ 10536 w 10633"/>
                <a:gd name="T33" fmla="*/ 4529 h 6588"/>
                <a:gd name="T34" fmla="*/ 10401 w 10633"/>
                <a:gd name="T35" fmla="*/ 5136 h 6588"/>
                <a:gd name="T36" fmla="*/ 10211 w 10633"/>
                <a:gd name="T37" fmla="*/ 5664 h 6588"/>
                <a:gd name="T38" fmla="*/ 9967 w 10633"/>
                <a:gd name="T39" fmla="*/ 6087 h 6588"/>
                <a:gd name="T40" fmla="*/ 9672 w 10633"/>
                <a:gd name="T41" fmla="*/ 6389 h 6588"/>
                <a:gd name="T42" fmla="*/ 9329 w 10633"/>
                <a:gd name="T43" fmla="*/ 6556 h 6588"/>
                <a:gd name="T44" fmla="*/ 8943 w 10633"/>
                <a:gd name="T45" fmla="*/ 6580 h 6588"/>
                <a:gd name="T46" fmla="*/ 8517 w 10633"/>
                <a:gd name="T47" fmla="*/ 6460 h 6588"/>
                <a:gd name="T48" fmla="*/ 8055 w 10633"/>
                <a:gd name="T49" fmla="*/ 6203 h 6588"/>
                <a:gd name="T50" fmla="*/ 7564 w 10633"/>
                <a:gd name="T51" fmla="*/ 5818 h 6588"/>
                <a:gd name="T52" fmla="*/ 7047 w 10633"/>
                <a:gd name="T53" fmla="*/ 5322 h 6588"/>
                <a:gd name="T54" fmla="*/ 6513 w 10633"/>
                <a:gd name="T55" fmla="*/ 4738 h 6588"/>
                <a:gd name="T56" fmla="*/ 5965 w 10633"/>
                <a:gd name="T57" fmla="*/ 4091 h 6588"/>
                <a:gd name="T58" fmla="*/ 5410 w 10633"/>
                <a:gd name="T59" fmla="*/ 3409 h 6588"/>
                <a:gd name="T60" fmla="*/ 4853 w 10633"/>
                <a:gd name="T61" fmla="*/ 2723 h 6588"/>
                <a:gd name="T62" fmla="*/ 4302 w 10633"/>
                <a:gd name="T63" fmla="*/ 2061 h 6588"/>
                <a:gd name="T64" fmla="*/ 3762 w 10633"/>
                <a:gd name="T65" fmla="*/ 1453 h 6588"/>
                <a:gd name="T66" fmla="*/ 3240 w 10633"/>
                <a:gd name="T67" fmla="*/ 925 h 6588"/>
                <a:gd name="T68" fmla="*/ 2739 w 10633"/>
                <a:gd name="T69" fmla="*/ 501 h 6588"/>
                <a:gd name="T70" fmla="*/ 2267 w 10633"/>
                <a:gd name="T71" fmla="*/ 199 h 6588"/>
                <a:gd name="T72" fmla="*/ 1829 w 10633"/>
                <a:gd name="T73" fmla="*/ 33 h 6588"/>
                <a:gd name="T74" fmla="*/ 1428 w 10633"/>
                <a:gd name="T75" fmla="*/ 8 h 6588"/>
                <a:gd name="T76" fmla="*/ 1070 w 10633"/>
                <a:gd name="T77" fmla="*/ 128 h 6588"/>
                <a:gd name="T78" fmla="*/ 760 w 10633"/>
                <a:gd name="T79" fmla="*/ 385 h 6588"/>
                <a:gd name="T80" fmla="*/ 498 w 10633"/>
                <a:gd name="T81" fmla="*/ 771 h 6588"/>
                <a:gd name="T82" fmla="*/ 290 w 10633"/>
                <a:gd name="T83" fmla="*/ 1266 h 6588"/>
                <a:gd name="T84" fmla="*/ 137 w 10633"/>
                <a:gd name="T85" fmla="*/ 1850 h 6588"/>
                <a:gd name="T86" fmla="*/ 40 w 10633"/>
                <a:gd name="T87" fmla="*/ 2498 h 6588"/>
                <a:gd name="T88" fmla="*/ 1 w 10633"/>
                <a:gd name="T89" fmla="*/ 3180 h 6588"/>
                <a:gd name="T90" fmla="*/ 20 w 10633"/>
                <a:gd name="T91" fmla="*/ 3866 h 6588"/>
                <a:gd name="T92" fmla="*/ 98 w 10633"/>
                <a:gd name="T93" fmla="*/ 4529 h 6588"/>
                <a:gd name="T94" fmla="*/ 232 w 10633"/>
                <a:gd name="T95" fmla="*/ 5136 h 6588"/>
                <a:gd name="T96" fmla="*/ 422 w 10633"/>
                <a:gd name="T97" fmla="*/ 5664 h 6588"/>
                <a:gd name="T98" fmla="*/ 666 w 10633"/>
                <a:gd name="T99" fmla="*/ 6087 h 6588"/>
                <a:gd name="T100" fmla="*/ 961 w 10633"/>
                <a:gd name="T101" fmla="*/ 6389 h 6588"/>
                <a:gd name="T102" fmla="*/ 1304 w 10633"/>
                <a:gd name="T103" fmla="*/ 6556 h 6588"/>
                <a:gd name="T104" fmla="*/ 1691 w 10633"/>
                <a:gd name="T105" fmla="*/ 6580 h 6588"/>
                <a:gd name="T106" fmla="*/ 2118 w 10633"/>
                <a:gd name="T107" fmla="*/ 6460 h 6588"/>
                <a:gd name="T108" fmla="*/ 2578 w 10633"/>
                <a:gd name="T109" fmla="*/ 6203 h 6588"/>
                <a:gd name="T110" fmla="*/ 3069 w 10633"/>
                <a:gd name="T111" fmla="*/ 5818 h 6588"/>
                <a:gd name="T112" fmla="*/ 3586 w 10633"/>
                <a:gd name="T113" fmla="*/ 5322 h 6588"/>
                <a:gd name="T114" fmla="*/ 4121 w 10633"/>
                <a:gd name="T115" fmla="*/ 4738 h 6588"/>
                <a:gd name="T116" fmla="*/ 4668 w 10633"/>
                <a:gd name="T117" fmla="*/ 4091 h 6588"/>
                <a:gd name="T118" fmla="*/ 5223 w 10633"/>
                <a:gd name="T119" fmla="*/ 3409 h 6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633" h="6588">
                  <a:moveTo>
                    <a:pt x="5317" y="3294"/>
                  </a:moveTo>
                  <a:lnTo>
                    <a:pt x="5410" y="3180"/>
                  </a:lnTo>
                  <a:lnTo>
                    <a:pt x="5502" y="3064"/>
                  </a:lnTo>
                  <a:lnTo>
                    <a:pt x="5595" y="2950"/>
                  </a:lnTo>
                  <a:lnTo>
                    <a:pt x="5687" y="2836"/>
                  </a:lnTo>
                  <a:lnTo>
                    <a:pt x="5780" y="2723"/>
                  </a:lnTo>
                  <a:lnTo>
                    <a:pt x="5873" y="2609"/>
                  </a:lnTo>
                  <a:lnTo>
                    <a:pt x="5965" y="2498"/>
                  </a:lnTo>
                  <a:lnTo>
                    <a:pt x="6057" y="2386"/>
                  </a:lnTo>
                  <a:lnTo>
                    <a:pt x="6148" y="2277"/>
                  </a:lnTo>
                  <a:lnTo>
                    <a:pt x="6240" y="2167"/>
                  </a:lnTo>
                  <a:lnTo>
                    <a:pt x="6331" y="2061"/>
                  </a:lnTo>
                  <a:lnTo>
                    <a:pt x="6422" y="1954"/>
                  </a:lnTo>
                  <a:lnTo>
                    <a:pt x="6513" y="1850"/>
                  </a:lnTo>
                  <a:lnTo>
                    <a:pt x="6603" y="1748"/>
                  </a:lnTo>
                  <a:lnTo>
                    <a:pt x="6693" y="1647"/>
                  </a:lnTo>
                  <a:lnTo>
                    <a:pt x="6782" y="1549"/>
                  </a:lnTo>
                  <a:lnTo>
                    <a:pt x="6871" y="1453"/>
                  </a:lnTo>
                  <a:lnTo>
                    <a:pt x="6959" y="1358"/>
                  </a:lnTo>
                  <a:lnTo>
                    <a:pt x="7047" y="1266"/>
                  </a:lnTo>
                  <a:lnTo>
                    <a:pt x="7135" y="1177"/>
                  </a:lnTo>
                  <a:lnTo>
                    <a:pt x="7221" y="1090"/>
                  </a:lnTo>
                  <a:lnTo>
                    <a:pt x="7309" y="1006"/>
                  </a:lnTo>
                  <a:lnTo>
                    <a:pt x="7394" y="925"/>
                  </a:lnTo>
                  <a:lnTo>
                    <a:pt x="7479" y="847"/>
                  </a:lnTo>
                  <a:lnTo>
                    <a:pt x="7564" y="771"/>
                  </a:lnTo>
                  <a:lnTo>
                    <a:pt x="7648" y="699"/>
                  </a:lnTo>
                  <a:lnTo>
                    <a:pt x="7731" y="630"/>
                  </a:lnTo>
                  <a:lnTo>
                    <a:pt x="7813" y="564"/>
                  </a:lnTo>
                  <a:lnTo>
                    <a:pt x="7894" y="501"/>
                  </a:lnTo>
                  <a:lnTo>
                    <a:pt x="7975" y="441"/>
                  </a:lnTo>
                  <a:lnTo>
                    <a:pt x="8055" y="385"/>
                  </a:lnTo>
                  <a:lnTo>
                    <a:pt x="8134" y="334"/>
                  </a:lnTo>
                  <a:lnTo>
                    <a:pt x="8212" y="285"/>
                  </a:lnTo>
                  <a:lnTo>
                    <a:pt x="8290" y="241"/>
                  </a:lnTo>
                  <a:lnTo>
                    <a:pt x="8366" y="199"/>
                  </a:lnTo>
                  <a:lnTo>
                    <a:pt x="8442" y="161"/>
                  </a:lnTo>
                  <a:lnTo>
                    <a:pt x="8517" y="128"/>
                  </a:lnTo>
                  <a:lnTo>
                    <a:pt x="8590" y="99"/>
                  </a:lnTo>
                  <a:lnTo>
                    <a:pt x="8662" y="72"/>
                  </a:lnTo>
                  <a:lnTo>
                    <a:pt x="8734" y="50"/>
                  </a:lnTo>
                  <a:lnTo>
                    <a:pt x="8804" y="33"/>
                  </a:lnTo>
                  <a:lnTo>
                    <a:pt x="8874" y="19"/>
                  </a:lnTo>
                  <a:lnTo>
                    <a:pt x="8943" y="8"/>
                  </a:lnTo>
                  <a:lnTo>
                    <a:pt x="9010" y="2"/>
                  </a:lnTo>
                  <a:lnTo>
                    <a:pt x="9076" y="0"/>
                  </a:lnTo>
                  <a:lnTo>
                    <a:pt x="9141" y="2"/>
                  </a:lnTo>
                  <a:lnTo>
                    <a:pt x="9205" y="8"/>
                  </a:lnTo>
                  <a:lnTo>
                    <a:pt x="9268" y="19"/>
                  </a:lnTo>
                  <a:lnTo>
                    <a:pt x="9329" y="33"/>
                  </a:lnTo>
                  <a:lnTo>
                    <a:pt x="9390" y="50"/>
                  </a:lnTo>
                  <a:lnTo>
                    <a:pt x="9448" y="72"/>
                  </a:lnTo>
                  <a:lnTo>
                    <a:pt x="9506" y="99"/>
                  </a:lnTo>
                  <a:lnTo>
                    <a:pt x="9563" y="128"/>
                  </a:lnTo>
                  <a:lnTo>
                    <a:pt x="9617" y="161"/>
                  </a:lnTo>
                  <a:lnTo>
                    <a:pt x="9672" y="199"/>
                  </a:lnTo>
                  <a:lnTo>
                    <a:pt x="9725" y="241"/>
                  </a:lnTo>
                  <a:lnTo>
                    <a:pt x="9775" y="285"/>
                  </a:lnTo>
                  <a:lnTo>
                    <a:pt x="9825" y="334"/>
                  </a:lnTo>
                  <a:lnTo>
                    <a:pt x="9874" y="385"/>
                  </a:lnTo>
                  <a:lnTo>
                    <a:pt x="9921" y="441"/>
                  </a:lnTo>
                  <a:lnTo>
                    <a:pt x="9967" y="501"/>
                  </a:lnTo>
                  <a:lnTo>
                    <a:pt x="10011" y="564"/>
                  </a:lnTo>
                  <a:lnTo>
                    <a:pt x="10054" y="630"/>
                  </a:lnTo>
                  <a:lnTo>
                    <a:pt x="10095" y="699"/>
                  </a:lnTo>
                  <a:lnTo>
                    <a:pt x="10135" y="771"/>
                  </a:lnTo>
                  <a:lnTo>
                    <a:pt x="10173" y="847"/>
                  </a:lnTo>
                  <a:lnTo>
                    <a:pt x="10211" y="925"/>
                  </a:lnTo>
                  <a:lnTo>
                    <a:pt x="10246" y="1006"/>
                  </a:lnTo>
                  <a:lnTo>
                    <a:pt x="10280" y="1090"/>
                  </a:lnTo>
                  <a:lnTo>
                    <a:pt x="10312" y="1177"/>
                  </a:lnTo>
                  <a:lnTo>
                    <a:pt x="10343" y="1266"/>
                  </a:lnTo>
                  <a:lnTo>
                    <a:pt x="10373" y="1358"/>
                  </a:lnTo>
                  <a:lnTo>
                    <a:pt x="10401" y="1453"/>
                  </a:lnTo>
                  <a:lnTo>
                    <a:pt x="10428" y="1549"/>
                  </a:lnTo>
                  <a:lnTo>
                    <a:pt x="10452" y="1647"/>
                  </a:lnTo>
                  <a:lnTo>
                    <a:pt x="10475" y="1748"/>
                  </a:lnTo>
                  <a:lnTo>
                    <a:pt x="10497" y="1850"/>
                  </a:lnTo>
                  <a:lnTo>
                    <a:pt x="10517" y="1954"/>
                  </a:lnTo>
                  <a:lnTo>
                    <a:pt x="10536" y="2061"/>
                  </a:lnTo>
                  <a:lnTo>
                    <a:pt x="10552" y="2167"/>
                  </a:lnTo>
                  <a:lnTo>
                    <a:pt x="10567" y="2277"/>
                  </a:lnTo>
                  <a:lnTo>
                    <a:pt x="10581" y="2386"/>
                  </a:lnTo>
                  <a:lnTo>
                    <a:pt x="10594" y="2498"/>
                  </a:lnTo>
                  <a:lnTo>
                    <a:pt x="10604" y="2609"/>
                  </a:lnTo>
                  <a:lnTo>
                    <a:pt x="10613" y="2723"/>
                  </a:lnTo>
                  <a:lnTo>
                    <a:pt x="10620" y="2836"/>
                  </a:lnTo>
                  <a:lnTo>
                    <a:pt x="10626" y="2950"/>
                  </a:lnTo>
                  <a:lnTo>
                    <a:pt x="10630" y="3064"/>
                  </a:lnTo>
                  <a:lnTo>
                    <a:pt x="10632" y="3180"/>
                  </a:lnTo>
                  <a:lnTo>
                    <a:pt x="10633" y="3294"/>
                  </a:lnTo>
                  <a:lnTo>
                    <a:pt x="10632" y="3409"/>
                  </a:lnTo>
                  <a:lnTo>
                    <a:pt x="10630" y="3524"/>
                  </a:lnTo>
                  <a:lnTo>
                    <a:pt x="10626" y="3639"/>
                  </a:lnTo>
                  <a:lnTo>
                    <a:pt x="10620" y="3752"/>
                  </a:lnTo>
                  <a:lnTo>
                    <a:pt x="10613" y="3866"/>
                  </a:lnTo>
                  <a:lnTo>
                    <a:pt x="10604" y="3979"/>
                  </a:lnTo>
                  <a:lnTo>
                    <a:pt x="10594" y="4091"/>
                  </a:lnTo>
                  <a:lnTo>
                    <a:pt x="10581" y="4202"/>
                  </a:lnTo>
                  <a:lnTo>
                    <a:pt x="10567" y="4312"/>
                  </a:lnTo>
                  <a:lnTo>
                    <a:pt x="10552" y="4421"/>
                  </a:lnTo>
                  <a:lnTo>
                    <a:pt x="10536" y="4529"/>
                  </a:lnTo>
                  <a:lnTo>
                    <a:pt x="10517" y="4634"/>
                  </a:lnTo>
                  <a:lnTo>
                    <a:pt x="10497" y="4738"/>
                  </a:lnTo>
                  <a:lnTo>
                    <a:pt x="10475" y="4841"/>
                  </a:lnTo>
                  <a:lnTo>
                    <a:pt x="10452" y="4941"/>
                  </a:lnTo>
                  <a:lnTo>
                    <a:pt x="10428" y="5039"/>
                  </a:lnTo>
                  <a:lnTo>
                    <a:pt x="10401" y="5136"/>
                  </a:lnTo>
                  <a:lnTo>
                    <a:pt x="10373" y="5230"/>
                  </a:lnTo>
                  <a:lnTo>
                    <a:pt x="10343" y="5322"/>
                  </a:lnTo>
                  <a:lnTo>
                    <a:pt x="10312" y="5411"/>
                  </a:lnTo>
                  <a:lnTo>
                    <a:pt x="10280" y="5499"/>
                  </a:lnTo>
                  <a:lnTo>
                    <a:pt x="10246" y="5583"/>
                  </a:lnTo>
                  <a:lnTo>
                    <a:pt x="10211" y="5664"/>
                  </a:lnTo>
                  <a:lnTo>
                    <a:pt x="10173" y="5742"/>
                  </a:lnTo>
                  <a:lnTo>
                    <a:pt x="10135" y="5818"/>
                  </a:lnTo>
                  <a:lnTo>
                    <a:pt x="10095" y="5890"/>
                  </a:lnTo>
                  <a:lnTo>
                    <a:pt x="10054" y="5959"/>
                  </a:lnTo>
                  <a:lnTo>
                    <a:pt x="10011" y="6025"/>
                  </a:lnTo>
                  <a:lnTo>
                    <a:pt x="9967" y="6087"/>
                  </a:lnTo>
                  <a:lnTo>
                    <a:pt x="9921" y="6147"/>
                  </a:lnTo>
                  <a:lnTo>
                    <a:pt x="9874" y="6203"/>
                  </a:lnTo>
                  <a:lnTo>
                    <a:pt x="9825" y="6255"/>
                  </a:lnTo>
                  <a:lnTo>
                    <a:pt x="9775" y="6303"/>
                  </a:lnTo>
                  <a:lnTo>
                    <a:pt x="9725" y="6348"/>
                  </a:lnTo>
                  <a:lnTo>
                    <a:pt x="9672" y="6389"/>
                  </a:lnTo>
                  <a:lnTo>
                    <a:pt x="9617" y="6427"/>
                  </a:lnTo>
                  <a:lnTo>
                    <a:pt x="9563" y="6460"/>
                  </a:lnTo>
                  <a:lnTo>
                    <a:pt x="9506" y="6491"/>
                  </a:lnTo>
                  <a:lnTo>
                    <a:pt x="9448" y="6516"/>
                  </a:lnTo>
                  <a:lnTo>
                    <a:pt x="9390" y="6538"/>
                  </a:lnTo>
                  <a:lnTo>
                    <a:pt x="9329" y="6556"/>
                  </a:lnTo>
                  <a:lnTo>
                    <a:pt x="9268" y="6570"/>
                  </a:lnTo>
                  <a:lnTo>
                    <a:pt x="9205" y="6580"/>
                  </a:lnTo>
                  <a:lnTo>
                    <a:pt x="9141" y="6586"/>
                  </a:lnTo>
                  <a:lnTo>
                    <a:pt x="9076" y="6588"/>
                  </a:lnTo>
                  <a:lnTo>
                    <a:pt x="9010" y="6586"/>
                  </a:lnTo>
                  <a:lnTo>
                    <a:pt x="8943" y="6580"/>
                  </a:lnTo>
                  <a:lnTo>
                    <a:pt x="8874" y="6570"/>
                  </a:lnTo>
                  <a:lnTo>
                    <a:pt x="8804" y="6556"/>
                  </a:lnTo>
                  <a:lnTo>
                    <a:pt x="8734" y="6538"/>
                  </a:lnTo>
                  <a:lnTo>
                    <a:pt x="8662" y="6516"/>
                  </a:lnTo>
                  <a:lnTo>
                    <a:pt x="8590" y="6491"/>
                  </a:lnTo>
                  <a:lnTo>
                    <a:pt x="8517" y="6460"/>
                  </a:lnTo>
                  <a:lnTo>
                    <a:pt x="8442" y="6427"/>
                  </a:lnTo>
                  <a:lnTo>
                    <a:pt x="8366" y="6389"/>
                  </a:lnTo>
                  <a:lnTo>
                    <a:pt x="8290" y="6348"/>
                  </a:lnTo>
                  <a:lnTo>
                    <a:pt x="8212" y="6303"/>
                  </a:lnTo>
                  <a:lnTo>
                    <a:pt x="8134" y="6255"/>
                  </a:lnTo>
                  <a:lnTo>
                    <a:pt x="8055" y="6203"/>
                  </a:lnTo>
                  <a:lnTo>
                    <a:pt x="7975" y="6147"/>
                  </a:lnTo>
                  <a:lnTo>
                    <a:pt x="7894" y="6087"/>
                  </a:lnTo>
                  <a:lnTo>
                    <a:pt x="7813" y="6025"/>
                  </a:lnTo>
                  <a:lnTo>
                    <a:pt x="7731" y="5959"/>
                  </a:lnTo>
                  <a:lnTo>
                    <a:pt x="7648" y="5890"/>
                  </a:lnTo>
                  <a:lnTo>
                    <a:pt x="7564" y="5818"/>
                  </a:lnTo>
                  <a:lnTo>
                    <a:pt x="7479" y="5742"/>
                  </a:lnTo>
                  <a:lnTo>
                    <a:pt x="7394" y="5664"/>
                  </a:lnTo>
                  <a:lnTo>
                    <a:pt x="7309" y="5583"/>
                  </a:lnTo>
                  <a:lnTo>
                    <a:pt x="7221" y="5499"/>
                  </a:lnTo>
                  <a:lnTo>
                    <a:pt x="7135" y="5411"/>
                  </a:lnTo>
                  <a:lnTo>
                    <a:pt x="7047" y="5322"/>
                  </a:lnTo>
                  <a:lnTo>
                    <a:pt x="6959" y="5230"/>
                  </a:lnTo>
                  <a:lnTo>
                    <a:pt x="6871" y="5136"/>
                  </a:lnTo>
                  <a:lnTo>
                    <a:pt x="6782" y="5039"/>
                  </a:lnTo>
                  <a:lnTo>
                    <a:pt x="6693" y="4941"/>
                  </a:lnTo>
                  <a:lnTo>
                    <a:pt x="6603" y="4841"/>
                  </a:lnTo>
                  <a:lnTo>
                    <a:pt x="6513" y="4738"/>
                  </a:lnTo>
                  <a:lnTo>
                    <a:pt x="6422" y="4634"/>
                  </a:lnTo>
                  <a:lnTo>
                    <a:pt x="6331" y="4529"/>
                  </a:lnTo>
                  <a:lnTo>
                    <a:pt x="6240" y="4421"/>
                  </a:lnTo>
                  <a:lnTo>
                    <a:pt x="6148" y="4312"/>
                  </a:lnTo>
                  <a:lnTo>
                    <a:pt x="6057" y="4202"/>
                  </a:lnTo>
                  <a:lnTo>
                    <a:pt x="5965" y="4091"/>
                  </a:lnTo>
                  <a:lnTo>
                    <a:pt x="5873" y="3979"/>
                  </a:lnTo>
                  <a:lnTo>
                    <a:pt x="5780" y="3866"/>
                  </a:lnTo>
                  <a:lnTo>
                    <a:pt x="5687" y="3752"/>
                  </a:lnTo>
                  <a:lnTo>
                    <a:pt x="5595" y="3639"/>
                  </a:lnTo>
                  <a:lnTo>
                    <a:pt x="5502" y="3524"/>
                  </a:lnTo>
                  <a:lnTo>
                    <a:pt x="5410" y="3409"/>
                  </a:lnTo>
                  <a:lnTo>
                    <a:pt x="5317" y="3294"/>
                  </a:lnTo>
                  <a:lnTo>
                    <a:pt x="5223" y="3180"/>
                  </a:lnTo>
                  <a:lnTo>
                    <a:pt x="5131" y="3064"/>
                  </a:lnTo>
                  <a:lnTo>
                    <a:pt x="5038" y="2950"/>
                  </a:lnTo>
                  <a:lnTo>
                    <a:pt x="4946" y="2836"/>
                  </a:lnTo>
                  <a:lnTo>
                    <a:pt x="4853" y="2723"/>
                  </a:lnTo>
                  <a:lnTo>
                    <a:pt x="4761" y="2609"/>
                  </a:lnTo>
                  <a:lnTo>
                    <a:pt x="4668" y="2498"/>
                  </a:lnTo>
                  <a:lnTo>
                    <a:pt x="4576" y="2386"/>
                  </a:lnTo>
                  <a:lnTo>
                    <a:pt x="4485" y="2277"/>
                  </a:lnTo>
                  <a:lnTo>
                    <a:pt x="4393" y="2167"/>
                  </a:lnTo>
                  <a:lnTo>
                    <a:pt x="4302" y="2061"/>
                  </a:lnTo>
                  <a:lnTo>
                    <a:pt x="4211" y="1954"/>
                  </a:lnTo>
                  <a:lnTo>
                    <a:pt x="4121" y="1850"/>
                  </a:lnTo>
                  <a:lnTo>
                    <a:pt x="4031" y="1748"/>
                  </a:lnTo>
                  <a:lnTo>
                    <a:pt x="3940" y="1647"/>
                  </a:lnTo>
                  <a:lnTo>
                    <a:pt x="3851" y="1549"/>
                  </a:lnTo>
                  <a:lnTo>
                    <a:pt x="3762" y="1453"/>
                  </a:lnTo>
                  <a:lnTo>
                    <a:pt x="3674" y="1358"/>
                  </a:lnTo>
                  <a:lnTo>
                    <a:pt x="3586" y="1266"/>
                  </a:lnTo>
                  <a:lnTo>
                    <a:pt x="3498" y="1177"/>
                  </a:lnTo>
                  <a:lnTo>
                    <a:pt x="3412" y="1090"/>
                  </a:lnTo>
                  <a:lnTo>
                    <a:pt x="3325" y="1006"/>
                  </a:lnTo>
                  <a:lnTo>
                    <a:pt x="3240" y="925"/>
                  </a:lnTo>
                  <a:lnTo>
                    <a:pt x="3155" y="847"/>
                  </a:lnTo>
                  <a:lnTo>
                    <a:pt x="3069" y="771"/>
                  </a:lnTo>
                  <a:lnTo>
                    <a:pt x="2986" y="699"/>
                  </a:lnTo>
                  <a:lnTo>
                    <a:pt x="2903" y="630"/>
                  </a:lnTo>
                  <a:lnTo>
                    <a:pt x="2820" y="564"/>
                  </a:lnTo>
                  <a:lnTo>
                    <a:pt x="2739" y="501"/>
                  </a:lnTo>
                  <a:lnTo>
                    <a:pt x="2658" y="441"/>
                  </a:lnTo>
                  <a:lnTo>
                    <a:pt x="2578" y="385"/>
                  </a:lnTo>
                  <a:lnTo>
                    <a:pt x="2499" y="334"/>
                  </a:lnTo>
                  <a:lnTo>
                    <a:pt x="2421" y="285"/>
                  </a:lnTo>
                  <a:lnTo>
                    <a:pt x="2343" y="241"/>
                  </a:lnTo>
                  <a:lnTo>
                    <a:pt x="2267" y="199"/>
                  </a:lnTo>
                  <a:lnTo>
                    <a:pt x="2191" y="161"/>
                  </a:lnTo>
                  <a:lnTo>
                    <a:pt x="2118" y="128"/>
                  </a:lnTo>
                  <a:lnTo>
                    <a:pt x="2044" y="99"/>
                  </a:lnTo>
                  <a:lnTo>
                    <a:pt x="1971" y="72"/>
                  </a:lnTo>
                  <a:lnTo>
                    <a:pt x="1899" y="50"/>
                  </a:lnTo>
                  <a:lnTo>
                    <a:pt x="1829" y="33"/>
                  </a:lnTo>
                  <a:lnTo>
                    <a:pt x="1759" y="19"/>
                  </a:lnTo>
                  <a:lnTo>
                    <a:pt x="1691" y="8"/>
                  </a:lnTo>
                  <a:lnTo>
                    <a:pt x="1623" y="2"/>
                  </a:lnTo>
                  <a:lnTo>
                    <a:pt x="1558" y="0"/>
                  </a:lnTo>
                  <a:lnTo>
                    <a:pt x="1493" y="2"/>
                  </a:lnTo>
                  <a:lnTo>
                    <a:pt x="1428" y="8"/>
                  </a:lnTo>
                  <a:lnTo>
                    <a:pt x="1366" y="19"/>
                  </a:lnTo>
                  <a:lnTo>
                    <a:pt x="1304" y="33"/>
                  </a:lnTo>
                  <a:lnTo>
                    <a:pt x="1244" y="50"/>
                  </a:lnTo>
                  <a:lnTo>
                    <a:pt x="1185" y="72"/>
                  </a:lnTo>
                  <a:lnTo>
                    <a:pt x="1127" y="99"/>
                  </a:lnTo>
                  <a:lnTo>
                    <a:pt x="1070" y="128"/>
                  </a:lnTo>
                  <a:lnTo>
                    <a:pt x="1016" y="161"/>
                  </a:lnTo>
                  <a:lnTo>
                    <a:pt x="961" y="199"/>
                  </a:lnTo>
                  <a:lnTo>
                    <a:pt x="909" y="241"/>
                  </a:lnTo>
                  <a:lnTo>
                    <a:pt x="858" y="285"/>
                  </a:lnTo>
                  <a:lnTo>
                    <a:pt x="808" y="334"/>
                  </a:lnTo>
                  <a:lnTo>
                    <a:pt x="760" y="385"/>
                  </a:lnTo>
                  <a:lnTo>
                    <a:pt x="712" y="441"/>
                  </a:lnTo>
                  <a:lnTo>
                    <a:pt x="666" y="501"/>
                  </a:lnTo>
                  <a:lnTo>
                    <a:pt x="623" y="564"/>
                  </a:lnTo>
                  <a:lnTo>
                    <a:pt x="579" y="630"/>
                  </a:lnTo>
                  <a:lnTo>
                    <a:pt x="538" y="699"/>
                  </a:lnTo>
                  <a:lnTo>
                    <a:pt x="498" y="771"/>
                  </a:lnTo>
                  <a:lnTo>
                    <a:pt x="460" y="847"/>
                  </a:lnTo>
                  <a:lnTo>
                    <a:pt x="422" y="925"/>
                  </a:lnTo>
                  <a:lnTo>
                    <a:pt x="387" y="1006"/>
                  </a:lnTo>
                  <a:lnTo>
                    <a:pt x="354" y="1090"/>
                  </a:lnTo>
                  <a:lnTo>
                    <a:pt x="321" y="1177"/>
                  </a:lnTo>
                  <a:lnTo>
                    <a:pt x="290" y="1266"/>
                  </a:lnTo>
                  <a:lnTo>
                    <a:pt x="260" y="1358"/>
                  </a:lnTo>
                  <a:lnTo>
                    <a:pt x="232" y="1453"/>
                  </a:lnTo>
                  <a:lnTo>
                    <a:pt x="206" y="1549"/>
                  </a:lnTo>
                  <a:lnTo>
                    <a:pt x="181" y="1647"/>
                  </a:lnTo>
                  <a:lnTo>
                    <a:pt x="158" y="1748"/>
                  </a:lnTo>
                  <a:lnTo>
                    <a:pt x="137" y="1850"/>
                  </a:lnTo>
                  <a:lnTo>
                    <a:pt x="117" y="1954"/>
                  </a:lnTo>
                  <a:lnTo>
                    <a:pt x="98" y="2061"/>
                  </a:lnTo>
                  <a:lnTo>
                    <a:pt x="81" y="2167"/>
                  </a:lnTo>
                  <a:lnTo>
                    <a:pt x="66" y="2277"/>
                  </a:lnTo>
                  <a:lnTo>
                    <a:pt x="52" y="2386"/>
                  </a:lnTo>
                  <a:lnTo>
                    <a:pt x="40" y="2498"/>
                  </a:lnTo>
                  <a:lnTo>
                    <a:pt x="29" y="2609"/>
                  </a:lnTo>
                  <a:lnTo>
                    <a:pt x="20" y="2723"/>
                  </a:lnTo>
                  <a:lnTo>
                    <a:pt x="13" y="2836"/>
                  </a:lnTo>
                  <a:lnTo>
                    <a:pt x="7" y="2950"/>
                  </a:lnTo>
                  <a:lnTo>
                    <a:pt x="3" y="3064"/>
                  </a:lnTo>
                  <a:lnTo>
                    <a:pt x="1" y="3180"/>
                  </a:lnTo>
                  <a:lnTo>
                    <a:pt x="0" y="3294"/>
                  </a:lnTo>
                  <a:lnTo>
                    <a:pt x="1" y="3409"/>
                  </a:lnTo>
                  <a:lnTo>
                    <a:pt x="3" y="3524"/>
                  </a:lnTo>
                  <a:lnTo>
                    <a:pt x="7" y="3639"/>
                  </a:lnTo>
                  <a:lnTo>
                    <a:pt x="13" y="3752"/>
                  </a:lnTo>
                  <a:lnTo>
                    <a:pt x="20" y="3866"/>
                  </a:lnTo>
                  <a:lnTo>
                    <a:pt x="29" y="3979"/>
                  </a:lnTo>
                  <a:lnTo>
                    <a:pt x="40" y="4091"/>
                  </a:lnTo>
                  <a:lnTo>
                    <a:pt x="52" y="4202"/>
                  </a:lnTo>
                  <a:lnTo>
                    <a:pt x="66" y="4312"/>
                  </a:lnTo>
                  <a:lnTo>
                    <a:pt x="81" y="4421"/>
                  </a:lnTo>
                  <a:lnTo>
                    <a:pt x="98" y="4529"/>
                  </a:lnTo>
                  <a:lnTo>
                    <a:pt x="117" y="4634"/>
                  </a:lnTo>
                  <a:lnTo>
                    <a:pt x="137" y="4738"/>
                  </a:lnTo>
                  <a:lnTo>
                    <a:pt x="158" y="4841"/>
                  </a:lnTo>
                  <a:lnTo>
                    <a:pt x="181" y="4941"/>
                  </a:lnTo>
                  <a:lnTo>
                    <a:pt x="206" y="5039"/>
                  </a:lnTo>
                  <a:lnTo>
                    <a:pt x="232" y="5136"/>
                  </a:lnTo>
                  <a:lnTo>
                    <a:pt x="260" y="5230"/>
                  </a:lnTo>
                  <a:lnTo>
                    <a:pt x="290" y="5322"/>
                  </a:lnTo>
                  <a:lnTo>
                    <a:pt x="321" y="5411"/>
                  </a:lnTo>
                  <a:lnTo>
                    <a:pt x="354" y="5499"/>
                  </a:lnTo>
                  <a:lnTo>
                    <a:pt x="387" y="5583"/>
                  </a:lnTo>
                  <a:lnTo>
                    <a:pt x="422" y="5664"/>
                  </a:lnTo>
                  <a:lnTo>
                    <a:pt x="460" y="5742"/>
                  </a:lnTo>
                  <a:lnTo>
                    <a:pt x="498" y="5818"/>
                  </a:lnTo>
                  <a:lnTo>
                    <a:pt x="538" y="5890"/>
                  </a:lnTo>
                  <a:lnTo>
                    <a:pt x="579" y="5959"/>
                  </a:lnTo>
                  <a:lnTo>
                    <a:pt x="623" y="6025"/>
                  </a:lnTo>
                  <a:lnTo>
                    <a:pt x="666" y="6087"/>
                  </a:lnTo>
                  <a:lnTo>
                    <a:pt x="712" y="6147"/>
                  </a:lnTo>
                  <a:lnTo>
                    <a:pt x="760" y="6203"/>
                  </a:lnTo>
                  <a:lnTo>
                    <a:pt x="808" y="6255"/>
                  </a:lnTo>
                  <a:lnTo>
                    <a:pt x="858" y="6303"/>
                  </a:lnTo>
                  <a:lnTo>
                    <a:pt x="909" y="6348"/>
                  </a:lnTo>
                  <a:lnTo>
                    <a:pt x="961" y="6389"/>
                  </a:lnTo>
                  <a:lnTo>
                    <a:pt x="1016" y="6427"/>
                  </a:lnTo>
                  <a:lnTo>
                    <a:pt x="1070" y="6460"/>
                  </a:lnTo>
                  <a:lnTo>
                    <a:pt x="1127" y="6491"/>
                  </a:lnTo>
                  <a:lnTo>
                    <a:pt x="1185" y="6516"/>
                  </a:lnTo>
                  <a:lnTo>
                    <a:pt x="1244" y="6538"/>
                  </a:lnTo>
                  <a:lnTo>
                    <a:pt x="1304" y="6556"/>
                  </a:lnTo>
                  <a:lnTo>
                    <a:pt x="1366" y="6570"/>
                  </a:lnTo>
                  <a:lnTo>
                    <a:pt x="1428" y="6580"/>
                  </a:lnTo>
                  <a:lnTo>
                    <a:pt x="1493" y="6586"/>
                  </a:lnTo>
                  <a:lnTo>
                    <a:pt x="1558" y="6588"/>
                  </a:lnTo>
                  <a:lnTo>
                    <a:pt x="1623" y="6586"/>
                  </a:lnTo>
                  <a:lnTo>
                    <a:pt x="1691" y="6580"/>
                  </a:lnTo>
                  <a:lnTo>
                    <a:pt x="1759" y="6570"/>
                  </a:lnTo>
                  <a:lnTo>
                    <a:pt x="1829" y="6556"/>
                  </a:lnTo>
                  <a:lnTo>
                    <a:pt x="1899" y="6538"/>
                  </a:lnTo>
                  <a:lnTo>
                    <a:pt x="1971" y="6516"/>
                  </a:lnTo>
                  <a:lnTo>
                    <a:pt x="2044" y="6491"/>
                  </a:lnTo>
                  <a:lnTo>
                    <a:pt x="2118" y="6460"/>
                  </a:lnTo>
                  <a:lnTo>
                    <a:pt x="2191" y="6427"/>
                  </a:lnTo>
                  <a:lnTo>
                    <a:pt x="2267" y="6389"/>
                  </a:lnTo>
                  <a:lnTo>
                    <a:pt x="2343" y="6348"/>
                  </a:lnTo>
                  <a:lnTo>
                    <a:pt x="2421" y="6303"/>
                  </a:lnTo>
                  <a:lnTo>
                    <a:pt x="2499" y="6255"/>
                  </a:lnTo>
                  <a:lnTo>
                    <a:pt x="2578" y="6203"/>
                  </a:lnTo>
                  <a:lnTo>
                    <a:pt x="2658" y="6147"/>
                  </a:lnTo>
                  <a:lnTo>
                    <a:pt x="2739" y="6087"/>
                  </a:lnTo>
                  <a:lnTo>
                    <a:pt x="2820" y="6025"/>
                  </a:lnTo>
                  <a:lnTo>
                    <a:pt x="2903" y="5959"/>
                  </a:lnTo>
                  <a:lnTo>
                    <a:pt x="2986" y="5890"/>
                  </a:lnTo>
                  <a:lnTo>
                    <a:pt x="3069" y="5818"/>
                  </a:lnTo>
                  <a:lnTo>
                    <a:pt x="3155" y="5742"/>
                  </a:lnTo>
                  <a:lnTo>
                    <a:pt x="3240" y="5664"/>
                  </a:lnTo>
                  <a:lnTo>
                    <a:pt x="3325" y="5583"/>
                  </a:lnTo>
                  <a:lnTo>
                    <a:pt x="3412" y="5499"/>
                  </a:lnTo>
                  <a:lnTo>
                    <a:pt x="3498" y="5411"/>
                  </a:lnTo>
                  <a:lnTo>
                    <a:pt x="3586" y="5322"/>
                  </a:lnTo>
                  <a:lnTo>
                    <a:pt x="3674" y="5230"/>
                  </a:lnTo>
                  <a:lnTo>
                    <a:pt x="3762" y="5136"/>
                  </a:lnTo>
                  <a:lnTo>
                    <a:pt x="3851" y="5039"/>
                  </a:lnTo>
                  <a:lnTo>
                    <a:pt x="3940" y="4941"/>
                  </a:lnTo>
                  <a:lnTo>
                    <a:pt x="4031" y="4841"/>
                  </a:lnTo>
                  <a:lnTo>
                    <a:pt x="4121" y="4738"/>
                  </a:lnTo>
                  <a:lnTo>
                    <a:pt x="4211" y="4634"/>
                  </a:lnTo>
                  <a:lnTo>
                    <a:pt x="4302" y="4529"/>
                  </a:lnTo>
                  <a:lnTo>
                    <a:pt x="4393" y="4421"/>
                  </a:lnTo>
                  <a:lnTo>
                    <a:pt x="4485" y="4312"/>
                  </a:lnTo>
                  <a:lnTo>
                    <a:pt x="4576" y="4202"/>
                  </a:lnTo>
                  <a:lnTo>
                    <a:pt x="4668" y="4091"/>
                  </a:lnTo>
                  <a:lnTo>
                    <a:pt x="4761" y="3979"/>
                  </a:lnTo>
                  <a:lnTo>
                    <a:pt x="4853" y="3866"/>
                  </a:lnTo>
                  <a:lnTo>
                    <a:pt x="4946" y="3752"/>
                  </a:lnTo>
                  <a:lnTo>
                    <a:pt x="5038" y="3639"/>
                  </a:lnTo>
                  <a:lnTo>
                    <a:pt x="5131" y="3524"/>
                  </a:lnTo>
                  <a:lnTo>
                    <a:pt x="5223" y="3409"/>
                  </a:lnTo>
                  <a:lnTo>
                    <a:pt x="5317" y="3294"/>
                  </a:lnTo>
                  <a:close/>
                </a:path>
              </a:pathLst>
            </a:custGeom>
            <a:noFill/>
            <a:ln w="615950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E4858C1-D902-6EF3-32F3-7CEFEA0A8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1752601"/>
              <a:ext cx="5626100" cy="3486150"/>
            </a:xfrm>
            <a:custGeom>
              <a:avLst/>
              <a:gdLst>
                <a:gd name="T0" fmla="*/ 5780 w 10633"/>
                <a:gd name="T1" fmla="*/ 2722 h 6587"/>
                <a:gd name="T2" fmla="*/ 6331 w 10633"/>
                <a:gd name="T3" fmla="*/ 2060 h 6587"/>
                <a:gd name="T4" fmla="*/ 6870 w 10633"/>
                <a:gd name="T5" fmla="*/ 1452 h 6587"/>
                <a:gd name="T6" fmla="*/ 7393 w 10633"/>
                <a:gd name="T7" fmla="*/ 924 h 6587"/>
                <a:gd name="T8" fmla="*/ 7893 w 10633"/>
                <a:gd name="T9" fmla="*/ 500 h 6587"/>
                <a:gd name="T10" fmla="*/ 8365 w 10633"/>
                <a:gd name="T11" fmla="*/ 198 h 6587"/>
                <a:gd name="T12" fmla="*/ 8804 w 10633"/>
                <a:gd name="T13" fmla="*/ 32 h 6587"/>
                <a:gd name="T14" fmla="*/ 9205 w 10633"/>
                <a:gd name="T15" fmla="*/ 8 h 6587"/>
                <a:gd name="T16" fmla="*/ 9562 w 10633"/>
                <a:gd name="T17" fmla="*/ 127 h 6587"/>
                <a:gd name="T18" fmla="*/ 9873 w 10633"/>
                <a:gd name="T19" fmla="*/ 385 h 6587"/>
                <a:gd name="T20" fmla="*/ 10134 w 10633"/>
                <a:gd name="T21" fmla="*/ 770 h 6587"/>
                <a:gd name="T22" fmla="*/ 10343 w 10633"/>
                <a:gd name="T23" fmla="*/ 1265 h 6587"/>
                <a:gd name="T24" fmla="*/ 10497 w 10633"/>
                <a:gd name="T25" fmla="*/ 1849 h 6587"/>
                <a:gd name="T26" fmla="*/ 10593 w 10633"/>
                <a:gd name="T27" fmla="*/ 2497 h 6587"/>
                <a:gd name="T28" fmla="*/ 10631 w 10633"/>
                <a:gd name="T29" fmla="*/ 3179 h 6587"/>
                <a:gd name="T30" fmla="*/ 10612 w 10633"/>
                <a:gd name="T31" fmla="*/ 3865 h 6587"/>
                <a:gd name="T32" fmla="*/ 10535 w 10633"/>
                <a:gd name="T33" fmla="*/ 4528 h 6587"/>
                <a:gd name="T34" fmla="*/ 10401 w 10633"/>
                <a:gd name="T35" fmla="*/ 5135 h 6587"/>
                <a:gd name="T36" fmla="*/ 10210 w 10633"/>
                <a:gd name="T37" fmla="*/ 5663 h 6587"/>
                <a:gd name="T38" fmla="*/ 9966 w 10633"/>
                <a:gd name="T39" fmla="*/ 6087 h 6587"/>
                <a:gd name="T40" fmla="*/ 9671 w 10633"/>
                <a:gd name="T41" fmla="*/ 6389 h 6587"/>
                <a:gd name="T42" fmla="*/ 9328 w 10633"/>
                <a:gd name="T43" fmla="*/ 6555 h 6587"/>
                <a:gd name="T44" fmla="*/ 8942 w 10633"/>
                <a:gd name="T45" fmla="*/ 6579 h 6587"/>
                <a:gd name="T46" fmla="*/ 8516 w 10633"/>
                <a:gd name="T47" fmla="*/ 6460 h 6587"/>
                <a:gd name="T48" fmla="*/ 8054 w 10633"/>
                <a:gd name="T49" fmla="*/ 6202 h 6587"/>
                <a:gd name="T50" fmla="*/ 7563 w 10633"/>
                <a:gd name="T51" fmla="*/ 5817 h 6587"/>
                <a:gd name="T52" fmla="*/ 7047 w 10633"/>
                <a:gd name="T53" fmla="*/ 5322 h 6587"/>
                <a:gd name="T54" fmla="*/ 6512 w 10633"/>
                <a:gd name="T55" fmla="*/ 4738 h 6587"/>
                <a:gd name="T56" fmla="*/ 5964 w 10633"/>
                <a:gd name="T57" fmla="*/ 4090 h 6587"/>
                <a:gd name="T58" fmla="*/ 5409 w 10633"/>
                <a:gd name="T59" fmla="*/ 3408 h 6587"/>
                <a:gd name="T60" fmla="*/ 4852 w 10633"/>
                <a:gd name="T61" fmla="*/ 2722 h 6587"/>
                <a:gd name="T62" fmla="*/ 4301 w 10633"/>
                <a:gd name="T63" fmla="*/ 2060 h 6587"/>
                <a:gd name="T64" fmla="*/ 3762 w 10633"/>
                <a:gd name="T65" fmla="*/ 1452 h 6587"/>
                <a:gd name="T66" fmla="*/ 3239 w 10633"/>
                <a:gd name="T67" fmla="*/ 924 h 6587"/>
                <a:gd name="T68" fmla="*/ 2739 w 10633"/>
                <a:gd name="T69" fmla="*/ 500 h 6587"/>
                <a:gd name="T70" fmla="*/ 2267 w 10633"/>
                <a:gd name="T71" fmla="*/ 198 h 6587"/>
                <a:gd name="T72" fmla="*/ 1828 w 10633"/>
                <a:gd name="T73" fmla="*/ 32 h 6587"/>
                <a:gd name="T74" fmla="*/ 1427 w 10633"/>
                <a:gd name="T75" fmla="*/ 8 h 6587"/>
                <a:gd name="T76" fmla="*/ 1070 w 10633"/>
                <a:gd name="T77" fmla="*/ 127 h 6587"/>
                <a:gd name="T78" fmla="*/ 759 w 10633"/>
                <a:gd name="T79" fmla="*/ 385 h 6587"/>
                <a:gd name="T80" fmla="*/ 498 w 10633"/>
                <a:gd name="T81" fmla="*/ 770 h 6587"/>
                <a:gd name="T82" fmla="*/ 289 w 10633"/>
                <a:gd name="T83" fmla="*/ 1265 h 6587"/>
                <a:gd name="T84" fmla="*/ 136 w 10633"/>
                <a:gd name="T85" fmla="*/ 1849 h 6587"/>
                <a:gd name="T86" fmla="*/ 39 w 10633"/>
                <a:gd name="T87" fmla="*/ 2497 h 6587"/>
                <a:gd name="T88" fmla="*/ 1 w 10633"/>
                <a:gd name="T89" fmla="*/ 3179 h 6587"/>
                <a:gd name="T90" fmla="*/ 20 w 10633"/>
                <a:gd name="T91" fmla="*/ 3865 h 6587"/>
                <a:gd name="T92" fmla="*/ 98 w 10633"/>
                <a:gd name="T93" fmla="*/ 4528 h 6587"/>
                <a:gd name="T94" fmla="*/ 231 w 10633"/>
                <a:gd name="T95" fmla="*/ 5135 h 6587"/>
                <a:gd name="T96" fmla="*/ 422 w 10633"/>
                <a:gd name="T97" fmla="*/ 5663 h 6587"/>
                <a:gd name="T98" fmla="*/ 666 w 10633"/>
                <a:gd name="T99" fmla="*/ 6087 h 6587"/>
                <a:gd name="T100" fmla="*/ 962 w 10633"/>
                <a:gd name="T101" fmla="*/ 6389 h 6587"/>
                <a:gd name="T102" fmla="*/ 1304 w 10633"/>
                <a:gd name="T103" fmla="*/ 6555 h 6587"/>
                <a:gd name="T104" fmla="*/ 1691 w 10633"/>
                <a:gd name="T105" fmla="*/ 6579 h 6587"/>
                <a:gd name="T106" fmla="*/ 2117 w 10633"/>
                <a:gd name="T107" fmla="*/ 6460 h 6587"/>
                <a:gd name="T108" fmla="*/ 2578 w 10633"/>
                <a:gd name="T109" fmla="*/ 6202 h 6587"/>
                <a:gd name="T110" fmla="*/ 3069 w 10633"/>
                <a:gd name="T111" fmla="*/ 5817 h 6587"/>
                <a:gd name="T112" fmla="*/ 3585 w 10633"/>
                <a:gd name="T113" fmla="*/ 5322 h 6587"/>
                <a:gd name="T114" fmla="*/ 4120 w 10633"/>
                <a:gd name="T115" fmla="*/ 4738 h 6587"/>
                <a:gd name="T116" fmla="*/ 4668 w 10633"/>
                <a:gd name="T117" fmla="*/ 4090 h 6587"/>
                <a:gd name="T118" fmla="*/ 5223 w 10633"/>
                <a:gd name="T119" fmla="*/ 3408 h 6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633" h="6587">
                  <a:moveTo>
                    <a:pt x="5316" y="3294"/>
                  </a:moveTo>
                  <a:lnTo>
                    <a:pt x="5409" y="3179"/>
                  </a:lnTo>
                  <a:lnTo>
                    <a:pt x="5501" y="3063"/>
                  </a:lnTo>
                  <a:lnTo>
                    <a:pt x="5594" y="2949"/>
                  </a:lnTo>
                  <a:lnTo>
                    <a:pt x="5687" y="2835"/>
                  </a:lnTo>
                  <a:lnTo>
                    <a:pt x="5780" y="2722"/>
                  </a:lnTo>
                  <a:lnTo>
                    <a:pt x="5872" y="2608"/>
                  </a:lnTo>
                  <a:lnTo>
                    <a:pt x="5964" y="2497"/>
                  </a:lnTo>
                  <a:lnTo>
                    <a:pt x="6056" y="2385"/>
                  </a:lnTo>
                  <a:lnTo>
                    <a:pt x="6147" y="2276"/>
                  </a:lnTo>
                  <a:lnTo>
                    <a:pt x="6240" y="2166"/>
                  </a:lnTo>
                  <a:lnTo>
                    <a:pt x="6331" y="2060"/>
                  </a:lnTo>
                  <a:lnTo>
                    <a:pt x="6422" y="1954"/>
                  </a:lnTo>
                  <a:lnTo>
                    <a:pt x="6512" y="1849"/>
                  </a:lnTo>
                  <a:lnTo>
                    <a:pt x="6602" y="1747"/>
                  </a:lnTo>
                  <a:lnTo>
                    <a:pt x="6692" y="1647"/>
                  </a:lnTo>
                  <a:lnTo>
                    <a:pt x="6781" y="1548"/>
                  </a:lnTo>
                  <a:lnTo>
                    <a:pt x="6870" y="1452"/>
                  </a:lnTo>
                  <a:lnTo>
                    <a:pt x="6959" y="1358"/>
                  </a:lnTo>
                  <a:lnTo>
                    <a:pt x="7047" y="1265"/>
                  </a:lnTo>
                  <a:lnTo>
                    <a:pt x="7135" y="1176"/>
                  </a:lnTo>
                  <a:lnTo>
                    <a:pt x="7221" y="1089"/>
                  </a:lnTo>
                  <a:lnTo>
                    <a:pt x="7308" y="1005"/>
                  </a:lnTo>
                  <a:lnTo>
                    <a:pt x="7393" y="924"/>
                  </a:lnTo>
                  <a:lnTo>
                    <a:pt x="7478" y="846"/>
                  </a:lnTo>
                  <a:lnTo>
                    <a:pt x="7563" y="770"/>
                  </a:lnTo>
                  <a:lnTo>
                    <a:pt x="7647" y="698"/>
                  </a:lnTo>
                  <a:lnTo>
                    <a:pt x="7730" y="629"/>
                  </a:lnTo>
                  <a:lnTo>
                    <a:pt x="7812" y="563"/>
                  </a:lnTo>
                  <a:lnTo>
                    <a:pt x="7893" y="500"/>
                  </a:lnTo>
                  <a:lnTo>
                    <a:pt x="7974" y="441"/>
                  </a:lnTo>
                  <a:lnTo>
                    <a:pt x="8054" y="385"/>
                  </a:lnTo>
                  <a:lnTo>
                    <a:pt x="8133" y="333"/>
                  </a:lnTo>
                  <a:lnTo>
                    <a:pt x="8211" y="284"/>
                  </a:lnTo>
                  <a:lnTo>
                    <a:pt x="8289" y="240"/>
                  </a:lnTo>
                  <a:lnTo>
                    <a:pt x="8365" y="198"/>
                  </a:lnTo>
                  <a:lnTo>
                    <a:pt x="8441" y="161"/>
                  </a:lnTo>
                  <a:lnTo>
                    <a:pt x="8516" y="127"/>
                  </a:lnTo>
                  <a:lnTo>
                    <a:pt x="8589" y="98"/>
                  </a:lnTo>
                  <a:lnTo>
                    <a:pt x="8662" y="72"/>
                  </a:lnTo>
                  <a:lnTo>
                    <a:pt x="8734" y="49"/>
                  </a:lnTo>
                  <a:lnTo>
                    <a:pt x="8804" y="32"/>
                  </a:lnTo>
                  <a:lnTo>
                    <a:pt x="8874" y="18"/>
                  </a:lnTo>
                  <a:lnTo>
                    <a:pt x="8942" y="8"/>
                  </a:lnTo>
                  <a:lnTo>
                    <a:pt x="9009" y="2"/>
                  </a:lnTo>
                  <a:lnTo>
                    <a:pt x="9075" y="0"/>
                  </a:lnTo>
                  <a:lnTo>
                    <a:pt x="9141" y="2"/>
                  </a:lnTo>
                  <a:lnTo>
                    <a:pt x="9205" y="8"/>
                  </a:lnTo>
                  <a:lnTo>
                    <a:pt x="9267" y="18"/>
                  </a:lnTo>
                  <a:lnTo>
                    <a:pt x="9328" y="32"/>
                  </a:lnTo>
                  <a:lnTo>
                    <a:pt x="9389" y="49"/>
                  </a:lnTo>
                  <a:lnTo>
                    <a:pt x="9448" y="72"/>
                  </a:lnTo>
                  <a:lnTo>
                    <a:pt x="9505" y="98"/>
                  </a:lnTo>
                  <a:lnTo>
                    <a:pt x="9562" y="127"/>
                  </a:lnTo>
                  <a:lnTo>
                    <a:pt x="9617" y="161"/>
                  </a:lnTo>
                  <a:lnTo>
                    <a:pt x="9671" y="198"/>
                  </a:lnTo>
                  <a:lnTo>
                    <a:pt x="9724" y="240"/>
                  </a:lnTo>
                  <a:lnTo>
                    <a:pt x="9775" y="284"/>
                  </a:lnTo>
                  <a:lnTo>
                    <a:pt x="9824" y="333"/>
                  </a:lnTo>
                  <a:lnTo>
                    <a:pt x="9873" y="385"/>
                  </a:lnTo>
                  <a:lnTo>
                    <a:pt x="9921" y="441"/>
                  </a:lnTo>
                  <a:lnTo>
                    <a:pt x="9966" y="500"/>
                  </a:lnTo>
                  <a:lnTo>
                    <a:pt x="10011" y="563"/>
                  </a:lnTo>
                  <a:lnTo>
                    <a:pt x="10053" y="629"/>
                  </a:lnTo>
                  <a:lnTo>
                    <a:pt x="10095" y="698"/>
                  </a:lnTo>
                  <a:lnTo>
                    <a:pt x="10134" y="770"/>
                  </a:lnTo>
                  <a:lnTo>
                    <a:pt x="10173" y="846"/>
                  </a:lnTo>
                  <a:lnTo>
                    <a:pt x="10210" y="924"/>
                  </a:lnTo>
                  <a:lnTo>
                    <a:pt x="10246" y="1005"/>
                  </a:lnTo>
                  <a:lnTo>
                    <a:pt x="10279" y="1089"/>
                  </a:lnTo>
                  <a:lnTo>
                    <a:pt x="10311" y="1176"/>
                  </a:lnTo>
                  <a:lnTo>
                    <a:pt x="10343" y="1265"/>
                  </a:lnTo>
                  <a:lnTo>
                    <a:pt x="10372" y="1358"/>
                  </a:lnTo>
                  <a:lnTo>
                    <a:pt x="10401" y="1452"/>
                  </a:lnTo>
                  <a:lnTo>
                    <a:pt x="10427" y="1548"/>
                  </a:lnTo>
                  <a:lnTo>
                    <a:pt x="10451" y="1647"/>
                  </a:lnTo>
                  <a:lnTo>
                    <a:pt x="10475" y="1747"/>
                  </a:lnTo>
                  <a:lnTo>
                    <a:pt x="10497" y="1849"/>
                  </a:lnTo>
                  <a:lnTo>
                    <a:pt x="10516" y="1954"/>
                  </a:lnTo>
                  <a:lnTo>
                    <a:pt x="10535" y="2060"/>
                  </a:lnTo>
                  <a:lnTo>
                    <a:pt x="10551" y="2166"/>
                  </a:lnTo>
                  <a:lnTo>
                    <a:pt x="10567" y="2276"/>
                  </a:lnTo>
                  <a:lnTo>
                    <a:pt x="10581" y="2385"/>
                  </a:lnTo>
                  <a:lnTo>
                    <a:pt x="10593" y="2497"/>
                  </a:lnTo>
                  <a:lnTo>
                    <a:pt x="10603" y="2608"/>
                  </a:lnTo>
                  <a:lnTo>
                    <a:pt x="10612" y="2722"/>
                  </a:lnTo>
                  <a:lnTo>
                    <a:pt x="10619" y="2835"/>
                  </a:lnTo>
                  <a:lnTo>
                    <a:pt x="10625" y="2949"/>
                  </a:lnTo>
                  <a:lnTo>
                    <a:pt x="10629" y="3063"/>
                  </a:lnTo>
                  <a:lnTo>
                    <a:pt x="10631" y="3179"/>
                  </a:lnTo>
                  <a:lnTo>
                    <a:pt x="10633" y="3294"/>
                  </a:lnTo>
                  <a:lnTo>
                    <a:pt x="10631" y="3408"/>
                  </a:lnTo>
                  <a:lnTo>
                    <a:pt x="10629" y="3524"/>
                  </a:lnTo>
                  <a:lnTo>
                    <a:pt x="10625" y="3638"/>
                  </a:lnTo>
                  <a:lnTo>
                    <a:pt x="10619" y="3752"/>
                  </a:lnTo>
                  <a:lnTo>
                    <a:pt x="10612" y="3865"/>
                  </a:lnTo>
                  <a:lnTo>
                    <a:pt x="10603" y="3979"/>
                  </a:lnTo>
                  <a:lnTo>
                    <a:pt x="10593" y="4090"/>
                  </a:lnTo>
                  <a:lnTo>
                    <a:pt x="10581" y="4202"/>
                  </a:lnTo>
                  <a:lnTo>
                    <a:pt x="10567" y="4311"/>
                  </a:lnTo>
                  <a:lnTo>
                    <a:pt x="10551" y="4421"/>
                  </a:lnTo>
                  <a:lnTo>
                    <a:pt x="10535" y="4528"/>
                  </a:lnTo>
                  <a:lnTo>
                    <a:pt x="10516" y="4633"/>
                  </a:lnTo>
                  <a:lnTo>
                    <a:pt x="10497" y="4738"/>
                  </a:lnTo>
                  <a:lnTo>
                    <a:pt x="10475" y="4840"/>
                  </a:lnTo>
                  <a:lnTo>
                    <a:pt x="10451" y="4940"/>
                  </a:lnTo>
                  <a:lnTo>
                    <a:pt x="10427" y="5039"/>
                  </a:lnTo>
                  <a:lnTo>
                    <a:pt x="10401" y="5135"/>
                  </a:lnTo>
                  <a:lnTo>
                    <a:pt x="10372" y="5229"/>
                  </a:lnTo>
                  <a:lnTo>
                    <a:pt x="10343" y="5322"/>
                  </a:lnTo>
                  <a:lnTo>
                    <a:pt x="10311" y="5411"/>
                  </a:lnTo>
                  <a:lnTo>
                    <a:pt x="10279" y="5498"/>
                  </a:lnTo>
                  <a:lnTo>
                    <a:pt x="10246" y="5582"/>
                  </a:lnTo>
                  <a:lnTo>
                    <a:pt x="10210" y="5663"/>
                  </a:lnTo>
                  <a:lnTo>
                    <a:pt x="10173" y="5741"/>
                  </a:lnTo>
                  <a:lnTo>
                    <a:pt x="10134" y="5817"/>
                  </a:lnTo>
                  <a:lnTo>
                    <a:pt x="10095" y="5889"/>
                  </a:lnTo>
                  <a:lnTo>
                    <a:pt x="10053" y="5958"/>
                  </a:lnTo>
                  <a:lnTo>
                    <a:pt x="10011" y="6024"/>
                  </a:lnTo>
                  <a:lnTo>
                    <a:pt x="9966" y="6087"/>
                  </a:lnTo>
                  <a:lnTo>
                    <a:pt x="9921" y="6147"/>
                  </a:lnTo>
                  <a:lnTo>
                    <a:pt x="9873" y="6202"/>
                  </a:lnTo>
                  <a:lnTo>
                    <a:pt x="9824" y="6254"/>
                  </a:lnTo>
                  <a:lnTo>
                    <a:pt x="9775" y="6303"/>
                  </a:lnTo>
                  <a:lnTo>
                    <a:pt x="9724" y="6347"/>
                  </a:lnTo>
                  <a:lnTo>
                    <a:pt x="9671" y="6389"/>
                  </a:lnTo>
                  <a:lnTo>
                    <a:pt x="9617" y="6426"/>
                  </a:lnTo>
                  <a:lnTo>
                    <a:pt x="9562" y="6460"/>
                  </a:lnTo>
                  <a:lnTo>
                    <a:pt x="9505" y="6490"/>
                  </a:lnTo>
                  <a:lnTo>
                    <a:pt x="9448" y="6515"/>
                  </a:lnTo>
                  <a:lnTo>
                    <a:pt x="9389" y="6538"/>
                  </a:lnTo>
                  <a:lnTo>
                    <a:pt x="9328" y="6555"/>
                  </a:lnTo>
                  <a:lnTo>
                    <a:pt x="9267" y="6569"/>
                  </a:lnTo>
                  <a:lnTo>
                    <a:pt x="9205" y="6579"/>
                  </a:lnTo>
                  <a:lnTo>
                    <a:pt x="9141" y="6585"/>
                  </a:lnTo>
                  <a:lnTo>
                    <a:pt x="9075" y="6587"/>
                  </a:lnTo>
                  <a:lnTo>
                    <a:pt x="9009" y="6585"/>
                  </a:lnTo>
                  <a:lnTo>
                    <a:pt x="8942" y="6579"/>
                  </a:lnTo>
                  <a:lnTo>
                    <a:pt x="8874" y="6569"/>
                  </a:lnTo>
                  <a:lnTo>
                    <a:pt x="8804" y="6555"/>
                  </a:lnTo>
                  <a:lnTo>
                    <a:pt x="8734" y="6538"/>
                  </a:lnTo>
                  <a:lnTo>
                    <a:pt x="8662" y="6515"/>
                  </a:lnTo>
                  <a:lnTo>
                    <a:pt x="8589" y="6490"/>
                  </a:lnTo>
                  <a:lnTo>
                    <a:pt x="8516" y="6460"/>
                  </a:lnTo>
                  <a:lnTo>
                    <a:pt x="8441" y="6426"/>
                  </a:lnTo>
                  <a:lnTo>
                    <a:pt x="8365" y="6389"/>
                  </a:lnTo>
                  <a:lnTo>
                    <a:pt x="8289" y="6347"/>
                  </a:lnTo>
                  <a:lnTo>
                    <a:pt x="8211" y="6303"/>
                  </a:lnTo>
                  <a:lnTo>
                    <a:pt x="8133" y="6254"/>
                  </a:lnTo>
                  <a:lnTo>
                    <a:pt x="8054" y="6202"/>
                  </a:lnTo>
                  <a:lnTo>
                    <a:pt x="7974" y="6147"/>
                  </a:lnTo>
                  <a:lnTo>
                    <a:pt x="7893" y="6087"/>
                  </a:lnTo>
                  <a:lnTo>
                    <a:pt x="7812" y="6024"/>
                  </a:lnTo>
                  <a:lnTo>
                    <a:pt x="7730" y="5958"/>
                  </a:lnTo>
                  <a:lnTo>
                    <a:pt x="7647" y="5889"/>
                  </a:lnTo>
                  <a:lnTo>
                    <a:pt x="7563" y="5817"/>
                  </a:lnTo>
                  <a:lnTo>
                    <a:pt x="7478" y="5741"/>
                  </a:lnTo>
                  <a:lnTo>
                    <a:pt x="7393" y="5663"/>
                  </a:lnTo>
                  <a:lnTo>
                    <a:pt x="7308" y="5582"/>
                  </a:lnTo>
                  <a:lnTo>
                    <a:pt x="7221" y="5498"/>
                  </a:lnTo>
                  <a:lnTo>
                    <a:pt x="7135" y="5411"/>
                  </a:lnTo>
                  <a:lnTo>
                    <a:pt x="7047" y="5322"/>
                  </a:lnTo>
                  <a:lnTo>
                    <a:pt x="6959" y="5229"/>
                  </a:lnTo>
                  <a:lnTo>
                    <a:pt x="6870" y="5135"/>
                  </a:lnTo>
                  <a:lnTo>
                    <a:pt x="6781" y="5039"/>
                  </a:lnTo>
                  <a:lnTo>
                    <a:pt x="6692" y="4940"/>
                  </a:lnTo>
                  <a:lnTo>
                    <a:pt x="6602" y="4840"/>
                  </a:lnTo>
                  <a:lnTo>
                    <a:pt x="6512" y="4738"/>
                  </a:lnTo>
                  <a:lnTo>
                    <a:pt x="6422" y="4633"/>
                  </a:lnTo>
                  <a:lnTo>
                    <a:pt x="6331" y="4528"/>
                  </a:lnTo>
                  <a:lnTo>
                    <a:pt x="6240" y="4421"/>
                  </a:lnTo>
                  <a:lnTo>
                    <a:pt x="6147" y="4311"/>
                  </a:lnTo>
                  <a:lnTo>
                    <a:pt x="6056" y="4202"/>
                  </a:lnTo>
                  <a:lnTo>
                    <a:pt x="5964" y="4090"/>
                  </a:lnTo>
                  <a:lnTo>
                    <a:pt x="5872" y="3979"/>
                  </a:lnTo>
                  <a:lnTo>
                    <a:pt x="5780" y="3865"/>
                  </a:lnTo>
                  <a:lnTo>
                    <a:pt x="5687" y="3752"/>
                  </a:lnTo>
                  <a:lnTo>
                    <a:pt x="5594" y="3638"/>
                  </a:lnTo>
                  <a:lnTo>
                    <a:pt x="5501" y="3524"/>
                  </a:lnTo>
                  <a:lnTo>
                    <a:pt x="5409" y="3408"/>
                  </a:lnTo>
                  <a:lnTo>
                    <a:pt x="5316" y="3294"/>
                  </a:lnTo>
                  <a:lnTo>
                    <a:pt x="5223" y="3179"/>
                  </a:lnTo>
                  <a:lnTo>
                    <a:pt x="5131" y="3063"/>
                  </a:lnTo>
                  <a:lnTo>
                    <a:pt x="5038" y="2949"/>
                  </a:lnTo>
                  <a:lnTo>
                    <a:pt x="4945" y="2835"/>
                  </a:lnTo>
                  <a:lnTo>
                    <a:pt x="4852" y="2722"/>
                  </a:lnTo>
                  <a:lnTo>
                    <a:pt x="4760" y="2608"/>
                  </a:lnTo>
                  <a:lnTo>
                    <a:pt x="4668" y="2497"/>
                  </a:lnTo>
                  <a:lnTo>
                    <a:pt x="4576" y="2385"/>
                  </a:lnTo>
                  <a:lnTo>
                    <a:pt x="4485" y="2276"/>
                  </a:lnTo>
                  <a:lnTo>
                    <a:pt x="4392" y="2166"/>
                  </a:lnTo>
                  <a:lnTo>
                    <a:pt x="4301" y="2060"/>
                  </a:lnTo>
                  <a:lnTo>
                    <a:pt x="4210" y="1954"/>
                  </a:lnTo>
                  <a:lnTo>
                    <a:pt x="4120" y="1849"/>
                  </a:lnTo>
                  <a:lnTo>
                    <a:pt x="4030" y="1747"/>
                  </a:lnTo>
                  <a:lnTo>
                    <a:pt x="3940" y="1647"/>
                  </a:lnTo>
                  <a:lnTo>
                    <a:pt x="3851" y="1548"/>
                  </a:lnTo>
                  <a:lnTo>
                    <a:pt x="3762" y="1452"/>
                  </a:lnTo>
                  <a:lnTo>
                    <a:pt x="3673" y="1358"/>
                  </a:lnTo>
                  <a:lnTo>
                    <a:pt x="3585" y="1265"/>
                  </a:lnTo>
                  <a:lnTo>
                    <a:pt x="3497" y="1176"/>
                  </a:lnTo>
                  <a:lnTo>
                    <a:pt x="3411" y="1089"/>
                  </a:lnTo>
                  <a:lnTo>
                    <a:pt x="3324" y="1005"/>
                  </a:lnTo>
                  <a:lnTo>
                    <a:pt x="3239" y="924"/>
                  </a:lnTo>
                  <a:lnTo>
                    <a:pt x="3154" y="846"/>
                  </a:lnTo>
                  <a:lnTo>
                    <a:pt x="3069" y="770"/>
                  </a:lnTo>
                  <a:lnTo>
                    <a:pt x="2986" y="698"/>
                  </a:lnTo>
                  <a:lnTo>
                    <a:pt x="2903" y="629"/>
                  </a:lnTo>
                  <a:lnTo>
                    <a:pt x="2820" y="563"/>
                  </a:lnTo>
                  <a:lnTo>
                    <a:pt x="2739" y="500"/>
                  </a:lnTo>
                  <a:lnTo>
                    <a:pt x="2658" y="441"/>
                  </a:lnTo>
                  <a:lnTo>
                    <a:pt x="2578" y="385"/>
                  </a:lnTo>
                  <a:lnTo>
                    <a:pt x="2499" y="333"/>
                  </a:lnTo>
                  <a:lnTo>
                    <a:pt x="2421" y="284"/>
                  </a:lnTo>
                  <a:lnTo>
                    <a:pt x="2343" y="240"/>
                  </a:lnTo>
                  <a:lnTo>
                    <a:pt x="2267" y="198"/>
                  </a:lnTo>
                  <a:lnTo>
                    <a:pt x="2191" y="161"/>
                  </a:lnTo>
                  <a:lnTo>
                    <a:pt x="2117" y="127"/>
                  </a:lnTo>
                  <a:lnTo>
                    <a:pt x="2043" y="98"/>
                  </a:lnTo>
                  <a:lnTo>
                    <a:pt x="1970" y="72"/>
                  </a:lnTo>
                  <a:lnTo>
                    <a:pt x="1898" y="49"/>
                  </a:lnTo>
                  <a:lnTo>
                    <a:pt x="1828" y="32"/>
                  </a:lnTo>
                  <a:lnTo>
                    <a:pt x="1759" y="18"/>
                  </a:lnTo>
                  <a:lnTo>
                    <a:pt x="1691" y="8"/>
                  </a:lnTo>
                  <a:lnTo>
                    <a:pt x="1623" y="2"/>
                  </a:lnTo>
                  <a:lnTo>
                    <a:pt x="1557" y="0"/>
                  </a:lnTo>
                  <a:lnTo>
                    <a:pt x="1492" y="2"/>
                  </a:lnTo>
                  <a:lnTo>
                    <a:pt x="1427" y="8"/>
                  </a:lnTo>
                  <a:lnTo>
                    <a:pt x="1366" y="18"/>
                  </a:lnTo>
                  <a:lnTo>
                    <a:pt x="1304" y="32"/>
                  </a:lnTo>
                  <a:lnTo>
                    <a:pt x="1243" y="49"/>
                  </a:lnTo>
                  <a:lnTo>
                    <a:pt x="1184" y="72"/>
                  </a:lnTo>
                  <a:lnTo>
                    <a:pt x="1127" y="98"/>
                  </a:lnTo>
                  <a:lnTo>
                    <a:pt x="1070" y="127"/>
                  </a:lnTo>
                  <a:lnTo>
                    <a:pt x="1015" y="161"/>
                  </a:lnTo>
                  <a:lnTo>
                    <a:pt x="962" y="198"/>
                  </a:lnTo>
                  <a:lnTo>
                    <a:pt x="909" y="240"/>
                  </a:lnTo>
                  <a:lnTo>
                    <a:pt x="857" y="284"/>
                  </a:lnTo>
                  <a:lnTo>
                    <a:pt x="808" y="333"/>
                  </a:lnTo>
                  <a:lnTo>
                    <a:pt x="759" y="385"/>
                  </a:lnTo>
                  <a:lnTo>
                    <a:pt x="711" y="441"/>
                  </a:lnTo>
                  <a:lnTo>
                    <a:pt x="666" y="500"/>
                  </a:lnTo>
                  <a:lnTo>
                    <a:pt x="622" y="563"/>
                  </a:lnTo>
                  <a:lnTo>
                    <a:pt x="579" y="629"/>
                  </a:lnTo>
                  <a:lnTo>
                    <a:pt x="537" y="698"/>
                  </a:lnTo>
                  <a:lnTo>
                    <a:pt x="498" y="770"/>
                  </a:lnTo>
                  <a:lnTo>
                    <a:pt x="459" y="846"/>
                  </a:lnTo>
                  <a:lnTo>
                    <a:pt x="422" y="924"/>
                  </a:lnTo>
                  <a:lnTo>
                    <a:pt x="386" y="1005"/>
                  </a:lnTo>
                  <a:lnTo>
                    <a:pt x="353" y="1089"/>
                  </a:lnTo>
                  <a:lnTo>
                    <a:pt x="321" y="1176"/>
                  </a:lnTo>
                  <a:lnTo>
                    <a:pt x="289" y="1265"/>
                  </a:lnTo>
                  <a:lnTo>
                    <a:pt x="260" y="1358"/>
                  </a:lnTo>
                  <a:lnTo>
                    <a:pt x="231" y="1452"/>
                  </a:lnTo>
                  <a:lnTo>
                    <a:pt x="205" y="1548"/>
                  </a:lnTo>
                  <a:lnTo>
                    <a:pt x="181" y="1647"/>
                  </a:lnTo>
                  <a:lnTo>
                    <a:pt x="157" y="1747"/>
                  </a:lnTo>
                  <a:lnTo>
                    <a:pt x="136" y="1849"/>
                  </a:lnTo>
                  <a:lnTo>
                    <a:pt x="116" y="1954"/>
                  </a:lnTo>
                  <a:lnTo>
                    <a:pt x="98" y="2060"/>
                  </a:lnTo>
                  <a:lnTo>
                    <a:pt x="81" y="2166"/>
                  </a:lnTo>
                  <a:lnTo>
                    <a:pt x="65" y="2276"/>
                  </a:lnTo>
                  <a:lnTo>
                    <a:pt x="51" y="2385"/>
                  </a:lnTo>
                  <a:lnTo>
                    <a:pt x="39" y="2497"/>
                  </a:lnTo>
                  <a:lnTo>
                    <a:pt x="29" y="2608"/>
                  </a:lnTo>
                  <a:lnTo>
                    <a:pt x="20" y="2722"/>
                  </a:lnTo>
                  <a:lnTo>
                    <a:pt x="13" y="2835"/>
                  </a:lnTo>
                  <a:lnTo>
                    <a:pt x="7" y="2949"/>
                  </a:lnTo>
                  <a:lnTo>
                    <a:pt x="3" y="3063"/>
                  </a:lnTo>
                  <a:lnTo>
                    <a:pt x="1" y="3179"/>
                  </a:lnTo>
                  <a:lnTo>
                    <a:pt x="0" y="3294"/>
                  </a:lnTo>
                  <a:lnTo>
                    <a:pt x="1" y="3408"/>
                  </a:lnTo>
                  <a:lnTo>
                    <a:pt x="3" y="3524"/>
                  </a:lnTo>
                  <a:lnTo>
                    <a:pt x="7" y="3638"/>
                  </a:lnTo>
                  <a:lnTo>
                    <a:pt x="13" y="3752"/>
                  </a:lnTo>
                  <a:lnTo>
                    <a:pt x="20" y="3865"/>
                  </a:lnTo>
                  <a:lnTo>
                    <a:pt x="29" y="3979"/>
                  </a:lnTo>
                  <a:lnTo>
                    <a:pt x="39" y="4090"/>
                  </a:lnTo>
                  <a:lnTo>
                    <a:pt x="51" y="4202"/>
                  </a:lnTo>
                  <a:lnTo>
                    <a:pt x="65" y="4311"/>
                  </a:lnTo>
                  <a:lnTo>
                    <a:pt x="81" y="4421"/>
                  </a:lnTo>
                  <a:lnTo>
                    <a:pt x="98" y="4528"/>
                  </a:lnTo>
                  <a:lnTo>
                    <a:pt x="116" y="4633"/>
                  </a:lnTo>
                  <a:lnTo>
                    <a:pt x="136" y="4738"/>
                  </a:lnTo>
                  <a:lnTo>
                    <a:pt x="157" y="4840"/>
                  </a:lnTo>
                  <a:lnTo>
                    <a:pt x="181" y="4940"/>
                  </a:lnTo>
                  <a:lnTo>
                    <a:pt x="205" y="5039"/>
                  </a:lnTo>
                  <a:lnTo>
                    <a:pt x="231" y="5135"/>
                  </a:lnTo>
                  <a:lnTo>
                    <a:pt x="260" y="5229"/>
                  </a:lnTo>
                  <a:lnTo>
                    <a:pt x="289" y="5322"/>
                  </a:lnTo>
                  <a:lnTo>
                    <a:pt x="321" y="5411"/>
                  </a:lnTo>
                  <a:lnTo>
                    <a:pt x="353" y="5498"/>
                  </a:lnTo>
                  <a:lnTo>
                    <a:pt x="386" y="5582"/>
                  </a:lnTo>
                  <a:lnTo>
                    <a:pt x="422" y="5663"/>
                  </a:lnTo>
                  <a:lnTo>
                    <a:pt x="459" y="5741"/>
                  </a:lnTo>
                  <a:lnTo>
                    <a:pt x="498" y="5817"/>
                  </a:lnTo>
                  <a:lnTo>
                    <a:pt x="537" y="5889"/>
                  </a:lnTo>
                  <a:lnTo>
                    <a:pt x="579" y="5958"/>
                  </a:lnTo>
                  <a:lnTo>
                    <a:pt x="622" y="6024"/>
                  </a:lnTo>
                  <a:lnTo>
                    <a:pt x="666" y="6087"/>
                  </a:lnTo>
                  <a:lnTo>
                    <a:pt x="711" y="6147"/>
                  </a:lnTo>
                  <a:lnTo>
                    <a:pt x="759" y="6202"/>
                  </a:lnTo>
                  <a:lnTo>
                    <a:pt x="808" y="6254"/>
                  </a:lnTo>
                  <a:lnTo>
                    <a:pt x="857" y="6303"/>
                  </a:lnTo>
                  <a:lnTo>
                    <a:pt x="909" y="6347"/>
                  </a:lnTo>
                  <a:lnTo>
                    <a:pt x="962" y="6389"/>
                  </a:lnTo>
                  <a:lnTo>
                    <a:pt x="1015" y="6426"/>
                  </a:lnTo>
                  <a:lnTo>
                    <a:pt x="1070" y="6460"/>
                  </a:lnTo>
                  <a:lnTo>
                    <a:pt x="1127" y="6490"/>
                  </a:lnTo>
                  <a:lnTo>
                    <a:pt x="1184" y="6515"/>
                  </a:lnTo>
                  <a:lnTo>
                    <a:pt x="1243" y="6538"/>
                  </a:lnTo>
                  <a:lnTo>
                    <a:pt x="1304" y="6555"/>
                  </a:lnTo>
                  <a:lnTo>
                    <a:pt x="1366" y="6569"/>
                  </a:lnTo>
                  <a:lnTo>
                    <a:pt x="1427" y="6579"/>
                  </a:lnTo>
                  <a:lnTo>
                    <a:pt x="1492" y="6585"/>
                  </a:lnTo>
                  <a:lnTo>
                    <a:pt x="1557" y="6587"/>
                  </a:lnTo>
                  <a:lnTo>
                    <a:pt x="1623" y="6585"/>
                  </a:lnTo>
                  <a:lnTo>
                    <a:pt x="1691" y="6579"/>
                  </a:lnTo>
                  <a:lnTo>
                    <a:pt x="1759" y="6569"/>
                  </a:lnTo>
                  <a:lnTo>
                    <a:pt x="1828" y="6555"/>
                  </a:lnTo>
                  <a:lnTo>
                    <a:pt x="1898" y="6538"/>
                  </a:lnTo>
                  <a:lnTo>
                    <a:pt x="1970" y="6515"/>
                  </a:lnTo>
                  <a:lnTo>
                    <a:pt x="2043" y="6490"/>
                  </a:lnTo>
                  <a:lnTo>
                    <a:pt x="2117" y="6460"/>
                  </a:lnTo>
                  <a:lnTo>
                    <a:pt x="2191" y="6426"/>
                  </a:lnTo>
                  <a:lnTo>
                    <a:pt x="2267" y="6389"/>
                  </a:lnTo>
                  <a:lnTo>
                    <a:pt x="2343" y="6347"/>
                  </a:lnTo>
                  <a:lnTo>
                    <a:pt x="2421" y="6303"/>
                  </a:lnTo>
                  <a:lnTo>
                    <a:pt x="2499" y="6254"/>
                  </a:lnTo>
                  <a:lnTo>
                    <a:pt x="2578" y="6202"/>
                  </a:lnTo>
                  <a:lnTo>
                    <a:pt x="2658" y="6147"/>
                  </a:lnTo>
                  <a:lnTo>
                    <a:pt x="2739" y="6087"/>
                  </a:lnTo>
                  <a:lnTo>
                    <a:pt x="2820" y="6024"/>
                  </a:lnTo>
                  <a:lnTo>
                    <a:pt x="2903" y="5958"/>
                  </a:lnTo>
                  <a:lnTo>
                    <a:pt x="2986" y="5889"/>
                  </a:lnTo>
                  <a:lnTo>
                    <a:pt x="3069" y="5817"/>
                  </a:lnTo>
                  <a:lnTo>
                    <a:pt x="3154" y="5741"/>
                  </a:lnTo>
                  <a:lnTo>
                    <a:pt x="3239" y="5663"/>
                  </a:lnTo>
                  <a:lnTo>
                    <a:pt x="3324" y="5582"/>
                  </a:lnTo>
                  <a:lnTo>
                    <a:pt x="3411" y="5498"/>
                  </a:lnTo>
                  <a:lnTo>
                    <a:pt x="3497" y="5411"/>
                  </a:lnTo>
                  <a:lnTo>
                    <a:pt x="3585" y="5322"/>
                  </a:lnTo>
                  <a:lnTo>
                    <a:pt x="3673" y="5229"/>
                  </a:lnTo>
                  <a:lnTo>
                    <a:pt x="3762" y="5135"/>
                  </a:lnTo>
                  <a:lnTo>
                    <a:pt x="3851" y="5039"/>
                  </a:lnTo>
                  <a:lnTo>
                    <a:pt x="3940" y="4940"/>
                  </a:lnTo>
                  <a:lnTo>
                    <a:pt x="4030" y="4840"/>
                  </a:lnTo>
                  <a:lnTo>
                    <a:pt x="4120" y="4738"/>
                  </a:lnTo>
                  <a:lnTo>
                    <a:pt x="4210" y="4633"/>
                  </a:lnTo>
                  <a:lnTo>
                    <a:pt x="4301" y="4528"/>
                  </a:lnTo>
                  <a:lnTo>
                    <a:pt x="4392" y="4421"/>
                  </a:lnTo>
                  <a:lnTo>
                    <a:pt x="4485" y="4311"/>
                  </a:lnTo>
                  <a:lnTo>
                    <a:pt x="4576" y="4202"/>
                  </a:lnTo>
                  <a:lnTo>
                    <a:pt x="4668" y="4090"/>
                  </a:lnTo>
                  <a:lnTo>
                    <a:pt x="4760" y="3979"/>
                  </a:lnTo>
                  <a:lnTo>
                    <a:pt x="4852" y="3865"/>
                  </a:lnTo>
                  <a:lnTo>
                    <a:pt x="4945" y="3752"/>
                  </a:lnTo>
                  <a:lnTo>
                    <a:pt x="5038" y="3638"/>
                  </a:lnTo>
                  <a:lnTo>
                    <a:pt x="5131" y="3524"/>
                  </a:lnTo>
                  <a:lnTo>
                    <a:pt x="5223" y="3408"/>
                  </a:lnTo>
                  <a:lnTo>
                    <a:pt x="5316" y="3294"/>
                  </a:lnTo>
                  <a:close/>
                </a:path>
              </a:pathLst>
            </a:custGeom>
            <a:noFill/>
            <a:ln w="73660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E302A61C-2132-F310-02A6-33502FF4C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6947" y="2583257"/>
              <a:ext cx="1139217" cy="2655494"/>
            </a:xfrm>
            <a:custGeom>
              <a:avLst/>
              <a:gdLst>
                <a:gd name="T0" fmla="*/ 2050 w 2345"/>
                <a:gd name="T1" fmla="*/ 75 h 5411"/>
                <a:gd name="T2" fmla="*/ 2099 w 2345"/>
                <a:gd name="T3" fmla="*/ 231 h 5411"/>
                <a:gd name="T4" fmla="*/ 2144 w 2345"/>
                <a:gd name="T5" fmla="*/ 394 h 5411"/>
                <a:gd name="T6" fmla="*/ 2185 w 2345"/>
                <a:gd name="T7" fmla="*/ 562 h 5411"/>
                <a:gd name="T8" fmla="*/ 2221 w 2345"/>
                <a:gd name="T9" fmla="*/ 735 h 5411"/>
                <a:gd name="T10" fmla="*/ 2252 w 2345"/>
                <a:gd name="T11" fmla="*/ 914 h 5411"/>
                <a:gd name="T12" fmla="*/ 2279 w 2345"/>
                <a:gd name="T13" fmla="*/ 1097 h 5411"/>
                <a:gd name="T14" fmla="*/ 2301 w 2345"/>
                <a:gd name="T15" fmla="*/ 1283 h 5411"/>
                <a:gd name="T16" fmla="*/ 2319 w 2345"/>
                <a:gd name="T17" fmla="*/ 1472 h 5411"/>
                <a:gd name="T18" fmla="*/ 2332 w 2345"/>
                <a:gd name="T19" fmla="*/ 1663 h 5411"/>
                <a:gd name="T20" fmla="*/ 2340 w 2345"/>
                <a:gd name="T21" fmla="*/ 1857 h 5411"/>
                <a:gd name="T22" fmla="*/ 2345 w 2345"/>
                <a:gd name="T23" fmla="*/ 2051 h 5411"/>
                <a:gd name="T24" fmla="*/ 2343 w 2345"/>
                <a:gd name="T25" fmla="*/ 2245 h 5411"/>
                <a:gd name="T26" fmla="*/ 2338 w 2345"/>
                <a:gd name="T27" fmla="*/ 2439 h 5411"/>
                <a:gd name="T28" fmla="*/ 2328 w 2345"/>
                <a:gd name="T29" fmla="*/ 2631 h 5411"/>
                <a:gd name="T30" fmla="*/ 2314 w 2345"/>
                <a:gd name="T31" fmla="*/ 2822 h 5411"/>
                <a:gd name="T32" fmla="*/ 2295 w 2345"/>
                <a:gd name="T33" fmla="*/ 3010 h 5411"/>
                <a:gd name="T34" fmla="*/ 2271 w 2345"/>
                <a:gd name="T35" fmla="*/ 3196 h 5411"/>
                <a:gd name="T36" fmla="*/ 2242 w 2345"/>
                <a:gd name="T37" fmla="*/ 3377 h 5411"/>
                <a:gd name="T38" fmla="*/ 2210 w 2345"/>
                <a:gd name="T39" fmla="*/ 3555 h 5411"/>
                <a:gd name="T40" fmla="*/ 2172 w 2345"/>
                <a:gd name="T41" fmla="*/ 3727 h 5411"/>
                <a:gd name="T42" fmla="*/ 2131 w 2345"/>
                <a:gd name="T43" fmla="*/ 3893 h 5411"/>
                <a:gd name="T44" fmla="*/ 2084 w 2345"/>
                <a:gd name="T45" fmla="*/ 4053 h 5411"/>
                <a:gd name="T46" fmla="*/ 2034 w 2345"/>
                <a:gd name="T47" fmla="*/ 4207 h 5411"/>
                <a:gd name="T48" fmla="*/ 1979 w 2345"/>
                <a:gd name="T49" fmla="*/ 4353 h 5411"/>
                <a:gd name="T50" fmla="*/ 1919 w 2345"/>
                <a:gd name="T51" fmla="*/ 4492 h 5411"/>
                <a:gd name="T52" fmla="*/ 1856 w 2345"/>
                <a:gd name="T53" fmla="*/ 4623 h 5411"/>
                <a:gd name="T54" fmla="*/ 1789 w 2345"/>
                <a:gd name="T55" fmla="*/ 4745 h 5411"/>
                <a:gd name="T56" fmla="*/ 1717 w 2345"/>
                <a:gd name="T57" fmla="*/ 4857 h 5411"/>
                <a:gd name="T58" fmla="*/ 1641 w 2345"/>
                <a:gd name="T59" fmla="*/ 4960 h 5411"/>
                <a:gd name="T60" fmla="*/ 1561 w 2345"/>
                <a:gd name="T61" fmla="*/ 5054 h 5411"/>
                <a:gd name="T62" fmla="*/ 1477 w 2345"/>
                <a:gd name="T63" fmla="*/ 5136 h 5411"/>
                <a:gd name="T64" fmla="*/ 1389 w 2345"/>
                <a:gd name="T65" fmla="*/ 5209 h 5411"/>
                <a:gd name="T66" fmla="*/ 1297 w 2345"/>
                <a:gd name="T67" fmla="*/ 5271 h 5411"/>
                <a:gd name="T68" fmla="*/ 1202 w 2345"/>
                <a:gd name="T69" fmla="*/ 5321 h 5411"/>
                <a:gd name="T70" fmla="*/ 1103 w 2345"/>
                <a:gd name="T71" fmla="*/ 5361 h 5411"/>
                <a:gd name="T72" fmla="*/ 1001 w 2345"/>
                <a:gd name="T73" fmla="*/ 5389 h 5411"/>
                <a:gd name="T74" fmla="*/ 895 w 2345"/>
                <a:gd name="T75" fmla="*/ 5406 h 5411"/>
                <a:gd name="T76" fmla="*/ 786 w 2345"/>
                <a:gd name="T77" fmla="*/ 5411 h 5411"/>
                <a:gd name="T78" fmla="*/ 674 w 2345"/>
                <a:gd name="T79" fmla="*/ 5405 h 5411"/>
                <a:gd name="T80" fmla="*/ 557 w 2345"/>
                <a:gd name="T81" fmla="*/ 5388 h 5411"/>
                <a:gd name="T82" fmla="*/ 439 w 2345"/>
                <a:gd name="T83" fmla="*/ 5360 h 5411"/>
                <a:gd name="T84" fmla="*/ 317 w 2345"/>
                <a:gd name="T85" fmla="*/ 5319 h 5411"/>
                <a:gd name="T86" fmla="*/ 193 w 2345"/>
                <a:gd name="T87" fmla="*/ 5268 h 5411"/>
                <a:gd name="T88" fmla="*/ 65 w 2345"/>
                <a:gd name="T89" fmla="*/ 5207 h 5411"/>
                <a:gd name="csX0" fmla="*/ 8742 w 10000"/>
                <a:gd name="csY0" fmla="*/ 0 h 9861"/>
                <a:gd name="csX1" fmla="*/ 8849 w 10000"/>
                <a:gd name="csY1" fmla="*/ 142 h 9861"/>
                <a:gd name="csX2" fmla="*/ 8951 w 10000"/>
                <a:gd name="csY2" fmla="*/ 288 h 9861"/>
                <a:gd name="csX3" fmla="*/ 9053 w 10000"/>
                <a:gd name="csY3" fmla="*/ 436 h 9861"/>
                <a:gd name="csX4" fmla="*/ 9143 w 10000"/>
                <a:gd name="csY4" fmla="*/ 589 h 9861"/>
                <a:gd name="csX5" fmla="*/ 9232 w 10000"/>
                <a:gd name="csY5" fmla="*/ 743 h 9861"/>
                <a:gd name="csX6" fmla="*/ 9318 w 10000"/>
                <a:gd name="csY6" fmla="*/ 900 h 9861"/>
                <a:gd name="csX7" fmla="*/ 9394 w 10000"/>
                <a:gd name="csY7" fmla="*/ 1059 h 9861"/>
                <a:gd name="csX8" fmla="*/ 9471 w 10000"/>
                <a:gd name="csY8" fmla="*/ 1219 h 9861"/>
                <a:gd name="csX9" fmla="*/ 9539 w 10000"/>
                <a:gd name="csY9" fmla="*/ 1384 h 9861"/>
                <a:gd name="csX10" fmla="*/ 9603 w 10000"/>
                <a:gd name="csY10" fmla="*/ 1550 h 9861"/>
                <a:gd name="csX11" fmla="*/ 9663 w 10000"/>
                <a:gd name="csY11" fmla="*/ 1718 h 9861"/>
                <a:gd name="csX12" fmla="*/ 9719 w 10000"/>
                <a:gd name="csY12" fmla="*/ 1888 h 9861"/>
                <a:gd name="csX13" fmla="*/ 9770 w 10000"/>
                <a:gd name="csY13" fmla="*/ 2058 h 9861"/>
                <a:gd name="csX14" fmla="*/ 9812 w 10000"/>
                <a:gd name="csY14" fmla="*/ 2232 h 9861"/>
                <a:gd name="csX15" fmla="*/ 9851 w 10000"/>
                <a:gd name="csY15" fmla="*/ 2408 h 9861"/>
                <a:gd name="csX16" fmla="*/ 9889 w 10000"/>
                <a:gd name="csY16" fmla="*/ 2581 h 9861"/>
                <a:gd name="csX17" fmla="*/ 9919 w 10000"/>
                <a:gd name="csY17" fmla="*/ 2759 h 9861"/>
                <a:gd name="csX18" fmla="*/ 9945 w 10000"/>
                <a:gd name="csY18" fmla="*/ 2934 h 9861"/>
                <a:gd name="csX19" fmla="*/ 9962 w 10000"/>
                <a:gd name="csY19" fmla="*/ 3114 h 9861"/>
                <a:gd name="csX20" fmla="*/ 9979 w 10000"/>
                <a:gd name="csY20" fmla="*/ 3293 h 9861"/>
                <a:gd name="csX21" fmla="*/ 9987 w 10000"/>
                <a:gd name="csY21" fmla="*/ 3470 h 9861"/>
                <a:gd name="csX22" fmla="*/ 10000 w 10000"/>
                <a:gd name="csY22" fmla="*/ 3651 h 9861"/>
                <a:gd name="csX23" fmla="*/ 10000 w 10000"/>
                <a:gd name="csY23" fmla="*/ 3831 h 9861"/>
                <a:gd name="csX24" fmla="*/ 9991 w 10000"/>
                <a:gd name="csY24" fmla="*/ 4010 h 9861"/>
                <a:gd name="csX25" fmla="*/ 9983 w 10000"/>
                <a:gd name="csY25" fmla="*/ 4187 h 9861"/>
                <a:gd name="csX26" fmla="*/ 9970 w 10000"/>
                <a:gd name="csY26" fmla="*/ 4368 h 9861"/>
                <a:gd name="csX27" fmla="*/ 9949 w 10000"/>
                <a:gd name="csY27" fmla="*/ 4546 h 9861"/>
                <a:gd name="csX28" fmla="*/ 9928 w 10000"/>
                <a:gd name="csY28" fmla="*/ 4723 h 9861"/>
                <a:gd name="csX29" fmla="*/ 9898 w 10000"/>
                <a:gd name="csY29" fmla="*/ 4901 h 9861"/>
                <a:gd name="csX30" fmla="*/ 9868 w 10000"/>
                <a:gd name="csY30" fmla="*/ 5076 h 9861"/>
                <a:gd name="csX31" fmla="*/ 9829 w 10000"/>
                <a:gd name="csY31" fmla="*/ 5252 h 9861"/>
                <a:gd name="csX32" fmla="*/ 9787 w 10000"/>
                <a:gd name="csY32" fmla="*/ 5424 h 9861"/>
                <a:gd name="csX33" fmla="*/ 9740 w 10000"/>
                <a:gd name="csY33" fmla="*/ 5597 h 9861"/>
                <a:gd name="csX34" fmla="*/ 9684 w 10000"/>
                <a:gd name="csY34" fmla="*/ 5767 h 9861"/>
                <a:gd name="csX35" fmla="*/ 9625 w 10000"/>
                <a:gd name="csY35" fmla="*/ 5936 h 9861"/>
                <a:gd name="csX36" fmla="*/ 9561 w 10000"/>
                <a:gd name="csY36" fmla="*/ 6102 h 9861"/>
                <a:gd name="csX37" fmla="*/ 9497 w 10000"/>
                <a:gd name="csY37" fmla="*/ 6266 h 9861"/>
                <a:gd name="csX38" fmla="*/ 9424 w 10000"/>
                <a:gd name="csY38" fmla="*/ 6431 h 9861"/>
                <a:gd name="csX39" fmla="*/ 9348 w 10000"/>
                <a:gd name="csY39" fmla="*/ 6590 h 9861"/>
                <a:gd name="csX40" fmla="*/ 9262 w 10000"/>
                <a:gd name="csY40" fmla="*/ 6749 h 9861"/>
                <a:gd name="csX41" fmla="*/ 9177 w 10000"/>
                <a:gd name="csY41" fmla="*/ 6904 h 9861"/>
                <a:gd name="csX42" fmla="*/ 9087 w 10000"/>
                <a:gd name="csY42" fmla="*/ 7056 h 9861"/>
                <a:gd name="csX43" fmla="*/ 8989 w 10000"/>
                <a:gd name="csY43" fmla="*/ 7205 h 9861"/>
                <a:gd name="csX44" fmla="*/ 8887 w 10000"/>
                <a:gd name="csY44" fmla="*/ 7351 h 9861"/>
                <a:gd name="csX45" fmla="*/ 8785 w 10000"/>
                <a:gd name="csY45" fmla="*/ 7495 h 9861"/>
                <a:gd name="csX46" fmla="*/ 8674 w 10000"/>
                <a:gd name="csY46" fmla="*/ 7636 h 9861"/>
                <a:gd name="csX47" fmla="*/ 8559 w 10000"/>
                <a:gd name="csY47" fmla="*/ 7773 h 9861"/>
                <a:gd name="csX48" fmla="*/ 8439 w 10000"/>
                <a:gd name="csY48" fmla="*/ 7906 h 9861"/>
                <a:gd name="csX49" fmla="*/ 8316 w 10000"/>
                <a:gd name="csY49" fmla="*/ 8037 h 9861"/>
                <a:gd name="csX50" fmla="*/ 8183 w 10000"/>
                <a:gd name="csY50" fmla="*/ 8163 h 9861"/>
                <a:gd name="csX51" fmla="*/ 8051 w 10000"/>
                <a:gd name="csY51" fmla="*/ 8285 h 9861"/>
                <a:gd name="csX52" fmla="*/ 7915 w 10000"/>
                <a:gd name="csY52" fmla="*/ 8405 h 9861"/>
                <a:gd name="csX53" fmla="*/ 7774 w 10000"/>
                <a:gd name="csY53" fmla="*/ 8519 h 9861"/>
                <a:gd name="csX54" fmla="*/ 7629 w 10000"/>
                <a:gd name="csY54" fmla="*/ 8630 h 9861"/>
                <a:gd name="csX55" fmla="*/ 7475 w 10000"/>
                <a:gd name="csY55" fmla="*/ 8736 h 9861"/>
                <a:gd name="csX56" fmla="*/ 7322 w 10000"/>
                <a:gd name="csY56" fmla="*/ 8837 h 9861"/>
                <a:gd name="csX57" fmla="*/ 7160 w 10000"/>
                <a:gd name="csY57" fmla="*/ 8935 h 9861"/>
                <a:gd name="csX58" fmla="*/ 6998 w 10000"/>
                <a:gd name="csY58" fmla="*/ 9028 h 9861"/>
                <a:gd name="csX59" fmla="*/ 6827 w 10000"/>
                <a:gd name="csY59" fmla="*/ 9116 h 9861"/>
                <a:gd name="csX60" fmla="*/ 6657 w 10000"/>
                <a:gd name="csY60" fmla="*/ 9201 h 9861"/>
                <a:gd name="csX61" fmla="*/ 6478 w 10000"/>
                <a:gd name="csY61" fmla="*/ 9279 h 9861"/>
                <a:gd name="csX62" fmla="*/ 6299 w 10000"/>
                <a:gd name="csY62" fmla="*/ 9353 h 9861"/>
                <a:gd name="csX63" fmla="*/ 6111 w 10000"/>
                <a:gd name="csY63" fmla="*/ 9421 h 9861"/>
                <a:gd name="csX64" fmla="*/ 5923 w 10000"/>
                <a:gd name="csY64" fmla="*/ 9488 h 9861"/>
                <a:gd name="csX65" fmla="*/ 5731 w 10000"/>
                <a:gd name="csY65" fmla="*/ 9547 h 9861"/>
                <a:gd name="csX66" fmla="*/ 5531 w 10000"/>
                <a:gd name="csY66" fmla="*/ 9602 h 9861"/>
                <a:gd name="csX67" fmla="*/ 5330 w 10000"/>
                <a:gd name="csY67" fmla="*/ 9650 h 9861"/>
                <a:gd name="csX68" fmla="*/ 5126 w 10000"/>
                <a:gd name="csY68" fmla="*/ 9695 h 9861"/>
                <a:gd name="csX69" fmla="*/ 4917 w 10000"/>
                <a:gd name="csY69" fmla="*/ 9733 h 9861"/>
                <a:gd name="csX70" fmla="*/ 4704 w 10000"/>
                <a:gd name="csY70" fmla="*/ 9769 h 9861"/>
                <a:gd name="csX71" fmla="*/ 4486 w 10000"/>
                <a:gd name="csY71" fmla="*/ 9796 h 9861"/>
                <a:gd name="csX72" fmla="*/ 4269 w 10000"/>
                <a:gd name="csY72" fmla="*/ 9820 h 9861"/>
                <a:gd name="csX73" fmla="*/ 4043 w 10000"/>
                <a:gd name="csY73" fmla="*/ 9839 h 9861"/>
                <a:gd name="csX74" fmla="*/ 3817 w 10000"/>
                <a:gd name="csY74" fmla="*/ 9852 h 9861"/>
                <a:gd name="csX75" fmla="*/ 3586 w 10000"/>
                <a:gd name="csY75" fmla="*/ 9859 h 9861"/>
                <a:gd name="csX76" fmla="*/ 3352 w 10000"/>
                <a:gd name="csY76" fmla="*/ 9861 h 9861"/>
                <a:gd name="csX77" fmla="*/ 3113 w 10000"/>
                <a:gd name="csY77" fmla="*/ 9859 h 9861"/>
                <a:gd name="csX78" fmla="*/ 2874 w 10000"/>
                <a:gd name="csY78" fmla="*/ 9850 h 9861"/>
                <a:gd name="csX79" fmla="*/ 2627 w 10000"/>
                <a:gd name="csY79" fmla="*/ 9837 h 9861"/>
                <a:gd name="csX80" fmla="*/ 2375 w 10000"/>
                <a:gd name="csY80" fmla="*/ 9818 h 9861"/>
                <a:gd name="csX81" fmla="*/ 2124 w 10000"/>
                <a:gd name="csY81" fmla="*/ 9794 h 9861"/>
                <a:gd name="csX82" fmla="*/ 1872 w 10000"/>
                <a:gd name="csY82" fmla="*/ 9767 h 9861"/>
                <a:gd name="csX83" fmla="*/ 1612 w 10000"/>
                <a:gd name="csY83" fmla="*/ 9730 h 9861"/>
                <a:gd name="csX84" fmla="*/ 1352 w 10000"/>
                <a:gd name="csY84" fmla="*/ 9691 h 9861"/>
                <a:gd name="csX85" fmla="*/ 1087 w 10000"/>
                <a:gd name="csY85" fmla="*/ 9648 h 9861"/>
                <a:gd name="csX86" fmla="*/ 823 w 10000"/>
                <a:gd name="csY86" fmla="*/ 9597 h 9861"/>
                <a:gd name="csX87" fmla="*/ 550 w 10000"/>
                <a:gd name="csY87" fmla="*/ 9543 h 9861"/>
                <a:gd name="csX88" fmla="*/ 277 w 10000"/>
                <a:gd name="csY88" fmla="*/ 9484 h 9861"/>
                <a:gd name="csX89" fmla="*/ 0 w 10000"/>
                <a:gd name="csY89" fmla="*/ 9417 h 9861"/>
                <a:gd name="csX0" fmla="*/ 8742 w 10000"/>
                <a:gd name="csY0" fmla="*/ 0 h 10000"/>
                <a:gd name="csX1" fmla="*/ 8951 w 10000"/>
                <a:gd name="csY1" fmla="*/ 292 h 10000"/>
                <a:gd name="csX2" fmla="*/ 9053 w 10000"/>
                <a:gd name="csY2" fmla="*/ 442 h 10000"/>
                <a:gd name="csX3" fmla="*/ 9143 w 10000"/>
                <a:gd name="csY3" fmla="*/ 597 h 10000"/>
                <a:gd name="csX4" fmla="*/ 9232 w 10000"/>
                <a:gd name="csY4" fmla="*/ 753 h 10000"/>
                <a:gd name="csX5" fmla="*/ 9318 w 10000"/>
                <a:gd name="csY5" fmla="*/ 913 h 10000"/>
                <a:gd name="csX6" fmla="*/ 9394 w 10000"/>
                <a:gd name="csY6" fmla="*/ 1074 h 10000"/>
                <a:gd name="csX7" fmla="*/ 9471 w 10000"/>
                <a:gd name="csY7" fmla="*/ 1236 h 10000"/>
                <a:gd name="csX8" fmla="*/ 9539 w 10000"/>
                <a:gd name="csY8" fmla="*/ 1404 h 10000"/>
                <a:gd name="csX9" fmla="*/ 9603 w 10000"/>
                <a:gd name="csY9" fmla="*/ 1572 h 10000"/>
                <a:gd name="csX10" fmla="*/ 9663 w 10000"/>
                <a:gd name="csY10" fmla="*/ 1742 h 10000"/>
                <a:gd name="csX11" fmla="*/ 9719 w 10000"/>
                <a:gd name="csY11" fmla="*/ 1915 h 10000"/>
                <a:gd name="csX12" fmla="*/ 9770 w 10000"/>
                <a:gd name="csY12" fmla="*/ 2087 h 10000"/>
                <a:gd name="csX13" fmla="*/ 9812 w 10000"/>
                <a:gd name="csY13" fmla="*/ 2263 h 10000"/>
                <a:gd name="csX14" fmla="*/ 9851 w 10000"/>
                <a:gd name="csY14" fmla="*/ 2442 h 10000"/>
                <a:gd name="csX15" fmla="*/ 9889 w 10000"/>
                <a:gd name="csY15" fmla="*/ 2617 h 10000"/>
                <a:gd name="csX16" fmla="*/ 9919 w 10000"/>
                <a:gd name="csY16" fmla="*/ 2798 h 10000"/>
                <a:gd name="csX17" fmla="*/ 9945 w 10000"/>
                <a:gd name="csY17" fmla="*/ 2975 h 10000"/>
                <a:gd name="csX18" fmla="*/ 9962 w 10000"/>
                <a:gd name="csY18" fmla="*/ 3158 h 10000"/>
                <a:gd name="csX19" fmla="*/ 9979 w 10000"/>
                <a:gd name="csY19" fmla="*/ 3339 h 10000"/>
                <a:gd name="csX20" fmla="*/ 9987 w 10000"/>
                <a:gd name="csY20" fmla="*/ 3519 h 10000"/>
                <a:gd name="csX21" fmla="*/ 10000 w 10000"/>
                <a:gd name="csY21" fmla="*/ 3702 h 10000"/>
                <a:gd name="csX22" fmla="*/ 10000 w 10000"/>
                <a:gd name="csY22" fmla="*/ 3885 h 10000"/>
                <a:gd name="csX23" fmla="*/ 9991 w 10000"/>
                <a:gd name="csY23" fmla="*/ 4067 h 10000"/>
                <a:gd name="csX24" fmla="*/ 9983 w 10000"/>
                <a:gd name="csY24" fmla="*/ 4246 h 10000"/>
                <a:gd name="csX25" fmla="*/ 9970 w 10000"/>
                <a:gd name="csY25" fmla="*/ 4430 h 10000"/>
                <a:gd name="csX26" fmla="*/ 9949 w 10000"/>
                <a:gd name="csY26" fmla="*/ 4610 h 10000"/>
                <a:gd name="csX27" fmla="*/ 9928 w 10000"/>
                <a:gd name="csY27" fmla="*/ 4790 h 10000"/>
                <a:gd name="csX28" fmla="*/ 9898 w 10000"/>
                <a:gd name="csY28" fmla="*/ 4970 h 10000"/>
                <a:gd name="csX29" fmla="*/ 9868 w 10000"/>
                <a:gd name="csY29" fmla="*/ 5148 h 10000"/>
                <a:gd name="csX30" fmla="*/ 9829 w 10000"/>
                <a:gd name="csY30" fmla="*/ 5326 h 10000"/>
                <a:gd name="csX31" fmla="*/ 9787 w 10000"/>
                <a:gd name="csY31" fmla="*/ 5500 h 10000"/>
                <a:gd name="csX32" fmla="*/ 9740 w 10000"/>
                <a:gd name="csY32" fmla="*/ 5676 h 10000"/>
                <a:gd name="csX33" fmla="*/ 9684 w 10000"/>
                <a:gd name="csY33" fmla="*/ 5848 h 10000"/>
                <a:gd name="csX34" fmla="*/ 9625 w 10000"/>
                <a:gd name="csY34" fmla="*/ 6020 h 10000"/>
                <a:gd name="csX35" fmla="*/ 9561 w 10000"/>
                <a:gd name="csY35" fmla="*/ 6188 h 10000"/>
                <a:gd name="csX36" fmla="*/ 9497 w 10000"/>
                <a:gd name="csY36" fmla="*/ 6354 h 10000"/>
                <a:gd name="csX37" fmla="*/ 9424 w 10000"/>
                <a:gd name="csY37" fmla="*/ 6522 h 10000"/>
                <a:gd name="csX38" fmla="*/ 9348 w 10000"/>
                <a:gd name="csY38" fmla="*/ 6683 h 10000"/>
                <a:gd name="csX39" fmla="*/ 9262 w 10000"/>
                <a:gd name="csY39" fmla="*/ 6844 h 10000"/>
                <a:gd name="csX40" fmla="*/ 9177 w 10000"/>
                <a:gd name="csY40" fmla="*/ 7001 h 10000"/>
                <a:gd name="csX41" fmla="*/ 9087 w 10000"/>
                <a:gd name="csY41" fmla="*/ 7155 h 10000"/>
                <a:gd name="csX42" fmla="*/ 8989 w 10000"/>
                <a:gd name="csY42" fmla="*/ 7307 h 10000"/>
                <a:gd name="csX43" fmla="*/ 8887 w 10000"/>
                <a:gd name="csY43" fmla="*/ 7455 h 10000"/>
                <a:gd name="csX44" fmla="*/ 8785 w 10000"/>
                <a:gd name="csY44" fmla="*/ 7601 h 10000"/>
                <a:gd name="csX45" fmla="*/ 8674 w 10000"/>
                <a:gd name="csY45" fmla="*/ 7744 h 10000"/>
                <a:gd name="csX46" fmla="*/ 8559 w 10000"/>
                <a:gd name="csY46" fmla="*/ 7883 h 10000"/>
                <a:gd name="csX47" fmla="*/ 8439 w 10000"/>
                <a:gd name="csY47" fmla="*/ 8017 h 10000"/>
                <a:gd name="csX48" fmla="*/ 8316 w 10000"/>
                <a:gd name="csY48" fmla="*/ 8150 h 10000"/>
                <a:gd name="csX49" fmla="*/ 8183 w 10000"/>
                <a:gd name="csY49" fmla="*/ 8278 h 10000"/>
                <a:gd name="csX50" fmla="*/ 8051 w 10000"/>
                <a:gd name="csY50" fmla="*/ 8402 h 10000"/>
                <a:gd name="csX51" fmla="*/ 7915 w 10000"/>
                <a:gd name="csY51" fmla="*/ 8523 h 10000"/>
                <a:gd name="csX52" fmla="*/ 7774 w 10000"/>
                <a:gd name="csY52" fmla="*/ 8639 h 10000"/>
                <a:gd name="csX53" fmla="*/ 7629 w 10000"/>
                <a:gd name="csY53" fmla="*/ 8752 h 10000"/>
                <a:gd name="csX54" fmla="*/ 7475 w 10000"/>
                <a:gd name="csY54" fmla="*/ 8859 h 10000"/>
                <a:gd name="csX55" fmla="*/ 7322 w 10000"/>
                <a:gd name="csY55" fmla="*/ 8962 h 10000"/>
                <a:gd name="csX56" fmla="*/ 7160 w 10000"/>
                <a:gd name="csY56" fmla="*/ 9061 h 10000"/>
                <a:gd name="csX57" fmla="*/ 6998 w 10000"/>
                <a:gd name="csY57" fmla="*/ 9155 h 10000"/>
                <a:gd name="csX58" fmla="*/ 6827 w 10000"/>
                <a:gd name="csY58" fmla="*/ 9244 h 10000"/>
                <a:gd name="csX59" fmla="*/ 6657 w 10000"/>
                <a:gd name="csY59" fmla="*/ 9331 h 10000"/>
                <a:gd name="csX60" fmla="*/ 6478 w 10000"/>
                <a:gd name="csY60" fmla="*/ 9410 h 10000"/>
                <a:gd name="csX61" fmla="*/ 6299 w 10000"/>
                <a:gd name="csY61" fmla="*/ 9485 h 10000"/>
                <a:gd name="csX62" fmla="*/ 6111 w 10000"/>
                <a:gd name="csY62" fmla="*/ 9554 h 10000"/>
                <a:gd name="csX63" fmla="*/ 5923 w 10000"/>
                <a:gd name="csY63" fmla="*/ 9622 h 10000"/>
                <a:gd name="csX64" fmla="*/ 5731 w 10000"/>
                <a:gd name="csY64" fmla="*/ 9682 h 10000"/>
                <a:gd name="csX65" fmla="*/ 5531 w 10000"/>
                <a:gd name="csY65" fmla="*/ 9737 h 10000"/>
                <a:gd name="csX66" fmla="*/ 5330 w 10000"/>
                <a:gd name="csY66" fmla="*/ 9786 h 10000"/>
                <a:gd name="csX67" fmla="*/ 5126 w 10000"/>
                <a:gd name="csY67" fmla="*/ 9832 h 10000"/>
                <a:gd name="csX68" fmla="*/ 4917 w 10000"/>
                <a:gd name="csY68" fmla="*/ 9870 h 10000"/>
                <a:gd name="csX69" fmla="*/ 4704 w 10000"/>
                <a:gd name="csY69" fmla="*/ 9907 h 10000"/>
                <a:gd name="csX70" fmla="*/ 4486 w 10000"/>
                <a:gd name="csY70" fmla="*/ 9934 h 10000"/>
                <a:gd name="csX71" fmla="*/ 4269 w 10000"/>
                <a:gd name="csY71" fmla="*/ 9958 h 10000"/>
                <a:gd name="csX72" fmla="*/ 4043 w 10000"/>
                <a:gd name="csY72" fmla="*/ 9978 h 10000"/>
                <a:gd name="csX73" fmla="*/ 3817 w 10000"/>
                <a:gd name="csY73" fmla="*/ 9991 h 10000"/>
                <a:gd name="csX74" fmla="*/ 3586 w 10000"/>
                <a:gd name="csY74" fmla="*/ 9998 h 10000"/>
                <a:gd name="csX75" fmla="*/ 3352 w 10000"/>
                <a:gd name="csY75" fmla="*/ 10000 h 10000"/>
                <a:gd name="csX76" fmla="*/ 3113 w 10000"/>
                <a:gd name="csY76" fmla="*/ 9998 h 10000"/>
                <a:gd name="csX77" fmla="*/ 2874 w 10000"/>
                <a:gd name="csY77" fmla="*/ 9989 h 10000"/>
                <a:gd name="csX78" fmla="*/ 2627 w 10000"/>
                <a:gd name="csY78" fmla="*/ 9976 h 10000"/>
                <a:gd name="csX79" fmla="*/ 2375 w 10000"/>
                <a:gd name="csY79" fmla="*/ 9956 h 10000"/>
                <a:gd name="csX80" fmla="*/ 2124 w 10000"/>
                <a:gd name="csY80" fmla="*/ 9932 h 10000"/>
                <a:gd name="csX81" fmla="*/ 1872 w 10000"/>
                <a:gd name="csY81" fmla="*/ 9905 h 10000"/>
                <a:gd name="csX82" fmla="*/ 1612 w 10000"/>
                <a:gd name="csY82" fmla="*/ 9867 h 10000"/>
                <a:gd name="csX83" fmla="*/ 1352 w 10000"/>
                <a:gd name="csY83" fmla="*/ 9828 h 10000"/>
                <a:gd name="csX84" fmla="*/ 1087 w 10000"/>
                <a:gd name="csY84" fmla="*/ 9784 h 10000"/>
                <a:gd name="csX85" fmla="*/ 823 w 10000"/>
                <a:gd name="csY85" fmla="*/ 9732 h 10000"/>
                <a:gd name="csX86" fmla="*/ 550 w 10000"/>
                <a:gd name="csY86" fmla="*/ 9678 h 10000"/>
                <a:gd name="csX87" fmla="*/ 277 w 10000"/>
                <a:gd name="csY87" fmla="*/ 9618 h 10000"/>
                <a:gd name="csX88" fmla="*/ 0 w 10000"/>
                <a:gd name="csY88" fmla="*/ 9550 h 10000"/>
                <a:gd name="csX0" fmla="*/ 8951 w 10000"/>
                <a:gd name="csY0" fmla="*/ 0 h 9708"/>
                <a:gd name="csX1" fmla="*/ 9053 w 10000"/>
                <a:gd name="csY1" fmla="*/ 150 h 9708"/>
                <a:gd name="csX2" fmla="*/ 9143 w 10000"/>
                <a:gd name="csY2" fmla="*/ 305 h 9708"/>
                <a:gd name="csX3" fmla="*/ 9232 w 10000"/>
                <a:gd name="csY3" fmla="*/ 461 h 9708"/>
                <a:gd name="csX4" fmla="*/ 9318 w 10000"/>
                <a:gd name="csY4" fmla="*/ 621 h 9708"/>
                <a:gd name="csX5" fmla="*/ 9394 w 10000"/>
                <a:gd name="csY5" fmla="*/ 782 h 9708"/>
                <a:gd name="csX6" fmla="*/ 9471 w 10000"/>
                <a:gd name="csY6" fmla="*/ 944 h 9708"/>
                <a:gd name="csX7" fmla="*/ 9539 w 10000"/>
                <a:gd name="csY7" fmla="*/ 1112 h 9708"/>
                <a:gd name="csX8" fmla="*/ 9603 w 10000"/>
                <a:gd name="csY8" fmla="*/ 1280 h 9708"/>
                <a:gd name="csX9" fmla="*/ 9663 w 10000"/>
                <a:gd name="csY9" fmla="*/ 1450 h 9708"/>
                <a:gd name="csX10" fmla="*/ 9719 w 10000"/>
                <a:gd name="csY10" fmla="*/ 1623 h 9708"/>
                <a:gd name="csX11" fmla="*/ 9770 w 10000"/>
                <a:gd name="csY11" fmla="*/ 1795 h 9708"/>
                <a:gd name="csX12" fmla="*/ 9812 w 10000"/>
                <a:gd name="csY12" fmla="*/ 1971 h 9708"/>
                <a:gd name="csX13" fmla="*/ 9851 w 10000"/>
                <a:gd name="csY13" fmla="*/ 2150 h 9708"/>
                <a:gd name="csX14" fmla="*/ 9889 w 10000"/>
                <a:gd name="csY14" fmla="*/ 2325 h 9708"/>
                <a:gd name="csX15" fmla="*/ 9919 w 10000"/>
                <a:gd name="csY15" fmla="*/ 2506 h 9708"/>
                <a:gd name="csX16" fmla="*/ 9945 w 10000"/>
                <a:gd name="csY16" fmla="*/ 2683 h 9708"/>
                <a:gd name="csX17" fmla="*/ 9962 w 10000"/>
                <a:gd name="csY17" fmla="*/ 2866 h 9708"/>
                <a:gd name="csX18" fmla="*/ 9979 w 10000"/>
                <a:gd name="csY18" fmla="*/ 3047 h 9708"/>
                <a:gd name="csX19" fmla="*/ 9987 w 10000"/>
                <a:gd name="csY19" fmla="*/ 3227 h 9708"/>
                <a:gd name="csX20" fmla="*/ 10000 w 10000"/>
                <a:gd name="csY20" fmla="*/ 3410 h 9708"/>
                <a:gd name="csX21" fmla="*/ 10000 w 10000"/>
                <a:gd name="csY21" fmla="*/ 3593 h 9708"/>
                <a:gd name="csX22" fmla="*/ 9991 w 10000"/>
                <a:gd name="csY22" fmla="*/ 3775 h 9708"/>
                <a:gd name="csX23" fmla="*/ 9983 w 10000"/>
                <a:gd name="csY23" fmla="*/ 3954 h 9708"/>
                <a:gd name="csX24" fmla="*/ 9970 w 10000"/>
                <a:gd name="csY24" fmla="*/ 4138 h 9708"/>
                <a:gd name="csX25" fmla="*/ 9949 w 10000"/>
                <a:gd name="csY25" fmla="*/ 4318 h 9708"/>
                <a:gd name="csX26" fmla="*/ 9928 w 10000"/>
                <a:gd name="csY26" fmla="*/ 4498 h 9708"/>
                <a:gd name="csX27" fmla="*/ 9898 w 10000"/>
                <a:gd name="csY27" fmla="*/ 4678 h 9708"/>
                <a:gd name="csX28" fmla="*/ 9868 w 10000"/>
                <a:gd name="csY28" fmla="*/ 4856 h 9708"/>
                <a:gd name="csX29" fmla="*/ 9829 w 10000"/>
                <a:gd name="csY29" fmla="*/ 5034 h 9708"/>
                <a:gd name="csX30" fmla="*/ 9787 w 10000"/>
                <a:gd name="csY30" fmla="*/ 5208 h 9708"/>
                <a:gd name="csX31" fmla="*/ 9740 w 10000"/>
                <a:gd name="csY31" fmla="*/ 5384 h 9708"/>
                <a:gd name="csX32" fmla="*/ 9684 w 10000"/>
                <a:gd name="csY32" fmla="*/ 5556 h 9708"/>
                <a:gd name="csX33" fmla="*/ 9625 w 10000"/>
                <a:gd name="csY33" fmla="*/ 5728 h 9708"/>
                <a:gd name="csX34" fmla="*/ 9561 w 10000"/>
                <a:gd name="csY34" fmla="*/ 5896 h 9708"/>
                <a:gd name="csX35" fmla="*/ 9497 w 10000"/>
                <a:gd name="csY35" fmla="*/ 6062 h 9708"/>
                <a:gd name="csX36" fmla="*/ 9424 w 10000"/>
                <a:gd name="csY36" fmla="*/ 6230 h 9708"/>
                <a:gd name="csX37" fmla="*/ 9348 w 10000"/>
                <a:gd name="csY37" fmla="*/ 6391 h 9708"/>
                <a:gd name="csX38" fmla="*/ 9262 w 10000"/>
                <a:gd name="csY38" fmla="*/ 6552 h 9708"/>
                <a:gd name="csX39" fmla="*/ 9177 w 10000"/>
                <a:gd name="csY39" fmla="*/ 6709 h 9708"/>
                <a:gd name="csX40" fmla="*/ 9087 w 10000"/>
                <a:gd name="csY40" fmla="*/ 6863 h 9708"/>
                <a:gd name="csX41" fmla="*/ 8989 w 10000"/>
                <a:gd name="csY41" fmla="*/ 7015 h 9708"/>
                <a:gd name="csX42" fmla="*/ 8887 w 10000"/>
                <a:gd name="csY42" fmla="*/ 7163 h 9708"/>
                <a:gd name="csX43" fmla="*/ 8785 w 10000"/>
                <a:gd name="csY43" fmla="*/ 7309 h 9708"/>
                <a:gd name="csX44" fmla="*/ 8674 w 10000"/>
                <a:gd name="csY44" fmla="*/ 7452 h 9708"/>
                <a:gd name="csX45" fmla="*/ 8559 w 10000"/>
                <a:gd name="csY45" fmla="*/ 7591 h 9708"/>
                <a:gd name="csX46" fmla="*/ 8439 w 10000"/>
                <a:gd name="csY46" fmla="*/ 7725 h 9708"/>
                <a:gd name="csX47" fmla="*/ 8316 w 10000"/>
                <a:gd name="csY47" fmla="*/ 7858 h 9708"/>
                <a:gd name="csX48" fmla="*/ 8183 w 10000"/>
                <a:gd name="csY48" fmla="*/ 7986 h 9708"/>
                <a:gd name="csX49" fmla="*/ 8051 w 10000"/>
                <a:gd name="csY49" fmla="*/ 8110 h 9708"/>
                <a:gd name="csX50" fmla="*/ 7915 w 10000"/>
                <a:gd name="csY50" fmla="*/ 8231 h 9708"/>
                <a:gd name="csX51" fmla="*/ 7774 w 10000"/>
                <a:gd name="csY51" fmla="*/ 8347 h 9708"/>
                <a:gd name="csX52" fmla="*/ 7629 w 10000"/>
                <a:gd name="csY52" fmla="*/ 8460 h 9708"/>
                <a:gd name="csX53" fmla="*/ 7475 w 10000"/>
                <a:gd name="csY53" fmla="*/ 8567 h 9708"/>
                <a:gd name="csX54" fmla="*/ 7322 w 10000"/>
                <a:gd name="csY54" fmla="*/ 8670 h 9708"/>
                <a:gd name="csX55" fmla="*/ 7160 w 10000"/>
                <a:gd name="csY55" fmla="*/ 8769 h 9708"/>
                <a:gd name="csX56" fmla="*/ 6998 w 10000"/>
                <a:gd name="csY56" fmla="*/ 8863 h 9708"/>
                <a:gd name="csX57" fmla="*/ 6827 w 10000"/>
                <a:gd name="csY57" fmla="*/ 8952 h 9708"/>
                <a:gd name="csX58" fmla="*/ 6657 w 10000"/>
                <a:gd name="csY58" fmla="*/ 9039 h 9708"/>
                <a:gd name="csX59" fmla="*/ 6478 w 10000"/>
                <a:gd name="csY59" fmla="*/ 9118 h 9708"/>
                <a:gd name="csX60" fmla="*/ 6299 w 10000"/>
                <a:gd name="csY60" fmla="*/ 9193 h 9708"/>
                <a:gd name="csX61" fmla="*/ 6111 w 10000"/>
                <a:gd name="csY61" fmla="*/ 9262 h 9708"/>
                <a:gd name="csX62" fmla="*/ 5923 w 10000"/>
                <a:gd name="csY62" fmla="*/ 9330 h 9708"/>
                <a:gd name="csX63" fmla="*/ 5731 w 10000"/>
                <a:gd name="csY63" fmla="*/ 9390 h 9708"/>
                <a:gd name="csX64" fmla="*/ 5531 w 10000"/>
                <a:gd name="csY64" fmla="*/ 9445 h 9708"/>
                <a:gd name="csX65" fmla="*/ 5330 w 10000"/>
                <a:gd name="csY65" fmla="*/ 9494 h 9708"/>
                <a:gd name="csX66" fmla="*/ 5126 w 10000"/>
                <a:gd name="csY66" fmla="*/ 9540 h 9708"/>
                <a:gd name="csX67" fmla="*/ 4917 w 10000"/>
                <a:gd name="csY67" fmla="*/ 9578 h 9708"/>
                <a:gd name="csX68" fmla="*/ 4704 w 10000"/>
                <a:gd name="csY68" fmla="*/ 9615 h 9708"/>
                <a:gd name="csX69" fmla="*/ 4486 w 10000"/>
                <a:gd name="csY69" fmla="*/ 9642 h 9708"/>
                <a:gd name="csX70" fmla="*/ 4269 w 10000"/>
                <a:gd name="csY70" fmla="*/ 9666 h 9708"/>
                <a:gd name="csX71" fmla="*/ 4043 w 10000"/>
                <a:gd name="csY71" fmla="*/ 9686 h 9708"/>
                <a:gd name="csX72" fmla="*/ 3817 w 10000"/>
                <a:gd name="csY72" fmla="*/ 9699 h 9708"/>
                <a:gd name="csX73" fmla="*/ 3586 w 10000"/>
                <a:gd name="csY73" fmla="*/ 9706 h 9708"/>
                <a:gd name="csX74" fmla="*/ 3352 w 10000"/>
                <a:gd name="csY74" fmla="*/ 9708 h 9708"/>
                <a:gd name="csX75" fmla="*/ 3113 w 10000"/>
                <a:gd name="csY75" fmla="*/ 9706 h 9708"/>
                <a:gd name="csX76" fmla="*/ 2874 w 10000"/>
                <a:gd name="csY76" fmla="*/ 9697 h 9708"/>
                <a:gd name="csX77" fmla="*/ 2627 w 10000"/>
                <a:gd name="csY77" fmla="*/ 9684 h 9708"/>
                <a:gd name="csX78" fmla="*/ 2375 w 10000"/>
                <a:gd name="csY78" fmla="*/ 9664 h 9708"/>
                <a:gd name="csX79" fmla="*/ 2124 w 10000"/>
                <a:gd name="csY79" fmla="*/ 9640 h 9708"/>
                <a:gd name="csX80" fmla="*/ 1872 w 10000"/>
                <a:gd name="csY80" fmla="*/ 9613 h 9708"/>
                <a:gd name="csX81" fmla="*/ 1612 w 10000"/>
                <a:gd name="csY81" fmla="*/ 9575 h 9708"/>
                <a:gd name="csX82" fmla="*/ 1352 w 10000"/>
                <a:gd name="csY82" fmla="*/ 9536 h 9708"/>
                <a:gd name="csX83" fmla="*/ 1087 w 10000"/>
                <a:gd name="csY83" fmla="*/ 9492 h 9708"/>
                <a:gd name="csX84" fmla="*/ 823 w 10000"/>
                <a:gd name="csY84" fmla="*/ 9440 h 9708"/>
                <a:gd name="csX85" fmla="*/ 550 w 10000"/>
                <a:gd name="csY85" fmla="*/ 9386 h 9708"/>
                <a:gd name="csX86" fmla="*/ 277 w 10000"/>
                <a:gd name="csY86" fmla="*/ 9326 h 9708"/>
                <a:gd name="csX87" fmla="*/ 0 w 10000"/>
                <a:gd name="csY87" fmla="*/ 9258 h 9708"/>
                <a:gd name="csX0" fmla="*/ 8951 w 10000"/>
                <a:gd name="csY0" fmla="*/ 0 h 10000"/>
                <a:gd name="csX1" fmla="*/ 9143 w 10000"/>
                <a:gd name="csY1" fmla="*/ 314 h 10000"/>
                <a:gd name="csX2" fmla="*/ 9232 w 10000"/>
                <a:gd name="csY2" fmla="*/ 475 h 10000"/>
                <a:gd name="csX3" fmla="*/ 9318 w 10000"/>
                <a:gd name="csY3" fmla="*/ 640 h 10000"/>
                <a:gd name="csX4" fmla="*/ 9394 w 10000"/>
                <a:gd name="csY4" fmla="*/ 806 h 10000"/>
                <a:gd name="csX5" fmla="*/ 9471 w 10000"/>
                <a:gd name="csY5" fmla="*/ 972 h 10000"/>
                <a:gd name="csX6" fmla="*/ 9539 w 10000"/>
                <a:gd name="csY6" fmla="*/ 1145 h 10000"/>
                <a:gd name="csX7" fmla="*/ 9603 w 10000"/>
                <a:gd name="csY7" fmla="*/ 1319 h 10000"/>
                <a:gd name="csX8" fmla="*/ 9663 w 10000"/>
                <a:gd name="csY8" fmla="*/ 1494 h 10000"/>
                <a:gd name="csX9" fmla="*/ 9719 w 10000"/>
                <a:gd name="csY9" fmla="*/ 1672 h 10000"/>
                <a:gd name="csX10" fmla="*/ 9770 w 10000"/>
                <a:gd name="csY10" fmla="*/ 1849 h 10000"/>
                <a:gd name="csX11" fmla="*/ 9812 w 10000"/>
                <a:gd name="csY11" fmla="*/ 2030 h 10000"/>
                <a:gd name="csX12" fmla="*/ 9851 w 10000"/>
                <a:gd name="csY12" fmla="*/ 2215 h 10000"/>
                <a:gd name="csX13" fmla="*/ 9889 w 10000"/>
                <a:gd name="csY13" fmla="*/ 2395 h 10000"/>
                <a:gd name="csX14" fmla="*/ 9919 w 10000"/>
                <a:gd name="csY14" fmla="*/ 2581 h 10000"/>
                <a:gd name="csX15" fmla="*/ 9945 w 10000"/>
                <a:gd name="csY15" fmla="*/ 2764 h 10000"/>
                <a:gd name="csX16" fmla="*/ 9962 w 10000"/>
                <a:gd name="csY16" fmla="*/ 2952 h 10000"/>
                <a:gd name="csX17" fmla="*/ 9979 w 10000"/>
                <a:gd name="csY17" fmla="*/ 3139 h 10000"/>
                <a:gd name="csX18" fmla="*/ 9987 w 10000"/>
                <a:gd name="csY18" fmla="*/ 3324 h 10000"/>
                <a:gd name="csX19" fmla="*/ 10000 w 10000"/>
                <a:gd name="csY19" fmla="*/ 3513 h 10000"/>
                <a:gd name="csX20" fmla="*/ 10000 w 10000"/>
                <a:gd name="csY20" fmla="*/ 3701 h 10000"/>
                <a:gd name="csX21" fmla="*/ 9991 w 10000"/>
                <a:gd name="csY21" fmla="*/ 3889 h 10000"/>
                <a:gd name="csX22" fmla="*/ 9983 w 10000"/>
                <a:gd name="csY22" fmla="*/ 4073 h 10000"/>
                <a:gd name="csX23" fmla="*/ 9970 w 10000"/>
                <a:gd name="csY23" fmla="*/ 4262 h 10000"/>
                <a:gd name="csX24" fmla="*/ 9949 w 10000"/>
                <a:gd name="csY24" fmla="*/ 4448 h 10000"/>
                <a:gd name="csX25" fmla="*/ 9928 w 10000"/>
                <a:gd name="csY25" fmla="*/ 4633 h 10000"/>
                <a:gd name="csX26" fmla="*/ 9898 w 10000"/>
                <a:gd name="csY26" fmla="*/ 4819 h 10000"/>
                <a:gd name="csX27" fmla="*/ 9868 w 10000"/>
                <a:gd name="csY27" fmla="*/ 5002 h 10000"/>
                <a:gd name="csX28" fmla="*/ 9829 w 10000"/>
                <a:gd name="csY28" fmla="*/ 5185 h 10000"/>
                <a:gd name="csX29" fmla="*/ 9787 w 10000"/>
                <a:gd name="csY29" fmla="*/ 5365 h 10000"/>
                <a:gd name="csX30" fmla="*/ 9740 w 10000"/>
                <a:gd name="csY30" fmla="*/ 5546 h 10000"/>
                <a:gd name="csX31" fmla="*/ 9684 w 10000"/>
                <a:gd name="csY31" fmla="*/ 5723 h 10000"/>
                <a:gd name="csX32" fmla="*/ 9625 w 10000"/>
                <a:gd name="csY32" fmla="*/ 5900 h 10000"/>
                <a:gd name="csX33" fmla="*/ 9561 w 10000"/>
                <a:gd name="csY33" fmla="*/ 6073 h 10000"/>
                <a:gd name="csX34" fmla="*/ 9497 w 10000"/>
                <a:gd name="csY34" fmla="*/ 6244 h 10000"/>
                <a:gd name="csX35" fmla="*/ 9424 w 10000"/>
                <a:gd name="csY35" fmla="*/ 6417 h 10000"/>
                <a:gd name="csX36" fmla="*/ 9348 w 10000"/>
                <a:gd name="csY36" fmla="*/ 6583 h 10000"/>
                <a:gd name="csX37" fmla="*/ 9262 w 10000"/>
                <a:gd name="csY37" fmla="*/ 6749 h 10000"/>
                <a:gd name="csX38" fmla="*/ 9177 w 10000"/>
                <a:gd name="csY38" fmla="*/ 6911 h 10000"/>
                <a:gd name="csX39" fmla="*/ 9087 w 10000"/>
                <a:gd name="csY39" fmla="*/ 7069 h 10000"/>
                <a:gd name="csX40" fmla="*/ 8989 w 10000"/>
                <a:gd name="csY40" fmla="*/ 7226 h 10000"/>
                <a:gd name="csX41" fmla="*/ 8887 w 10000"/>
                <a:gd name="csY41" fmla="*/ 7378 h 10000"/>
                <a:gd name="csX42" fmla="*/ 8785 w 10000"/>
                <a:gd name="csY42" fmla="*/ 7529 h 10000"/>
                <a:gd name="csX43" fmla="*/ 8674 w 10000"/>
                <a:gd name="csY43" fmla="*/ 7676 h 10000"/>
                <a:gd name="csX44" fmla="*/ 8559 w 10000"/>
                <a:gd name="csY44" fmla="*/ 7819 h 10000"/>
                <a:gd name="csX45" fmla="*/ 8439 w 10000"/>
                <a:gd name="csY45" fmla="*/ 7957 h 10000"/>
                <a:gd name="csX46" fmla="*/ 8316 w 10000"/>
                <a:gd name="csY46" fmla="*/ 8094 h 10000"/>
                <a:gd name="csX47" fmla="*/ 8183 w 10000"/>
                <a:gd name="csY47" fmla="*/ 8226 h 10000"/>
                <a:gd name="csX48" fmla="*/ 8051 w 10000"/>
                <a:gd name="csY48" fmla="*/ 8354 h 10000"/>
                <a:gd name="csX49" fmla="*/ 7915 w 10000"/>
                <a:gd name="csY49" fmla="*/ 8479 h 10000"/>
                <a:gd name="csX50" fmla="*/ 7774 w 10000"/>
                <a:gd name="csY50" fmla="*/ 8598 h 10000"/>
                <a:gd name="csX51" fmla="*/ 7629 w 10000"/>
                <a:gd name="csY51" fmla="*/ 8714 h 10000"/>
                <a:gd name="csX52" fmla="*/ 7475 w 10000"/>
                <a:gd name="csY52" fmla="*/ 8825 h 10000"/>
                <a:gd name="csX53" fmla="*/ 7322 w 10000"/>
                <a:gd name="csY53" fmla="*/ 8931 h 10000"/>
                <a:gd name="csX54" fmla="*/ 7160 w 10000"/>
                <a:gd name="csY54" fmla="*/ 9033 h 10000"/>
                <a:gd name="csX55" fmla="*/ 6998 w 10000"/>
                <a:gd name="csY55" fmla="*/ 9130 h 10000"/>
                <a:gd name="csX56" fmla="*/ 6827 w 10000"/>
                <a:gd name="csY56" fmla="*/ 9221 h 10000"/>
                <a:gd name="csX57" fmla="*/ 6657 w 10000"/>
                <a:gd name="csY57" fmla="*/ 9311 h 10000"/>
                <a:gd name="csX58" fmla="*/ 6478 w 10000"/>
                <a:gd name="csY58" fmla="*/ 9392 h 10000"/>
                <a:gd name="csX59" fmla="*/ 6299 w 10000"/>
                <a:gd name="csY59" fmla="*/ 9470 h 10000"/>
                <a:gd name="csX60" fmla="*/ 6111 w 10000"/>
                <a:gd name="csY60" fmla="*/ 9541 h 10000"/>
                <a:gd name="csX61" fmla="*/ 5923 w 10000"/>
                <a:gd name="csY61" fmla="*/ 9611 h 10000"/>
                <a:gd name="csX62" fmla="*/ 5731 w 10000"/>
                <a:gd name="csY62" fmla="*/ 9672 h 10000"/>
                <a:gd name="csX63" fmla="*/ 5531 w 10000"/>
                <a:gd name="csY63" fmla="*/ 9729 h 10000"/>
                <a:gd name="csX64" fmla="*/ 5330 w 10000"/>
                <a:gd name="csY64" fmla="*/ 9780 h 10000"/>
                <a:gd name="csX65" fmla="*/ 5126 w 10000"/>
                <a:gd name="csY65" fmla="*/ 9827 h 10000"/>
                <a:gd name="csX66" fmla="*/ 4917 w 10000"/>
                <a:gd name="csY66" fmla="*/ 9866 h 10000"/>
                <a:gd name="csX67" fmla="*/ 4704 w 10000"/>
                <a:gd name="csY67" fmla="*/ 9904 h 10000"/>
                <a:gd name="csX68" fmla="*/ 4486 w 10000"/>
                <a:gd name="csY68" fmla="*/ 9932 h 10000"/>
                <a:gd name="csX69" fmla="*/ 4269 w 10000"/>
                <a:gd name="csY69" fmla="*/ 9957 h 10000"/>
                <a:gd name="csX70" fmla="*/ 4043 w 10000"/>
                <a:gd name="csY70" fmla="*/ 9977 h 10000"/>
                <a:gd name="csX71" fmla="*/ 3817 w 10000"/>
                <a:gd name="csY71" fmla="*/ 9991 h 10000"/>
                <a:gd name="csX72" fmla="*/ 3586 w 10000"/>
                <a:gd name="csY72" fmla="*/ 9998 h 10000"/>
                <a:gd name="csX73" fmla="*/ 3352 w 10000"/>
                <a:gd name="csY73" fmla="*/ 10000 h 10000"/>
                <a:gd name="csX74" fmla="*/ 3113 w 10000"/>
                <a:gd name="csY74" fmla="*/ 9998 h 10000"/>
                <a:gd name="csX75" fmla="*/ 2874 w 10000"/>
                <a:gd name="csY75" fmla="*/ 9989 h 10000"/>
                <a:gd name="csX76" fmla="*/ 2627 w 10000"/>
                <a:gd name="csY76" fmla="*/ 9975 h 10000"/>
                <a:gd name="csX77" fmla="*/ 2375 w 10000"/>
                <a:gd name="csY77" fmla="*/ 9955 h 10000"/>
                <a:gd name="csX78" fmla="*/ 2124 w 10000"/>
                <a:gd name="csY78" fmla="*/ 9930 h 10000"/>
                <a:gd name="csX79" fmla="*/ 1872 w 10000"/>
                <a:gd name="csY79" fmla="*/ 9902 h 10000"/>
                <a:gd name="csX80" fmla="*/ 1612 w 10000"/>
                <a:gd name="csY80" fmla="*/ 9863 h 10000"/>
                <a:gd name="csX81" fmla="*/ 1352 w 10000"/>
                <a:gd name="csY81" fmla="*/ 9823 h 10000"/>
                <a:gd name="csX82" fmla="*/ 1087 w 10000"/>
                <a:gd name="csY82" fmla="*/ 9778 h 10000"/>
                <a:gd name="csX83" fmla="*/ 823 w 10000"/>
                <a:gd name="csY83" fmla="*/ 9724 h 10000"/>
                <a:gd name="csX84" fmla="*/ 550 w 10000"/>
                <a:gd name="csY84" fmla="*/ 9668 h 10000"/>
                <a:gd name="csX85" fmla="*/ 277 w 10000"/>
                <a:gd name="csY85" fmla="*/ 9607 h 10000"/>
                <a:gd name="csX86" fmla="*/ 0 w 10000"/>
                <a:gd name="csY86" fmla="*/ 9536 h 10000"/>
                <a:gd name="csX0" fmla="*/ 9143 w 10000"/>
                <a:gd name="csY0" fmla="*/ 0 h 9686"/>
                <a:gd name="csX1" fmla="*/ 9232 w 10000"/>
                <a:gd name="csY1" fmla="*/ 161 h 9686"/>
                <a:gd name="csX2" fmla="*/ 9318 w 10000"/>
                <a:gd name="csY2" fmla="*/ 326 h 9686"/>
                <a:gd name="csX3" fmla="*/ 9394 w 10000"/>
                <a:gd name="csY3" fmla="*/ 492 h 9686"/>
                <a:gd name="csX4" fmla="*/ 9471 w 10000"/>
                <a:gd name="csY4" fmla="*/ 658 h 9686"/>
                <a:gd name="csX5" fmla="*/ 9539 w 10000"/>
                <a:gd name="csY5" fmla="*/ 831 h 9686"/>
                <a:gd name="csX6" fmla="*/ 9603 w 10000"/>
                <a:gd name="csY6" fmla="*/ 1005 h 9686"/>
                <a:gd name="csX7" fmla="*/ 9663 w 10000"/>
                <a:gd name="csY7" fmla="*/ 1180 h 9686"/>
                <a:gd name="csX8" fmla="*/ 9719 w 10000"/>
                <a:gd name="csY8" fmla="*/ 1358 h 9686"/>
                <a:gd name="csX9" fmla="*/ 9770 w 10000"/>
                <a:gd name="csY9" fmla="*/ 1535 h 9686"/>
                <a:gd name="csX10" fmla="*/ 9812 w 10000"/>
                <a:gd name="csY10" fmla="*/ 1716 h 9686"/>
                <a:gd name="csX11" fmla="*/ 9851 w 10000"/>
                <a:gd name="csY11" fmla="*/ 1901 h 9686"/>
                <a:gd name="csX12" fmla="*/ 9889 w 10000"/>
                <a:gd name="csY12" fmla="*/ 2081 h 9686"/>
                <a:gd name="csX13" fmla="*/ 9919 w 10000"/>
                <a:gd name="csY13" fmla="*/ 2267 h 9686"/>
                <a:gd name="csX14" fmla="*/ 9945 w 10000"/>
                <a:gd name="csY14" fmla="*/ 2450 h 9686"/>
                <a:gd name="csX15" fmla="*/ 9962 w 10000"/>
                <a:gd name="csY15" fmla="*/ 2638 h 9686"/>
                <a:gd name="csX16" fmla="*/ 9979 w 10000"/>
                <a:gd name="csY16" fmla="*/ 2825 h 9686"/>
                <a:gd name="csX17" fmla="*/ 9987 w 10000"/>
                <a:gd name="csY17" fmla="*/ 3010 h 9686"/>
                <a:gd name="csX18" fmla="*/ 10000 w 10000"/>
                <a:gd name="csY18" fmla="*/ 3199 h 9686"/>
                <a:gd name="csX19" fmla="*/ 10000 w 10000"/>
                <a:gd name="csY19" fmla="*/ 3387 h 9686"/>
                <a:gd name="csX20" fmla="*/ 9991 w 10000"/>
                <a:gd name="csY20" fmla="*/ 3575 h 9686"/>
                <a:gd name="csX21" fmla="*/ 9983 w 10000"/>
                <a:gd name="csY21" fmla="*/ 3759 h 9686"/>
                <a:gd name="csX22" fmla="*/ 9970 w 10000"/>
                <a:gd name="csY22" fmla="*/ 3948 h 9686"/>
                <a:gd name="csX23" fmla="*/ 9949 w 10000"/>
                <a:gd name="csY23" fmla="*/ 4134 h 9686"/>
                <a:gd name="csX24" fmla="*/ 9928 w 10000"/>
                <a:gd name="csY24" fmla="*/ 4319 h 9686"/>
                <a:gd name="csX25" fmla="*/ 9898 w 10000"/>
                <a:gd name="csY25" fmla="*/ 4505 h 9686"/>
                <a:gd name="csX26" fmla="*/ 9868 w 10000"/>
                <a:gd name="csY26" fmla="*/ 4688 h 9686"/>
                <a:gd name="csX27" fmla="*/ 9829 w 10000"/>
                <a:gd name="csY27" fmla="*/ 4871 h 9686"/>
                <a:gd name="csX28" fmla="*/ 9787 w 10000"/>
                <a:gd name="csY28" fmla="*/ 5051 h 9686"/>
                <a:gd name="csX29" fmla="*/ 9740 w 10000"/>
                <a:gd name="csY29" fmla="*/ 5232 h 9686"/>
                <a:gd name="csX30" fmla="*/ 9684 w 10000"/>
                <a:gd name="csY30" fmla="*/ 5409 h 9686"/>
                <a:gd name="csX31" fmla="*/ 9625 w 10000"/>
                <a:gd name="csY31" fmla="*/ 5586 h 9686"/>
                <a:gd name="csX32" fmla="*/ 9561 w 10000"/>
                <a:gd name="csY32" fmla="*/ 5759 h 9686"/>
                <a:gd name="csX33" fmla="*/ 9497 w 10000"/>
                <a:gd name="csY33" fmla="*/ 5930 h 9686"/>
                <a:gd name="csX34" fmla="*/ 9424 w 10000"/>
                <a:gd name="csY34" fmla="*/ 6103 h 9686"/>
                <a:gd name="csX35" fmla="*/ 9348 w 10000"/>
                <a:gd name="csY35" fmla="*/ 6269 h 9686"/>
                <a:gd name="csX36" fmla="*/ 9262 w 10000"/>
                <a:gd name="csY36" fmla="*/ 6435 h 9686"/>
                <a:gd name="csX37" fmla="*/ 9177 w 10000"/>
                <a:gd name="csY37" fmla="*/ 6597 h 9686"/>
                <a:gd name="csX38" fmla="*/ 9087 w 10000"/>
                <a:gd name="csY38" fmla="*/ 6755 h 9686"/>
                <a:gd name="csX39" fmla="*/ 8989 w 10000"/>
                <a:gd name="csY39" fmla="*/ 6912 h 9686"/>
                <a:gd name="csX40" fmla="*/ 8887 w 10000"/>
                <a:gd name="csY40" fmla="*/ 7064 h 9686"/>
                <a:gd name="csX41" fmla="*/ 8785 w 10000"/>
                <a:gd name="csY41" fmla="*/ 7215 h 9686"/>
                <a:gd name="csX42" fmla="*/ 8674 w 10000"/>
                <a:gd name="csY42" fmla="*/ 7362 h 9686"/>
                <a:gd name="csX43" fmla="*/ 8559 w 10000"/>
                <a:gd name="csY43" fmla="*/ 7505 h 9686"/>
                <a:gd name="csX44" fmla="*/ 8439 w 10000"/>
                <a:gd name="csY44" fmla="*/ 7643 h 9686"/>
                <a:gd name="csX45" fmla="*/ 8316 w 10000"/>
                <a:gd name="csY45" fmla="*/ 7780 h 9686"/>
                <a:gd name="csX46" fmla="*/ 8183 w 10000"/>
                <a:gd name="csY46" fmla="*/ 7912 h 9686"/>
                <a:gd name="csX47" fmla="*/ 8051 w 10000"/>
                <a:gd name="csY47" fmla="*/ 8040 h 9686"/>
                <a:gd name="csX48" fmla="*/ 7915 w 10000"/>
                <a:gd name="csY48" fmla="*/ 8165 h 9686"/>
                <a:gd name="csX49" fmla="*/ 7774 w 10000"/>
                <a:gd name="csY49" fmla="*/ 8284 h 9686"/>
                <a:gd name="csX50" fmla="*/ 7629 w 10000"/>
                <a:gd name="csY50" fmla="*/ 8400 h 9686"/>
                <a:gd name="csX51" fmla="*/ 7475 w 10000"/>
                <a:gd name="csY51" fmla="*/ 8511 h 9686"/>
                <a:gd name="csX52" fmla="*/ 7322 w 10000"/>
                <a:gd name="csY52" fmla="*/ 8617 h 9686"/>
                <a:gd name="csX53" fmla="*/ 7160 w 10000"/>
                <a:gd name="csY53" fmla="*/ 8719 h 9686"/>
                <a:gd name="csX54" fmla="*/ 6998 w 10000"/>
                <a:gd name="csY54" fmla="*/ 8816 h 9686"/>
                <a:gd name="csX55" fmla="*/ 6827 w 10000"/>
                <a:gd name="csY55" fmla="*/ 8907 h 9686"/>
                <a:gd name="csX56" fmla="*/ 6657 w 10000"/>
                <a:gd name="csY56" fmla="*/ 8997 h 9686"/>
                <a:gd name="csX57" fmla="*/ 6478 w 10000"/>
                <a:gd name="csY57" fmla="*/ 9078 h 9686"/>
                <a:gd name="csX58" fmla="*/ 6299 w 10000"/>
                <a:gd name="csY58" fmla="*/ 9156 h 9686"/>
                <a:gd name="csX59" fmla="*/ 6111 w 10000"/>
                <a:gd name="csY59" fmla="*/ 9227 h 9686"/>
                <a:gd name="csX60" fmla="*/ 5923 w 10000"/>
                <a:gd name="csY60" fmla="*/ 9297 h 9686"/>
                <a:gd name="csX61" fmla="*/ 5731 w 10000"/>
                <a:gd name="csY61" fmla="*/ 9358 h 9686"/>
                <a:gd name="csX62" fmla="*/ 5531 w 10000"/>
                <a:gd name="csY62" fmla="*/ 9415 h 9686"/>
                <a:gd name="csX63" fmla="*/ 5330 w 10000"/>
                <a:gd name="csY63" fmla="*/ 9466 h 9686"/>
                <a:gd name="csX64" fmla="*/ 5126 w 10000"/>
                <a:gd name="csY64" fmla="*/ 9513 h 9686"/>
                <a:gd name="csX65" fmla="*/ 4917 w 10000"/>
                <a:gd name="csY65" fmla="*/ 9552 h 9686"/>
                <a:gd name="csX66" fmla="*/ 4704 w 10000"/>
                <a:gd name="csY66" fmla="*/ 9590 h 9686"/>
                <a:gd name="csX67" fmla="*/ 4486 w 10000"/>
                <a:gd name="csY67" fmla="*/ 9618 h 9686"/>
                <a:gd name="csX68" fmla="*/ 4269 w 10000"/>
                <a:gd name="csY68" fmla="*/ 9643 h 9686"/>
                <a:gd name="csX69" fmla="*/ 4043 w 10000"/>
                <a:gd name="csY69" fmla="*/ 9663 h 9686"/>
                <a:gd name="csX70" fmla="*/ 3817 w 10000"/>
                <a:gd name="csY70" fmla="*/ 9677 h 9686"/>
                <a:gd name="csX71" fmla="*/ 3586 w 10000"/>
                <a:gd name="csY71" fmla="*/ 9684 h 9686"/>
                <a:gd name="csX72" fmla="*/ 3352 w 10000"/>
                <a:gd name="csY72" fmla="*/ 9686 h 9686"/>
                <a:gd name="csX73" fmla="*/ 3113 w 10000"/>
                <a:gd name="csY73" fmla="*/ 9684 h 9686"/>
                <a:gd name="csX74" fmla="*/ 2874 w 10000"/>
                <a:gd name="csY74" fmla="*/ 9675 h 9686"/>
                <a:gd name="csX75" fmla="*/ 2627 w 10000"/>
                <a:gd name="csY75" fmla="*/ 9661 h 9686"/>
                <a:gd name="csX76" fmla="*/ 2375 w 10000"/>
                <a:gd name="csY76" fmla="*/ 9641 h 9686"/>
                <a:gd name="csX77" fmla="*/ 2124 w 10000"/>
                <a:gd name="csY77" fmla="*/ 9616 h 9686"/>
                <a:gd name="csX78" fmla="*/ 1872 w 10000"/>
                <a:gd name="csY78" fmla="*/ 9588 h 9686"/>
                <a:gd name="csX79" fmla="*/ 1612 w 10000"/>
                <a:gd name="csY79" fmla="*/ 9549 h 9686"/>
                <a:gd name="csX80" fmla="*/ 1352 w 10000"/>
                <a:gd name="csY80" fmla="*/ 9509 h 9686"/>
                <a:gd name="csX81" fmla="*/ 1087 w 10000"/>
                <a:gd name="csY81" fmla="*/ 9464 h 9686"/>
                <a:gd name="csX82" fmla="*/ 823 w 10000"/>
                <a:gd name="csY82" fmla="*/ 9410 h 9686"/>
                <a:gd name="csX83" fmla="*/ 550 w 10000"/>
                <a:gd name="csY83" fmla="*/ 9354 h 9686"/>
                <a:gd name="csX84" fmla="*/ 277 w 10000"/>
                <a:gd name="csY84" fmla="*/ 9293 h 9686"/>
                <a:gd name="csX85" fmla="*/ 0 w 10000"/>
                <a:gd name="csY85" fmla="*/ 9222 h 9686"/>
                <a:gd name="csX0" fmla="*/ 8866 w 9723"/>
                <a:gd name="csY0" fmla="*/ 0 h 10000"/>
                <a:gd name="csX1" fmla="*/ 8955 w 9723"/>
                <a:gd name="csY1" fmla="*/ 166 h 10000"/>
                <a:gd name="csX2" fmla="*/ 9041 w 9723"/>
                <a:gd name="csY2" fmla="*/ 337 h 10000"/>
                <a:gd name="csX3" fmla="*/ 9117 w 9723"/>
                <a:gd name="csY3" fmla="*/ 508 h 10000"/>
                <a:gd name="csX4" fmla="*/ 9194 w 9723"/>
                <a:gd name="csY4" fmla="*/ 679 h 10000"/>
                <a:gd name="csX5" fmla="*/ 9262 w 9723"/>
                <a:gd name="csY5" fmla="*/ 858 h 10000"/>
                <a:gd name="csX6" fmla="*/ 9326 w 9723"/>
                <a:gd name="csY6" fmla="*/ 1038 h 10000"/>
                <a:gd name="csX7" fmla="*/ 9386 w 9723"/>
                <a:gd name="csY7" fmla="*/ 1218 h 10000"/>
                <a:gd name="csX8" fmla="*/ 9442 w 9723"/>
                <a:gd name="csY8" fmla="*/ 1402 h 10000"/>
                <a:gd name="csX9" fmla="*/ 9493 w 9723"/>
                <a:gd name="csY9" fmla="*/ 1585 h 10000"/>
                <a:gd name="csX10" fmla="*/ 9535 w 9723"/>
                <a:gd name="csY10" fmla="*/ 1772 h 10000"/>
                <a:gd name="csX11" fmla="*/ 9574 w 9723"/>
                <a:gd name="csY11" fmla="*/ 1963 h 10000"/>
                <a:gd name="csX12" fmla="*/ 9612 w 9723"/>
                <a:gd name="csY12" fmla="*/ 2148 h 10000"/>
                <a:gd name="csX13" fmla="*/ 9642 w 9723"/>
                <a:gd name="csY13" fmla="*/ 2340 h 10000"/>
                <a:gd name="csX14" fmla="*/ 9668 w 9723"/>
                <a:gd name="csY14" fmla="*/ 2529 h 10000"/>
                <a:gd name="csX15" fmla="*/ 9685 w 9723"/>
                <a:gd name="csY15" fmla="*/ 2724 h 10000"/>
                <a:gd name="csX16" fmla="*/ 9702 w 9723"/>
                <a:gd name="csY16" fmla="*/ 2917 h 10000"/>
                <a:gd name="csX17" fmla="*/ 9710 w 9723"/>
                <a:gd name="csY17" fmla="*/ 3108 h 10000"/>
                <a:gd name="csX18" fmla="*/ 9723 w 9723"/>
                <a:gd name="csY18" fmla="*/ 3303 h 10000"/>
                <a:gd name="csX19" fmla="*/ 9723 w 9723"/>
                <a:gd name="csY19" fmla="*/ 3497 h 10000"/>
                <a:gd name="csX20" fmla="*/ 9714 w 9723"/>
                <a:gd name="csY20" fmla="*/ 3691 h 10000"/>
                <a:gd name="csX21" fmla="*/ 9706 w 9723"/>
                <a:gd name="csY21" fmla="*/ 3881 h 10000"/>
                <a:gd name="csX22" fmla="*/ 9693 w 9723"/>
                <a:gd name="csY22" fmla="*/ 4076 h 10000"/>
                <a:gd name="csX23" fmla="*/ 9672 w 9723"/>
                <a:gd name="csY23" fmla="*/ 4268 h 10000"/>
                <a:gd name="csX24" fmla="*/ 9651 w 9723"/>
                <a:gd name="csY24" fmla="*/ 4459 h 10000"/>
                <a:gd name="csX25" fmla="*/ 9621 w 9723"/>
                <a:gd name="csY25" fmla="*/ 4651 h 10000"/>
                <a:gd name="csX26" fmla="*/ 9591 w 9723"/>
                <a:gd name="csY26" fmla="*/ 4840 h 10000"/>
                <a:gd name="csX27" fmla="*/ 9552 w 9723"/>
                <a:gd name="csY27" fmla="*/ 5029 h 10000"/>
                <a:gd name="csX28" fmla="*/ 9510 w 9723"/>
                <a:gd name="csY28" fmla="*/ 5215 h 10000"/>
                <a:gd name="csX29" fmla="*/ 9463 w 9723"/>
                <a:gd name="csY29" fmla="*/ 5402 h 10000"/>
                <a:gd name="csX30" fmla="*/ 9407 w 9723"/>
                <a:gd name="csY30" fmla="*/ 5584 h 10000"/>
                <a:gd name="csX31" fmla="*/ 9348 w 9723"/>
                <a:gd name="csY31" fmla="*/ 5767 h 10000"/>
                <a:gd name="csX32" fmla="*/ 9284 w 9723"/>
                <a:gd name="csY32" fmla="*/ 5946 h 10000"/>
                <a:gd name="csX33" fmla="*/ 9220 w 9723"/>
                <a:gd name="csY33" fmla="*/ 6122 h 10000"/>
                <a:gd name="csX34" fmla="*/ 9147 w 9723"/>
                <a:gd name="csY34" fmla="*/ 6301 h 10000"/>
                <a:gd name="csX35" fmla="*/ 9071 w 9723"/>
                <a:gd name="csY35" fmla="*/ 6472 h 10000"/>
                <a:gd name="csX36" fmla="*/ 8985 w 9723"/>
                <a:gd name="csY36" fmla="*/ 6644 h 10000"/>
                <a:gd name="csX37" fmla="*/ 8900 w 9723"/>
                <a:gd name="csY37" fmla="*/ 6811 h 10000"/>
                <a:gd name="csX38" fmla="*/ 8810 w 9723"/>
                <a:gd name="csY38" fmla="*/ 6974 h 10000"/>
                <a:gd name="csX39" fmla="*/ 8712 w 9723"/>
                <a:gd name="csY39" fmla="*/ 7136 h 10000"/>
                <a:gd name="csX40" fmla="*/ 8610 w 9723"/>
                <a:gd name="csY40" fmla="*/ 7293 h 10000"/>
                <a:gd name="csX41" fmla="*/ 8508 w 9723"/>
                <a:gd name="csY41" fmla="*/ 7449 h 10000"/>
                <a:gd name="csX42" fmla="*/ 8397 w 9723"/>
                <a:gd name="csY42" fmla="*/ 7601 h 10000"/>
                <a:gd name="csX43" fmla="*/ 8282 w 9723"/>
                <a:gd name="csY43" fmla="*/ 7748 h 10000"/>
                <a:gd name="csX44" fmla="*/ 8162 w 9723"/>
                <a:gd name="csY44" fmla="*/ 7891 h 10000"/>
                <a:gd name="csX45" fmla="*/ 8039 w 9723"/>
                <a:gd name="csY45" fmla="*/ 8032 h 10000"/>
                <a:gd name="csX46" fmla="*/ 7906 w 9723"/>
                <a:gd name="csY46" fmla="*/ 8168 h 10000"/>
                <a:gd name="csX47" fmla="*/ 7774 w 9723"/>
                <a:gd name="csY47" fmla="*/ 8301 h 10000"/>
                <a:gd name="csX48" fmla="*/ 7638 w 9723"/>
                <a:gd name="csY48" fmla="*/ 8430 h 10000"/>
                <a:gd name="csX49" fmla="*/ 7497 w 9723"/>
                <a:gd name="csY49" fmla="*/ 8553 h 10000"/>
                <a:gd name="csX50" fmla="*/ 7352 w 9723"/>
                <a:gd name="csY50" fmla="*/ 8672 h 10000"/>
                <a:gd name="csX51" fmla="*/ 7198 w 9723"/>
                <a:gd name="csY51" fmla="*/ 8787 h 10000"/>
                <a:gd name="csX52" fmla="*/ 7045 w 9723"/>
                <a:gd name="csY52" fmla="*/ 8896 h 10000"/>
                <a:gd name="csX53" fmla="*/ 6883 w 9723"/>
                <a:gd name="csY53" fmla="*/ 9002 h 10000"/>
                <a:gd name="csX54" fmla="*/ 6721 w 9723"/>
                <a:gd name="csY54" fmla="*/ 9102 h 10000"/>
                <a:gd name="csX55" fmla="*/ 6550 w 9723"/>
                <a:gd name="csY55" fmla="*/ 9196 h 10000"/>
                <a:gd name="csX56" fmla="*/ 6380 w 9723"/>
                <a:gd name="csY56" fmla="*/ 9289 h 10000"/>
                <a:gd name="csX57" fmla="*/ 6201 w 9723"/>
                <a:gd name="csY57" fmla="*/ 9372 h 10000"/>
                <a:gd name="csX58" fmla="*/ 6022 w 9723"/>
                <a:gd name="csY58" fmla="*/ 9453 h 10000"/>
                <a:gd name="csX59" fmla="*/ 5834 w 9723"/>
                <a:gd name="csY59" fmla="*/ 9526 h 10000"/>
                <a:gd name="csX60" fmla="*/ 5646 w 9723"/>
                <a:gd name="csY60" fmla="*/ 9598 h 10000"/>
                <a:gd name="csX61" fmla="*/ 5454 w 9723"/>
                <a:gd name="csY61" fmla="*/ 9661 h 10000"/>
                <a:gd name="csX62" fmla="*/ 5254 w 9723"/>
                <a:gd name="csY62" fmla="*/ 9720 h 10000"/>
                <a:gd name="csX63" fmla="*/ 5053 w 9723"/>
                <a:gd name="csY63" fmla="*/ 9773 h 10000"/>
                <a:gd name="csX64" fmla="*/ 4849 w 9723"/>
                <a:gd name="csY64" fmla="*/ 9821 h 10000"/>
                <a:gd name="csX65" fmla="*/ 4640 w 9723"/>
                <a:gd name="csY65" fmla="*/ 9862 h 10000"/>
                <a:gd name="csX66" fmla="*/ 4427 w 9723"/>
                <a:gd name="csY66" fmla="*/ 9901 h 10000"/>
                <a:gd name="csX67" fmla="*/ 4209 w 9723"/>
                <a:gd name="csY67" fmla="*/ 9930 h 10000"/>
                <a:gd name="csX68" fmla="*/ 3992 w 9723"/>
                <a:gd name="csY68" fmla="*/ 9956 h 10000"/>
                <a:gd name="csX69" fmla="*/ 3766 w 9723"/>
                <a:gd name="csY69" fmla="*/ 9976 h 10000"/>
                <a:gd name="csX70" fmla="*/ 3540 w 9723"/>
                <a:gd name="csY70" fmla="*/ 9991 h 10000"/>
                <a:gd name="csX71" fmla="*/ 3309 w 9723"/>
                <a:gd name="csY71" fmla="*/ 9998 h 10000"/>
                <a:gd name="csX72" fmla="*/ 3075 w 9723"/>
                <a:gd name="csY72" fmla="*/ 10000 h 10000"/>
                <a:gd name="csX73" fmla="*/ 2836 w 9723"/>
                <a:gd name="csY73" fmla="*/ 9998 h 10000"/>
                <a:gd name="csX74" fmla="*/ 2597 w 9723"/>
                <a:gd name="csY74" fmla="*/ 9989 h 10000"/>
                <a:gd name="csX75" fmla="*/ 2350 w 9723"/>
                <a:gd name="csY75" fmla="*/ 9974 h 10000"/>
                <a:gd name="csX76" fmla="*/ 2098 w 9723"/>
                <a:gd name="csY76" fmla="*/ 9954 h 10000"/>
                <a:gd name="csX77" fmla="*/ 1847 w 9723"/>
                <a:gd name="csY77" fmla="*/ 9928 h 10000"/>
                <a:gd name="csX78" fmla="*/ 1595 w 9723"/>
                <a:gd name="csY78" fmla="*/ 9899 h 10000"/>
                <a:gd name="csX79" fmla="*/ 1335 w 9723"/>
                <a:gd name="csY79" fmla="*/ 9859 h 10000"/>
                <a:gd name="csX80" fmla="*/ 1075 w 9723"/>
                <a:gd name="csY80" fmla="*/ 9817 h 10000"/>
                <a:gd name="csX81" fmla="*/ 810 w 9723"/>
                <a:gd name="csY81" fmla="*/ 9771 h 10000"/>
                <a:gd name="csX82" fmla="*/ 546 w 9723"/>
                <a:gd name="csY82" fmla="*/ 9715 h 10000"/>
                <a:gd name="csX83" fmla="*/ 273 w 9723"/>
                <a:gd name="csY83" fmla="*/ 9657 h 10000"/>
                <a:gd name="csX84" fmla="*/ 0 w 9723"/>
                <a:gd name="csY84" fmla="*/ 9594 h 10000"/>
                <a:gd name="csX0" fmla="*/ 8838 w 9719"/>
                <a:gd name="csY0" fmla="*/ 0 h 10000"/>
                <a:gd name="csX1" fmla="*/ 8929 w 9719"/>
                <a:gd name="csY1" fmla="*/ 166 h 10000"/>
                <a:gd name="csX2" fmla="*/ 9018 w 9719"/>
                <a:gd name="csY2" fmla="*/ 337 h 10000"/>
                <a:gd name="csX3" fmla="*/ 9096 w 9719"/>
                <a:gd name="csY3" fmla="*/ 508 h 10000"/>
                <a:gd name="csX4" fmla="*/ 9175 w 9719"/>
                <a:gd name="csY4" fmla="*/ 679 h 10000"/>
                <a:gd name="csX5" fmla="*/ 9245 w 9719"/>
                <a:gd name="csY5" fmla="*/ 858 h 10000"/>
                <a:gd name="csX6" fmla="*/ 9311 w 9719"/>
                <a:gd name="csY6" fmla="*/ 1038 h 10000"/>
                <a:gd name="csX7" fmla="*/ 9372 w 9719"/>
                <a:gd name="csY7" fmla="*/ 1218 h 10000"/>
                <a:gd name="csX8" fmla="*/ 9430 w 9719"/>
                <a:gd name="csY8" fmla="*/ 1402 h 10000"/>
                <a:gd name="csX9" fmla="*/ 9482 w 9719"/>
                <a:gd name="csY9" fmla="*/ 1585 h 10000"/>
                <a:gd name="csX10" fmla="*/ 9526 w 9719"/>
                <a:gd name="csY10" fmla="*/ 1772 h 10000"/>
                <a:gd name="csX11" fmla="*/ 9566 w 9719"/>
                <a:gd name="csY11" fmla="*/ 1963 h 10000"/>
                <a:gd name="csX12" fmla="*/ 9605 w 9719"/>
                <a:gd name="csY12" fmla="*/ 2148 h 10000"/>
                <a:gd name="csX13" fmla="*/ 9636 w 9719"/>
                <a:gd name="csY13" fmla="*/ 2340 h 10000"/>
                <a:gd name="csX14" fmla="*/ 9662 w 9719"/>
                <a:gd name="csY14" fmla="*/ 2529 h 10000"/>
                <a:gd name="csX15" fmla="*/ 9680 w 9719"/>
                <a:gd name="csY15" fmla="*/ 2724 h 10000"/>
                <a:gd name="csX16" fmla="*/ 9697 w 9719"/>
                <a:gd name="csY16" fmla="*/ 2917 h 10000"/>
                <a:gd name="csX17" fmla="*/ 9706 w 9719"/>
                <a:gd name="csY17" fmla="*/ 3108 h 10000"/>
                <a:gd name="csX18" fmla="*/ 9719 w 9719"/>
                <a:gd name="csY18" fmla="*/ 3303 h 10000"/>
                <a:gd name="csX19" fmla="*/ 9719 w 9719"/>
                <a:gd name="csY19" fmla="*/ 3497 h 10000"/>
                <a:gd name="csX20" fmla="*/ 9710 w 9719"/>
                <a:gd name="csY20" fmla="*/ 3691 h 10000"/>
                <a:gd name="csX21" fmla="*/ 9702 w 9719"/>
                <a:gd name="csY21" fmla="*/ 3881 h 10000"/>
                <a:gd name="csX22" fmla="*/ 9688 w 9719"/>
                <a:gd name="csY22" fmla="*/ 4076 h 10000"/>
                <a:gd name="csX23" fmla="*/ 9667 w 9719"/>
                <a:gd name="csY23" fmla="*/ 4268 h 10000"/>
                <a:gd name="csX24" fmla="*/ 9645 w 9719"/>
                <a:gd name="csY24" fmla="*/ 4459 h 10000"/>
                <a:gd name="csX25" fmla="*/ 9614 w 9719"/>
                <a:gd name="csY25" fmla="*/ 4651 h 10000"/>
                <a:gd name="csX26" fmla="*/ 9583 w 9719"/>
                <a:gd name="csY26" fmla="*/ 4840 h 10000"/>
                <a:gd name="csX27" fmla="*/ 9543 w 9719"/>
                <a:gd name="csY27" fmla="*/ 5029 h 10000"/>
                <a:gd name="csX28" fmla="*/ 9500 w 9719"/>
                <a:gd name="csY28" fmla="*/ 5215 h 10000"/>
                <a:gd name="csX29" fmla="*/ 9452 w 9719"/>
                <a:gd name="csY29" fmla="*/ 5402 h 10000"/>
                <a:gd name="csX30" fmla="*/ 9394 w 9719"/>
                <a:gd name="csY30" fmla="*/ 5584 h 10000"/>
                <a:gd name="csX31" fmla="*/ 9333 w 9719"/>
                <a:gd name="csY31" fmla="*/ 5767 h 10000"/>
                <a:gd name="csX32" fmla="*/ 9267 w 9719"/>
                <a:gd name="csY32" fmla="*/ 5946 h 10000"/>
                <a:gd name="csX33" fmla="*/ 9202 w 9719"/>
                <a:gd name="csY33" fmla="*/ 6122 h 10000"/>
                <a:gd name="csX34" fmla="*/ 9127 w 9719"/>
                <a:gd name="csY34" fmla="*/ 6301 h 10000"/>
                <a:gd name="csX35" fmla="*/ 9048 w 9719"/>
                <a:gd name="csY35" fmla="*/ 6472 h 10000"/>
                <a:gd name="csX36" fmla="*/ 8960 w 9719"/>
                <a:gd name="csY36" fmla="*/ 6644 h 10000"/>
                <a:gd name="csX37" fmla="*/ 8873 w 9719"/>
                <a:gd name="csY37" fmla="*/ 6811 h 10000"/>
                <a:gd name="csX38" fmla="*/ 8780 w 9719"/>
                <a:gd name="csY38" fmla="*/ 6974 h 10000"/>
                <a:gd name="csX39" fmla="*/ 8679 w 9719"/>
                <a:gd name="csY39" fmla="*/ 7136 h 10000"/>
                <a:gd name="csX40" fmla="*/ 8574 w 9719"/>
                <a:gd name="csY40" fmla="*/ 7293 h 10000"/>
                <a:gd name="csX41" fmla="*/ 8469 w 9719"/>
                <a:gd name="csY41" fmla="*/ 7449 h 10000"/>
                <a:gd name="csX42" fmla="*/ 8355 w 9719"/>
                <a:gd name="csY42" fmla="*/ 7601 h 10000"/>
                <a:gd name="csX43" fmla="*/ 8237 w 9719"/>
                <a:gd name="csY43" fmla="*/ 7748 h 10000"/>
                <a:gd name="csX44" fmla="*/ 8114 w 9719"/>
                <a:gd name="csY44" fmla="*/ 7891 h 10000"/>
                <a:gd name="csX45" fmla="*/ 7987 w 9719"/>
                <a:gd name="csY45" fmla="*/ 8032 h 10000"/>
                <a:gd name="csX46" fmla="*/ 7850 w 9719"/>
                <a:gd name="csY46" fmla="*/ 8168 h 10000"/>
                <a:gd name="csX47" fmla="*/ 7714 w 9719"/>
                <a:gd name="csY47" fmla="*/ 8301 h 10000"/>
                <a:gd name="csX48" fmla="*/ 7575 w 9719"/>
                <a:gd name="csY48" fmla="*/ 8430 h 10000"/>
                <a:gd name="csX49" fmla="*/ 7430 w 9719"/>
                <a:gd name="csY49" fmla="*/ 8553 h 10000"/>
                <a:gd name="csX50" fmla="*/ 7280 w 9719"/>
                <a:gd name="csY50" fmla="*/ 8672 h 10000"/>
                <a:gd name="csX51" fmla="*/ 7122 w 9719"/>
                <a:gd name="csY51" fmla="*/ 8787 h 10000"/>
                <a:gd name="csX52" fmla="*/ 6965 w 9719"/>
                <a:gd name="csY52" fmla="*/ 8896 h 10000"/>
                <a:gd name="csX53" fmla="*/ 6798 w 9719"/>
                <a:gd name="csY53" fmla="*/ 9002 h 10000"/>
                <a:gd name="csX54" fmla="*/ 6631 w 9719"/>
                <a:gd name="csY54" fmla="*/ 9102 h 10000"/>
                <a:gd name="csX55" fmla="*/ 6456 w 9719"/>
                <a:gd name="csY55" fmla="*/ 9196 h 10000"/>
                <a:gd name="csX56" fmla="*/ 6281 w 9719"/>
                <a:gd name="csY56" fmla="*/ 9289 h 10000"/>
                <a:gd name="csX57" fmla="*/ 6097 w 9719"/>
                <a:gd name="csY57" fmla="*/ 9372 h 10000"/>
                <a:gd name="csX58" fmla="*/ 5913 w 9719"/>
                <a:gd name="csY58" fmla="*/ 9453 h 10000"/>
                <a:gd name="csX59" fmla="*/ 5719 w 9719"/>
                <a:gd name="csY59" fmla="*/ 9526 h 10000"/>
                <a:gd name="csX60" fmla="*/ 5526 w 9719"/>
                <a:gd name="csY60" fmla="*/ 9598 h 10000"/>
                <a:gd name="csX61" fmla="*/ 5328 w 9719"/>
                <a:gd name="csY61" fmla="*/ 9661 h 10000"/>
                <a:gd name="csX62" fmla="*/ 5123 w 9719"/>
                <a:gd name="csY62" fmla="*/ 9720 h 10000"/>
                <a:gd name="csX63" fmla="*/ 4916 w 9719"/>
                <a:gd name="csY63" fmla="*/ 9773 h 10000"/>
                <a:gd name="csX64" fmla="*/ 4706 w 9719"/>
                <a:gd name="csY64" fmla="*/ 9821 h 10000"/>
                <a:gd name="csX65" fmla="*/ 4491 w 9719"/>
                <a:gd name="csY65" fmla="*/ 9862 h 10000"/>
                <a:gd name="csX66" fmla="*/ 4272 w 9719"/>
                <a:gd name="csY66" fmla="*/ 9901 h 10000"/>
                <a:gd name="csX67" fmla="*/ 4048 w 9719"/>
                <a:gd name="csY67" fmla="*/ 9930 h 10000"/>
                <a:gd name="csX68" fmla="*/ 3825 w 9719"/>
                <a:gd name="csY68" fmla="*/ 9956 h 10000"/>
                <a:gd name="csX69" fmla="*/ 3592 w 9719"/>
                <a:gd name="csY69" fmla="*/ 9976 h 10000"/>
                <a:gd name="csX70" fmla="*/ 3360 w 9719"/>
                <a:gd name="csY70" fmla="*/ 9991 h 10000"/>
                <a:gd name="csX71" fmla="*/ 3122 w 9719"/>
                <a:gd name="csY71" fmla="*/ 9998 h 10000"/>
                <a:gd name="csX72" fmla="*/ 2882 w 9719"/>
                <a:gd name="csY72" fmla="*/ 10000 h 10000"/>
                <a:gd name="csX73" fmla="*/ 2636 w 9719"/>
                <a:gd name="csY73" fmla="*/ 9998 h 10000"/>
                <a:gd name="csX74" fmla="*/ 2390 w 9719"/>
                <a:gd name="csY74" fmla="*/ 9989 h 10000"/>
                <a:gd name="csX75" fmla="*/ 2136 w 9719"/>
                <a:gd name="csY75" fmla="*/ 9974 h 10000"/>
                <a:gd name="csX76" fmla="*/ 1877 w 9719"/>
                <a:gd name="csY76" fmla="*/ 9954 h 10000"/>
                <a:gd name="csX77" fmla="*/ 1619 w 9719"/>
                <a:gd name="csY77" fmla="*/ 9928 h 10000"/>
                <a:gd name="csX78" fmla="*/ 1359 w 9719"/>
                <a:gd name="csY78" fmla="*/ 9899 h 10000"/>
                <a:gd name="csX79" fmla="*/ 1092 w 9719"/>
                <a:gd name="csY79" fmla="*/ 9859 h 10000"/>
                <a:gd name="csX80" fmla="*/ 825 w 9719"/>
                <a:gd name="csY80" fmla="*/ 9817 h 10000"/>
                <a:gd name="csX81" fmla="*/ 552 w 9719"/>
                <a:gd name="csY81" fmla="*/ 9771 h 10000"/>
                <a:gd name="csX82" fmla="*/ 281 w 9719"/>
                <a:gd name="csY82" fmla="*/ 9715 h 10000"/>
                <a:gd name="csX83" fmla="*/ 0 w 9719"/>
                <a:gd name="csY83" fmla="*/ 9657 h 10000"/>
                <a:gd name="csX0" fmla="*/ 8805 w 9711"/>
                <a:gd name="csY0" fmla="*/ 0 h 10000"/>
                <a:gd name="csX1" fmla="*/ 8898 w 9711"/>
                <a:gd name="csY1" fmla="*/ 166 h 10000"/>
                <a:gd name="csX2" fmla="*/ 8990 w 9711"/>
                <a:gd name="csY2" fmla="*/ 337 h 10000"/>
                <a:gd name="csX3" fmla="*/ 9070 w 9711"/>
                <a:gd name="csY3" fmla="*/ 508 h 10000"/>
                <a:gd name="csX4" fmla="*/ 9151 w 9711"/>
                <a:gd name="csY4" fmla="*/ 679 h 10000"/>
                <a:gd name="csX5" fmla="*/ 9223 w 9711"/>
                <a:gd name="csY5" fmla="*/ 858 h 10000"/>
                <a:gd name="csX6" fmla="*/ 9291 w 9711"/>
                <a:gd name="csY6" fmla="*/ 1038 h 10000"/>
                <a:gd name="csX7" fmla="*/ 9354 w 9711"/>
                <a:gd name="csY7" fmla="*/ 1218 h 10000"/>
                <a:gd name="csX8" fmla="*/ 9414 w 9711"/>
                <a:gd name="csY8" fmla="*/ 1402 h 10000"/>
                <a:gd name="csX9" fmla="*/ 9467 w 9711"/>
                <a:gd name="csY9" fmla="*/ 1585 h 10000"/>
                <a:gd name="csX10" fmla="*/ 9512 w 9711"/>
                <a:gd name="csY10" fmla="*/ 1772 h 10000"/>
                <a:gd name="csX11" fmla="*/ 9554 w 9711"/>
                <a:gd name="csY11" fmla="*/ 1963 h 10000"/>
                <a:gd name="csX12" fmla="*/ 9594 w 9711"/>
                <a:gd name="csY12" fmla="*/ 2148 h 10000"/>
                <a:gd name="csX13" fmla="*/ 9626 w 9711"/>
                <a:gd name="csY13" fmla="*/ 2340 h 10000"/>
                <a:gd name="csX14" fmla="*/ 9652 w 9711"/>
                <a:gd name="csY14" fmla="*/ 2529 h 10000"/>
                <a:gd name="csX15" fmla="*/ 9671 w 9711"/>
                <a:gd name="csY15" fmla="*/ 2724 h 10000"/>
                <a:gd name="csX16" fmla="*/ 9688 w 9711"/>
                <a:gd name="csY16" fmla="*/ 2917 h 10000"/>
                <a:gd name="csX17" fmla="*/ 9698 w 9711"/>
                <a:gd name="csY17" fmla="*/ 3108 h 10000"/>
                <a:gd name="csX18" fmla="*/ 9711 w 9711"/>
                <a:gd name="csY18" fmla="*/ 3303 h 10000"/>
                <a:gd name="csX19" fmla="*/ 9711 w 9711"/>
                <a:gd name="csY19" fmla="*/ 3497 h 10000"/>
                <a:gd name="csX20" fmla="*/ 9702 w 9711"/>
                <a:gd name="csY20" fmla="*/ 3691 h 10000"/>
                <a:gd name="csX21" fmla="*/ 9694 w 9711"/>
                <a:gd name="csY21" fmla="*/ 3881 h 10000"/>
                <a:gd name="csX22" fmla="*/ 9679 w 9711"/>
                <a:gd name="csY22" fmla="*/ 4076 h 10000"/>
                <a:gd name="csX23" fmla="*/ 9657 w 9711"/>
                <a:gd name="csY23" fmla="*/ 4268 h 10000"/>
                <a:gd name="csX24" fmla="*/ 9635 w 9711"/>
                <a:gd name="csY24" fmla="*/ 4459 h 10000"/>
                <a:gd name="csX25" fmla="*/ 9603 w 9711"/>
                <a:gd name="csY25" fmla="*/ 4651 h 10000"/>
                <a:gd name="csX26" fmla="*/ 9571 w 9711"/>
                <a:gd name="csY26" fmla="*/ 4840 h 10000"/>
                <a:gd name="csX27" fmla="*/ 9530 w 9711"/>
                <a:gd name="csY27" fmla="*/ 5029 h 10000"/>
                <a:gd name="csX28" fmla="*/ 9486 w 9711"/>
                <a:gd name="csY28" fmla="*/ 5215 h 10000"/>
                <a:gd name="csX29" fmla="*/ 9436 w 9711"/>
                <a:gd name="csY29" fmla="*/ 5402 h 10000"/>
                <a:gd name="csX30" fmla="*/ 9377 w 9711"/>
                <a:gd name="csY30" fmla="*/ 5584 h 10000"/>
                <a:gd name="csX31" fmla="*/ 9314 w 9711"/>
                <a:gd name="csY31" fmla="*/ 5767 h 10000"/>
                <a:gd name="csX32" fmla="*/ 9246 w 9711"/>
                <a:gd name="csY32" fmla="*/ 5946 h 10000"/>
                <a:gd name="csX33" fmla="*/ 9179 w 9711"/>
                <a:gd name="csY33" fmla="*/ 6122 h 10000"/>
                <a:gd name="csX34" fmla="*/ 9102 w 9711"/>
                <a:gd name="csY34" fmla="*/ 6301 h 10000"/>
                <a:gd name="csX35" fmla="*/ 9021 w 9711"/>
                <a:gd name="csY35" fmla="*/ 6472 h 10000"/>
                <a:gd name="csX36" fmla="*/ 8930 w 9711"/>
                <a:gd name="csY36" fmla="*/ 6644 h 10000"/>
                <a:gd name="csX37" fmla="*/ 8841 w 9711"/>
                <a:gd name="csY37" fmla="*/ 6811 h 10000"/>
                <a:gd name="csX38" fmla="*/ 8745 w 9711"/>
                <a:gd name="csY38" fmla="*/ 6974 h 10000"/>
                <a:gd name="csX39" fmla="*/ 8641 w 9711"/>
                <a:gd name="csY39" fmla="*/ 7136 h 10000"/>
                <a:gd name="csX40" fmla="*/ 8533 w 9711"/>
                <a:gd name="csY40" fmla="*/ 7293 h 10000"/>
                <a:gd name="csX41" fmla="*/ 8425 w 9711"/>
                <a:gd name="csY41" fmla="*/ 7449 h 10000"/>
                <a:gd name="csX42" fmla="*/ 8308 w 9711"/>
                <a:gd name="csY42" fmla="*/ 7601 h 10000"/>
                <a:gd name="csX43" fmla="*/ 8186 w 9711"/>
                <a:gd name="csY43" fmla="*/ 7748 h 10000"/>
                <a:gd name="csX44" fmla="*/ 8060 w 9711"/>
                <a:gd name="csY44" fmla="*/ 7891 h 10000"/>
                <a:gd name="csX45" fmla="*/ 7929 w 9711"/>
                <a:gd name="csY45" fmla="*/ 8032 h 10000"/>
                <a:gd name="csX46" fmla="*/ 7788 w 9711"/>
                <a:gd name="csY46" fmla="*/ 8168 h 10000"/>
                <a:gd name="csX47" fmla="*/ 7648 w 9711"/>
                <a:gd name="csY47" fmla="*/ 8301 h 10000"/>
                <a:gd name="csX48" fmla="*/ 7505 w 9711"/>
                <a:gd name="csY48" fmla="*/ 8430 h 10000"/>
                <a:gd name="csX49" fmla="*/ 7356 w 9711"/>
                <a:gd name="csY49" fmla="*/ 8553 h 10000"/>
                <a:gd name="csX50" fmla="*/ 7201 w 9711"/>
                <a:gd name="csY50" fmla="*/ 8672 h 10000"/>
                <a:gd name="csX51" fmla="*/ 7039 w 9711"/>
                <a:gd name="csY51" fmla="*/ 8787 h 10000"/>
                <a:gd name="csX52" fmla="*/ 6877 w 9711"/>
                <a:gd name="csY52" fmla="*/ 8896 h 10000"/>
                <a:gd name="csX53" fmla="*/ 6706 w 9711"/>
                <a:gd name="csY53" fmla="*/ 9002 h 10000"/>
                <a:gd name="csX54" fmla="*/ 6534 w 9711"/>
                <a:gd name="csY54" fmla="*/ 9102 h 10000"/>
                <a:gd name="csX55" fmla="*/ 6354 w 9711"/>
                <a:gd name="csY55" fmla="*/ 9196 h 10000"/>
                <a:gd name="csX56" fmla="*/ 6174 w 9711"/>
                <a:gd name="csY56" fmla="*/ 9289 h 10000"/>
                <a:gd name="csX57" fmla="*/ 5984 w 9711"/>
                <a:gd name="csY57" fmla="*/ 9372 h 10000"/>
                <a:gd name="csX58" fmla="*/ 5795 w 9711"/>
                <a:gd name="csY58" fmla="*/ 9453 h 10000"/>
                <a:gd name="csX59" fmla="*/ 5595 w 9711"/>
                <a:gd name="csY59" fmla="*/ 9526 h 10000"/>
                <a:gd name="csX60" fmla="*/ 5397 w 9711"/>
                <a:gd name="csY60" fmla="*/ 9598 h 10000"/>
                <a:gd name="csX61" fmla="*/ 5193 w 9711"/>
                <a:gd name="csY61" fmla="*/ 9661 h 10000"/>
                <a:gd name="csX62" fmla="*/ 4982 w 9711"/>
                <a:gd name="csY62" fmla="*/ 9720 h 10000"/>
                <a:gd name="csX63" fmla="*/ 4769 w 9711"/>
                <a:gd name="csY63" fmla="*/ 9773 h 10000"/>
                <a:gd name="csX64" fmla="*/ 4553 w 9711"/>
                <a:gd name="csY64" fmla="*/ 9821 h 10000"/>
                <a:gd name="csX65" fmla="*/ 4332 w 9711"/>
                <a:gd name="csY65" fmla="*/ 9862 h 10000"/>
                <a:gd name="csX66" fmla="*/ 4107 w 9711"/>
                <a:gd name="csY66" fmla="*/ 9901 h 10000"/>
                <a:gd name="csX67" fmla="*/ 3876 w 9711"/>
                <a:gd name="csY67" fmla="*/ 9930 h 10000"/>
                <a:gd name="csX68" fmla="*/ 3647 w 9711"/>
                <a:gd name="csY68" fmla="*/ 9956 h 10000"/>
                <a:gd name="csX69" fmla="*/ 3407 w 9711"/>
                <a:gd name="csY69" fmla="*/ 9976 h 10000"/>
                <a:gd name="csX70" fmla="*/ 3168 w 9711"/>
                <a:gd name="csY70" fmla="*/ 9991 h 10000"/>
                <a:gd name="csX71" fmla="*/ 2923 w 9711"/>
                <a:gd name="csY71" fmla="*/ 9998 h 10000"/>
                <a:gd name="csX72" fmla="*/ 2676 w 9711"/>
                <a:gd name="csY72" fmla="*/ 10000 h 10000"/>
                <a:gd name="csX73" fmla="*/ 2423 w 9711"/>
                <a:gd name="csY73" fmla="*/ 9998 h 10000"/>
                <a:gd name="csX74" fmla="*/ 2170 w 9711"/>
                <a:gd name="csY74" fmla="*/ 9989 h 10000"/>
                <a:gd name="csX75" fmla="*/ 1909 w 9711"/>
                <a:gd name="csY75" fmla="*/ 9974 h 10000"/>
                <a:gd name="csX76" fmla="*/ 1642 w 9711"/>
                <a:gd name="csY76" fmla="*/ 9954 h 10000"/>
                <a:gd name="csX77" fmla="*/ 1377 w 9711"/>
                <a:gd name="csY77" fmla="*/ 9928 h 10000"/>
                <a:gd name="csX78" fmla="*/ 1109 w 9711"/>
                <a:gd name="csY78" fmla="*/ 9899 h 10000"/>
                <a:gd name="csX79" fmla="*/ 835 w 9711"/>
                <a:gd name="csY79" fmla="*/ 9859 h 10000"/>
                <a:gd name="csX80" fmla="*/ 560 w 9711"/>
                <a:gd name="csY80" fmla="*/ 9817 h 10000"/>
                <a:gd name="csX81" fmla="*/ 279 w 9711"/>
                <a:gd name="csY81" fmla="*/ 9771 h 10000"/>
                <a:gd name="csX82" fmla="*/ 0 w 9711"/>
                <a:gd name="csY82" fmla="*/ 9715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</a:cxnLst>
              <a:rect l="l" t="t" r="r" b="b"/>
              <a:pathLst>
                <a:path w="9711" h="10000">
                  <a:moveTo>
                    <a:pt x="8805" y="0"/>
                  </a:moveTo>
                  <a:cubicBezTo>
                    <a:pt x="8835" y="56"/>
                    <a:pt x="8866" y="112"/>
                    <a:pt x="8898" y="166"/>
                  </a:cubicBezTo>
                  <a:cubicBezTo>
                    <a:pt x="8929" y="222"/>
                    <a:pt x="8959" y="280"/>
                    <a:pt x="8990" y="337"/>
                  </a:cubicBezTo>
                  <a:cubicBezTo>
                    <a:pt x="9015" y="392"/>
                    <a:pt x="9043" y="450"/>
                    <a:pt x="9070" y="508"/>
                  </a:cubicBezTo>
                  <a:cubicBezTo>
                    <a:pt x="9097" y="565"/>
                    <a:pt x="9123" y="623"/>
                    <a:pt x="9151" y="679"/>
                  </a:cubicBezTo>
                  <a:cubicBezTo>
                    <a:pt x="9176" y="739"/>
                    <a:pt x="9199" y="799"/>
                    <a:pt x="9223" y="858"/>
                  </a:cubicBezTo>
                  <a:cubicBezTo>
                    <a:pt x="9245" y="917"/>
                    <a:pt x="9269" y="978"/>
                    <a:pt x="9291" y="1038"/>
                  </a:cubicBezTo>
                  <a:cubicBezTo>
                    <a:pt x="9312" y="1097"/>
                    <a:pt x="9333" y="1157"/>
                    <a:pt x="9354" y="1218"/>
                  </a:cubicBezTo>
                  <a:cubicBezTo>
                    <a:pt x="9375" y="1279"/>
                    <a:pt x="9393" y="1340"/>
                    <a:pt x="9414" y="1402"/>
                  </a:cubicBezTo>
                  <a:cubicBezTo>
                    <a:pt x="9431" y="1463"/>
                    <a:pt x="9450" y="1523"/>
                    <a:pt x="9467" y="1585"/>
                  </a:cubicBezTo>
                  <a:cubicBezTo>
                    <a:pt x="9483" y="1648"/>
                    <a:pt x="9497" y="1710"/>
                    <a:pt x="9512" y="1772"/>
                  </a:cubicBezTo>
                  <a:cubicBezTo>
                    <a:pt x="9526" y="1836"/>
                    <a:pt x="9539" y="1899"/>
                    <a:pt x="9554" y="1963"/>
                  </a:cubicBezTo>
                  <a:cubicBezTo>
                    <a:pt x="9567" y="2025"/>
                    <a:pt x="9579" y="2087"/>
                    <a:pt x="9594" y="2148"/>
                  </a:cubicBezTo>
                  <a:cubicBezTo>
                    <a:pt x="9604" y="2212"/>
                    <a:pt x="9614" y="2278"/>
                    <a:pt x="9626" y="2340"/>
                  </a:cubicBezTo>
                  <a:cubicBezTo>
                    <a:pt x="9635" y="2403"/>
                    <a:pt x="9643" y="2467"/>
                    <a:pt x="9652" y="2529"/>
                  </a:cubicBezTo>
                  <a:cubicBezTo>
                    <a:pt x="9660" y="2594"/>
                    <a:pt x="9665" y="2658"/>
                    <a:pt x="9671" y="2724"/>
                  </a:cubicBezTo>
                  <a:cubicBezTo>
                    <a:pt x="9677" y="2789"/>
                    <a:pt x="9682" y="2853"/>
                    <a:pt x="9688" y="2917"/>
                  </a:cubicBezTo>
                  <a:cubicBezTo>
                    <a:pt x="9691" y="2980"/>
                    <a:pt x="9695" y="3044"/>
                    <a:pt x="9698" y="3108"/>
                  </a:cubicBezTo>
                  <a:cubicBezTo>
                    <a:pt x="9702" y="3173"/>
                    <a:pt x="9707" y="3239"/>
                    <a:pt x="9711" y="3303"/>
                  </a:cubicBezTo>
                  <a:lnTo>
                    <a:pt x="9711" y="3497"/>
                  </a:lnTo>
                  <a:cubicBezTo>
                    <a:pt x="9708" y="3562"/>
                    <a:pt x="9705" y="3626"/>
                    <a:pt x="9702" y="3691"/>
                  </a:cubicBezTo>
                  <a:cubicBezTo>
                    <a:pt x="9699" y="3753"/>
                    <a:pt x="9697" y="3817"/>
                    <a:pt x="9694" y="3881"/>
                  </a:cubicBezTo>
                  <a:cubicBezTo>
                    <a:pt x="9688" y="3946"/>
                    <a:pt x="9683" y="4012"/>
                    <a:pt x="9679" y="4076"/>
                  </a:cubicBezTo>
                  <a:cubicBezTo>
                    <a:pt x="9672" y="4139"/>
                    <a:pt x="9665" y="4204"/>
                    <a:pt x="9657" y="4268"/>
                  </a:cubicBezTo>
                  <a:cubicBezTo>
                    <a:pt x="9649" y="4332"/>
                    <a:pt x="9642" y="4395"/>
                    <a:pt x="9635" y="4459"/>
                  </a:cubicBezTo>
                  <a:cubicBezTo>
                    <a:pt x="9625" y="4522"/>
                    <a:pt x="9613" y="4587"/>
                    <a:pt x="9603" y="4651"/>
                  </a:cubicBezTo>
                  <a:cubicBezTo>
                    <a:pt x="9593" y="4713"/>
                    <a:pt x="9582" y="4777"/>
                    <a:pt x="9571" y="4840"/>
                  </a:cubicBezTo>
                  <a:cubicBezTo>
                    <a:pt x="9558" y="4903"/>
                    <a:pt x="9543" y="4966"/>
                    <a:pt x="9530" y="5029"/>
                  </a:cubicBezTo>
                  <a:cubicBezTo>
                    <a:pt x="9516" y="5091"/>
                    <a:pt x="9500" y="5154"/>
                    <a:pt x="9486" y="5215"/>
                  </a:cubicBezTo>
                  <a:cubicBezTo>
                    <a:pt x="9468" y="5277"/>
                    <a:pt x="9453" y="5339"/>
                    <a:pt x="9436" y="5402"/>
                  </a:cubicBezTo>
                  <a:cubicBezTo>
                    <a:pt x="9416" y="5463"/>
                    <a:pt x="9397" y="5523"/>
                    <a:pt x="9377" y="5584"/>
                  </a:cubicBezTo>
                  <a:cubicBezTo>
                    <a:pt x="9355" y="5645"/>
                    <a:pt x="9335" y="5707"/>
                    <a:pt x="9314" y="5767"/>
                  </a:cubicBezTo>
                  <a:cubicBezTo>
                    <a:pt x="9292" y="5826"/>
                    <a:pt x="9269" y="5887"/>
                    <a:pt x="9246" y="5946"/>
                  </a:cubicBezTo>
                  <a:cubicBezTo>
                    <a:pt x="9224" y="6006"/>
                    <a:pt x="9201" y="6064"/>
                    <a:pt x="9179" y="6122"/>
                  </a:cubicBezTo>
                  <a:cubicBezTo>
                    <a:pt x="9153" y="6182"/>
                    <a:pt x="9127" y="6242"/>
                    <a:pt x="9102" y="6301"/>
                  </a:cubicBezTo>
                  <a:cubicBezTo>
                    <a:pt x="9075" y="6358"/>
                    <a:pt x="9047" y="6415"/>
                    <a:pt x="9021" y="6472"/>
                  </a:cubicBezTo>
                  <a:cubicBezTo>
                    <a:pt x="8991" y="6529"/>
                    <a:pt x="8961" y="6587"/>
                    <a:pt x="8930" y="6644"/>
                  </a:cubicBezTo>
                  <a:cubicBezTo>
                    <a:pt x="8900" y="6700"/>
                    <a:pt x="8869" y="6755"/>
                    <a:pt x="8841" y="6811"/>
                  </a:cubicBezTo>
                  <a:cubicBezTo>
                    <a:pt x="8809" y="6866"/>
                    <a:pt x="8777" y="6920"/>
                    <a:pt x="8745" y="6974"/>
                  </a:cubicBezTo>
                  <a:cubicBezTo>
                    <a:pt x="8710" y="7028"/>
                    <a:pt x="8676" y="7082"/>
                    <a:pt x="8641" y="7136"/>
                  </a:cubicBezTo>
                  <a:lnTo>
                    <a:pt x="8533" y="7293"/>
                  </a:lnTo>
                  <a:lnTo>
                    <a:pt x="8425" y="7449"/>
                  </a:lnTo>
                  <a:lnTo>
                    <a:pt x="8308" y="7601"/>
                  </a:lnTo>
                  <a:lnTo>
                    <a:pt x="8186" y="7748"/>
                  </a:lnTo>
                  <a:lnTo>
                    <a:pt x="8060" y="7891"/>
                  </a:lnTo>
                  <a:lnTo>
                    <a:pt x="7929" y="8032"/>
                  </a:lnTo>
                  <a:cubicBezTo>
                    <a:pt x="7883" y="8079"/>
                    <a:pt x="7834" y="8123"/>
                    <a:pt x="7788" y="8168"/>
                  </a:cubicBezTo>
                  <a:cubicBezTo>
                    <a:pt x="7741" y="8212"/>
                    <a:pt x="7695" y="8257"/>
                    <a:pt x="7648" y="8301"/>
                  </a:cubicBezTo>
                  <a:cubicBezTo>
                    <a:pt x="7601" y="8344"/>
                    <a:pt x="7552" y="8386"/>
                    <a:pt x="7505" y="8430"/>
                  </a:cubicBezTo>
                  <a:lnTo>
                    <a:pt x="7356" y="8553"/>
                  </a:lnTo>
                  <a:lnTo>
                    <a:pt x="7201" y="8672"/>
                  </a:lnTo>
                  <a:cubicBezTo>
                    <a:pt x="7148" y="8712"/>
                    <a:pt x="7093" y="8749"/>
                    <a:pt x="7039" y="8787"/>
                  </a:cubicBezTo>
                  <a:lnTo>
                    <a:pt x="6877" y="8896"/>
                  </a:lnTo>
                  <a:lnTo>
                    <a:pt x="6706" y="9002"/>
                  </a:lnTo>
                  <a:lnTo>
                    <a:pt x="6534" y="9102"/>
                  </a:lnTo>
                  <a:lnTo>
                    <a:pt x="6354" y="9196"/>
                  </a:lnTo>
                  <a:lnTo>
                    <a:pt x="6174" y="9289"/>
                  </a:lnTo>
                  <a:lnTo>
                    <a:pt x="5984" y="9372"/>
                  </a:lnTo>
                  <a:lnTo>
                    <a:pt x="5795" y="9453"/>
                  </a:lnTo>
                  <a:lnTo>
                    <a:pt x="5595" y="9526"/>
                  </a:lnTo>
                  <a:lnTo>
                    <a:pt x="5397" y="9598"/>
                  </a:lnTo>
                  <a:lnTo>
                    <a:pt x="5193" y="9661"/>
                  </a:lnTo>
                  <a:lnTo>
                    <a:pt x="4982" y="9720"/>
                  </a:lnTo>
                  <a:lnTo>
                    <a:pt x="4769" y="9773"/>
                  </a:lnTo>
                  <a:lnTo>
                    <a:pt x="4553" y="9821"/>
                  </a:lnTo>
                  <a:lnTo>
                    <a:pt x="4332" y="9862"/>
                  </a:lnTo>
                  <a:lnTo>
                    <a:pt x="4107" y="9901"/>
                  </a:lnTo>
                  <a:lnTo>
                    <a:pt x="3876" y="9930"/>
                  </a:lnTo>
                  <a:lnTo>
                    <a:pt x="3647" y="9956"/>
                  </a:lnTo>
                  <a:lnTo>
                    <a:pt x="3407" y="9976"/>
                  </a:lnTo>
                  <a:lnTo>
                    <a:pt x="3168" y="9991"/>
                  </a:lnTo>
                  <a:lnTo>
                    <a:pt x="2923" y="9998"/>
                  </a:lnTo>
                  <a:lnTo>
                    <a:pt x="2676" y="10000"/>
                  </a:lnTo>
                  <a:lnTo>
                    <a:pt x="2423" y="9998"/>
                  </a:lnTo>
                  <a:lnTo>
                    <a:pt x="2170" y="9989"/>
                  </a:lnTo>
                  <a:lnTo>
                    <a:pt x="1909" y="9974"/>
                  </a:lnTo>
                  <a:lnTo>
                    <a:pt x="1642" y="9954"/>
                  </a:lnTo>
                  <a:lnTo>
                    <a:pt x="1377" y="9928"/>
                  </a:lnTo>
                  <a:lnTo>
                    <a:pt x="1109" y="9899"/>
                  </a:lnTo>
                  <a:lnTo>
                    <a:pt x="835" y="9859"/>
                  </a:lnTo>
                  <a:lnTo>
                    <a:pt x="560" y="9817"/>
                  </a:lnTo>
                  <a:lnTo>
                    <a:pt x="279" y="9771"/>
                  </a:lnTo>
                  <a:lnTo>
                    <a:pt x="0" y="9715"/>
                  </a:lnTo>
                </a:path>
              </a:pathLst>
            </a:custGeom>
            <a:noFill/>
            <a:ln w="588963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31B2EC14-D1D7-FBFB-6E57-100CFF1E5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3429" y="1866142"/>
              <a:ext cx="3331647" cy="3321810"/>
            </a:xfrm>
            <a:custGeom>
              <a:avLst/>
              <a:gdLst>
                <a:gd name="T0" fmla="*/ 6485 w 6548"/>
                <a:gd name="T1" fmla="*/ 6368 h 6393"/>
                <a:gd name="T2" fmla="*/ 6360 w 6548"/>
                <a:gd name="T3" fmla="*/ 6310 h 6393"/>
                <a:gd name="T4" fmla="*/ 6230 w 6548"/>
                <a:gd name="T5" fmla="*/ 6241 h 6393"/>
                <a:gd name="T6" fmla="*/ 6098 w 6548"/>
                <a:gd name="T7" fmla="*/ 6162 h 6393"/>
                <a:gd name="T8" fmla="*/ 5965 w 6548"/>
                <a:gd name="T9" fmla="*/ 6072 h 6393"/>
                <a:gd name="T10" fmla="*/ 5828 w 6548"/>
                <a:gd name="T11" fmla="*/ 5972 h 6393"/>
                <a:gd name="T12" fmla="*/ 5690 w 6548"/>
                <a:gd name="T13" fmla="*/ 5863 h 6393"/>
                <a:gd name="T14" fmla="*/ 5549 w 6548"/>
                <a:gd name="T15" fmla="*/ 5744 h 6393"/>
                <a:gd name="T16" fmla="*/ 5407 w 6548"/>
                <a:gd name="T17" fmla="*/ 5617 h 6393"/>
                <a:gd name="T18" fmla="*/ 5262 w 6548"/>
                <a:gd name="T19" fmla="*/ 5481 h 6393"/>
                <a:gd name="T20" fmla="*/ 5116 w 6548"/>
                <a:gd name="T21" fmla="*/ 5337 h 6393"/>
                <a:gd name="T22" fmla="*/ 4968 w 6548"/>
                <a:gd name="T23" fmla="*/ 5186 h 6393"/>
                <a:gd name="T24" fmla="*/ 4818 w 6548"/>
                <a:gd name="T25" fmla="*/ 5028 h 6393"/>
                <a:gd name="T26" fmla="*/ 4668 w 6548"/>
                <a:gd name="T27" fmla="*/ 4864 h 6393"/>
                <a:gd name="T28" fmla="*/ 4517 w 6548"/>
                <a:gd name="T29" fmla="*/ 4693 h 6393"/>
                <a:gd name="T30" fmla="*/ 4364 w 6548"/>
                <a:gd name="T31" fmla="*/ 4518 h 6393"/>
                <a:gd name="T32" fmla="*/ 4210 w 6548"/>
                <a:gd name="T33" fmla="*/ 4338 h 6393"/>
                <a:gd name="T34" fmla="*/ 4055 w 6548"/>
                <a:gd name="T35" fmla="*/ 4153 h 6393"/>
                <a:gd name="T36" fmla="*/ 3900 w 6548"/>
                <a:gd name="T37" fmla="*/ 3966 h 6393"/>
                <a:gd name="T38" fmla="*/ 3744 w 6548"/>
                <a:gd name="T39" fmla="*/ 3776 h 6393"/>
                <a:gd name="T40" fmla="*/ 3587 w 6548"/>
                <a:gd name="T41" fmla="*/ 3584 h 6393"/>
                <a:gd name="T42" fmla="*/ 3431 w 6548"/>
                <a:gd name="T43" fmla="*/ 3391 h 6393"/>
                <a:gd name="T44" fmla="*/ 3274 w 6548"/>
                <a:gd name="T45" fmla="*/ 3197 h 6393"/>
                <a:gd name="T46" fmla="*/ 3117 w 6548"/>
                <a:gd name="T47" fmla="*/ 3003 h 6393"/>
                <a:gd name="T48" fmla="*/ 2961 w 6548"/>
                <a:gd name="T49" fmla="*/ 2809 h 6393"/>
                <a:gd name="T50" fmla="*/ 2804 w 6548"/>
                <a:gd name="T51" fmla="*/ 2617 h 6393"/>
                <a:gd name="T52" fmla="*/ 2648 w 6548"/>
                <a:gd name="T53" fmla="*/ 2427 h 6393"/>
                <a:gd name="T54" fmla="*/ 2493 w 6548"/>
                <a:gd name="T55" fmla="*/ 2240 h 6393"/>
                <a:gd name="T56" fmla="*/ 2338 w 6548"/>
                <a:gd name="T57" fmla="*/ 2055 h 6393"/>
                <a:gd name="T58" fmla="*/ 2184 w 6548"/>
                <a:gd name="T59" fmla="*/ 1875 h 6393"/>
                <a:gd name="T60" fmla="*/ 2031 w 6548"/>
                <a:gd name="T61" fmla="*/ 1700 h 6393"/>
                <a:gd name="T62" fmla="*/ 1880 w 6548"/>
                <a:gd name="T63" fmla="*/ 1529 h 6393"/>
                <a:gd name="T64" fmla="*/ 1730 w 6548"/>
                <a:gd name="T65" fmla="*/ 1365 h 6393"/>
                <a:gd name="T66" fmla="*/ 1580 w 6548"/>
                <a:gd name="T67" fmla="*/ 1207 h 6393"/>
                <a:gd name="T68" fmla="*/ 1432 w 6548"/>
                <a:gd name="T69" fmla="*/ 1056 h 6393"/>
                <a:gd name="T70" fmla="*/ 1286 w 6548"/>
                <a:gd name="T71" fmla="*/ 912 h 6393"/>
                <a:gd name="T72" fmla="*/ 1141 w 6548"/>
                <a:gd name="T73" fmla="*/ 776 h 6393"/>
                <a:gd name="T74" fmla="*/ 999 w 6548"/>
                <a:gd name="T75" fmla="*/ 649 h 6393"/>
                <a:gd name="T76" fmla="*/ 858 w 6548"/>
                <a:gd name="T77" fmla="*/ 530 h 6393"/>
                <a:gd name="T78" fmla="*/ 720 w 6548"/>
                <a:gd name="T79" fmla="*/ 421 h 6393"/>
                <a:gd name="T80" fmla="*/ 583 w 6548"/>
                <a:gd name="T81" fmla="*/ 321 h 6393"/>
                <a:gd name="T82" fmla="*/ 450 w 6548"/>
                <a:gd name="T83" fmla="*/ 231 h 6393"/>
                <a:gd name="T84" fmla="*/ 318 w 6548"/>
                <a:gd name="T85" fmla="*/ 152 h 6393"/>
                <a:gd name="T86" fmla="*/ 188 w 6548"/>
                <a:gd name="T87" fmla="*/ 83 h 6393"/>
                <a:gd name="T88" fmla="*/ 63 w 6548"/>
                <a:gd name="T89" fmla="*/ 25 h 6393"/>
                <a:gd name="csX0" fmla="*/ 9904 w 9904"/>
                <a:gd name="csY0" fmla="*/ 9961 h 9961"/>
                <a:gd name="csX1" fmla="*/ 9808 w 9904"/>
                <a:gd name="csY1" fmla="*/ 9922 h 9961"/>
                <a:gd name="csX2" fmla="*/ 9712 w 9904"/>
                <a:gd name="csY2" fmla="*/ 9878 h 9961"/>
                <a:gd name="csX3" fmla="*/ 9617 w 9904"/>
                <a:gd name="csY3" fmla="*/ 9831 h 9961"/>
                <a:gd name="csX4" fmla="*/ 9518 w 9904"/>
                <a:gd name="csY4" fmla="*/ 9780 h 9961"/>
                <a:gd name="csX5" fmla="*/ 9418 w 9904"/>
                <a:gd name="csY5" fmla="*/ 9723 h 9961"/>
                <a:gd name="csX6" fmla="*/ 9319 w 9904"/>
                <a:gd name="csY6" fmla="*/ 9664 h 9961"/>
                <a:gd name="csX7" fmla="*/ 9217 w 9904"/>
                <a:gd name="csY7" fmla="*/ 9600 h 9961"/>
                <a:gd name="csX8" fmla="*/ 9118 w 9904"/>
                <a:gd name="csY8" fmla="*/ 9531 h 9961"/>
                <a:gd name="csX9" fmla="*/ 9014 w 9904"/>
                <a:gd name="csY9" fmla="*/ 9459 h 9961"/>
                <a:gd name="csX10" fmla="*/ 8910 w 9904"/>
                <a:gd name="csY10" fmla="*/ 9382 h 9961"/>
                <a:gd name="csX11" fmla="*/ 8804 w 9904"/>
                <a:gd name="csY11" fmla="*/ 9302 h 9961"/>
                <a:gd name="csX12" fmla="*/ 8699 w 9904"/>
                <a:gd name="csY12" fmla="*/ 9220 h 9961"/>
                <a:gd name="csX13" fmla="*/ 8594 w 9904"/>
                <a:gd name="csY13" fmla="*/ 9132 h 9961"/>
                <a:gd name="csX14" fmla="*/ 8485 w 9904"/>
                <a:gd name="csY14" fmla="*/ 9041 h 9961"/>
                <a:gd name="csX15" fmla="*/ 8378 w 9904"/>
                <a:gd name="csY15" fmla="*/ 8946 h 9961"/>
                <a:gd name="csX16" fmla="*/ 8271 w 9904"/>
                <a:gd name="csY16" fmla="*/ 8849 h 9961"/>
                <a:gd name="csX17" fmla="*/ 8161 w 9904"/>
                <a:gd name="csY17" fmla="*/ 8747 h 9961"/>
                <a:gd name="csX18" fmla="*/ 8052 w 9904"/>
                <a:gd name="csY18" fmla="*/ 8642 h 9961"/>
                <a:gd name="csX19" fmla="*/ 7940 w 9904"/>
                <a:gd name="csY19" fmla="*/ 8534 h 9961"/>
                <a:gd name="csX20" fmla="*/ 7829 w 9904"/>
                <a:gd name="csY20" fmla="*/ 8423 h 9961"/>
                <a:gd name="csX21" fmla="*/ 7717 w 9904"/>
                <a:gd name="csY21" fmla="*/ 8309 h 9961"/>
                <a:gd name="csX22" fmla="*/ 7604 w 9904"/>
                <a:gd name="csY22" fmla="*/ 8193 h 9961"/>
                <a:gd name="csX23" fmla="*/ 7491 w 9904"/>
                <a:gd name="csY23" fmla="*/ 8073 h 9961"/>
                <a:gd name="csX24" fmla="*/ 7377 w 9904"/>
                <a:gd name="csY24" fmla="*/ 7951 h 9961"/>
                <a:gd name="csX25" fmla="*/ 7262 w 9904"/>
                <a:gd name="csY25" fmla="*/ 7826 h 9961"/>
                <a:gd name="csX26" fmla="*/ 7147 w 9904"/>
                <a:gd name="csY26" fmla="*/ 7699 h 9961"/>
                <a:gd name="csX27" fmla="*/ 7033 w 9904"/>
                <a:gd name="csY27" fmla="*/ 7569 h 9961"/>
                <a:gd name="csX28" fmla="*/ 6917 w 9904"/>
                <a:gd name="csY28" fmla="*/ 7436 h 9961"/>
                <a:gd name="csX29" fmla="*/ 6802 w 9904"/>
                <a:gd name="csY29" fmla="*/ 7302 h 9961"/>
                <a:gd name="csX30" fmla="*/ 6685 w 9904"/>
                <a:gd name="csY30" fmla="*/ 7166 h 9961"/>
                <a:gd name="csX31" fmla="*/ 6569 w 9904"/>
                <a:gd name="csY31" fmla="*/ 7028 h 9961"/>
                <a:gd name="csX32" fmla="*/ 6451 w 9904"/>
                <a:gd name="csY32" fmla="*/ 6887 h 9961"/>
                <a:gd name="csX33" fmla="*/ 6333 w 9904"/>
                <a:gd name="csY33" fmla="*/ 6747 h 9961"/>
                <a:gd name="csX34" fmla="*/ 6216 w 9904"/>
                <a:gd name="csY34" fmla="*/ 6603 h 9961"/>
                <a:gd name="csX35" fmla="*/ 6097 w 9904"/>
                <a:gd name="csY35" fmla="*/ 6457 h 9961"/>
                <a:gd name="csX36" fmla="*/ 5979 w 9904"/>
                <a:gd name="csY36" fmla="*/ 6312 h 9961"/>
                <a:gd name="csX37" fmla="*/ 5860 w 9904"/>
                <a:gd name="csY37" fmla="*/ 6165 h 9961"/>
                <a:gd name="csX38" fmla="*/ 5741 w 9904"/>
                <a:gd name="csY38" fmla="*/ 6016 h 9961"/>
                <a:gd name="csX39" fmla="*/ 5622 w 9904"/>
                <a:gd name="csY39" fmla="*/ 5867 h 9961"/>
                <a:gd name="csX40" fmla="*/ 5503 w 9904"/>
                <a:gd name="csY40" fmla="*/ 5717 h 9961"/>
                <a:gd name="csX41" fmla="*/ 5382 w 9904"/>
                <a:gd name="csY41" fmla="*/ 5567 h 9961"/>
                <a:gd name="csX42" fmla="*/ 5263 w 9904"/>
                <a:gd name="csY42" fmla="*/ 5415 h 9961"/>
                <a:gd name="csX43" fmla="*/ 5144 w 9904"/>
                <a:gd name="csY43" fmla="*/ 5265 h 9961"/>
                <a:gd name="csX44" fmla="*/ 5023 w 9904"/>
                <a:gd name="csY44" fmla="*/ 5114 h 9961"/>
                <a:gd name="csX45" fmla="*/ 4904 w 9904"/>
                <a:gd name="csY45" fmla="*/ 4962 h 9961"/>
                <a:gd name="csX46" fmla="*/ 4785 w 9904"/>
                <a:gd name="csY46" fmla="*/ 4808 h 9961"/>
                <a:gd name="csX47" fmla="*/ 4664 w 9904"/>
                <a:gd name="csY47" fmla="*/ 4658 h 9961"/>
                <a:gd name="csX48" fmla="*/ 4545 w 9904"/>
                <a:gd name="csY48" fmla="*/ 4507 h 9961"/>
                <a:gd name="csX49" fmla="*/ 4426 w 9904"/>
                <a:gd name="csY49" fmla="*/ 4355 h 9961"/>
                <a:gd name="csX50" fmla="*/ 4305 w 9904"/>
                <a:gd name="csY50" fmla="*/ 4205 h 9961"/>
                <a:gd name="csX51" fmla="*/ 4186 w 9904"/>
                <a:gd name="csY51" fmla="*/ 4055 h 9961"/>
                <a:gd name="csX52" fmla="*/ 4067 w 9904"/>
                <a:gd name="csY52" fmla="*/ 3906 h 9961"/>
                <a:gd name="csX53" fmla="*/ 3948 w 9904"/>
                <a:gd name="csY53" fmla="*/ 3757 h 9961"/>
                <a:gd name="csX54" fmla="*/ 3830 w 9904"/>
                <a:gd name="csY54" fmla="*/ 3610 h 9961"/>
                <a:gd name="csX55" fmla="*/ 3711 w 9904"/>
                <a:gd name="csY55" fmla="*/ 3465 h 9961"/>
                <a:gd name="csX56" fmla="*/ 3594 w 9904"/>
                <a:gd name="csY56" fmla="*/ 3319 h 9961"/>
                <a:gd name="csX57" fmla="*/ 3475 w 9904"/>
                <a:gd name="csY57" fmla="*/ 3175 h 9961"/>
                <a:gd name="csX58" fmla="*/ 3357 w 9904"/>
                <a:gd name="csY58" fmla="*/ 3035 h 9961"/>
                <a:gd name="csX59" fmla="*/ 3239 w 9904"/>
                <a:gd name="csY59" fmla="*/ 2894 h 9961"/>
                <a:gd name="csX60" fmla="*/ 3123 w 9904"/>
                <a:gd name="csY60" fmla="*/ 2756 h 9961"/>
                <a:gd name="csX61" fmla="*/ 3006 w 9904"/>
                <a:gd name="csY61" fmla="*/ 2620 h 9961"/>
                <a:gd name="csX62" fmla="*/ 2891 w 9904"/>
                <a:gd name="csY62" fmla="*/ 2486 h 9961"/>
                <a:gd name="csX63" fmla="*/ 2775 w 9904"/>
                <a:gd name="csY63" fmla="*/ 2353 h 9961"/>
                <a:gd name="csX64" fmla="*/ 2661 w 9904"/>
                <a:gd name="csY64" fmla="*/ 2223 h 9961"/>
                <a:gd name="csX65" fmla="*/ 2546 w 9904"/>
                <a:gd name="csY65" fmla="*/ 2096 h 9961"/>
                <a:gd name="csX66" fmla="*/ 2431 w 9904"/>
                <a:gd name="csY66" fmla="*/ 1971 h 9961"/>
                <a:gd name="csX67" fmla="*/ 2317 w 9904"/>
                <a:gd name="csY67" fmla="*/ 1849 h 9961"/>
                <a:gd name="csX68" fmla="*/ 2204 w 9904"/>
                <a:gd name="csY68" fmla="*/ 1729 h 9961"/>
                <a:gd name="csX69" fmla="*/ 2091 w 9904"/>
                <a:gd name="csY69" fmla="*/ 1613 h 9961"/>
                <a:gd name="csX70" fmla="*/ 1979 w 9904"/>
                <a:gd name="csY70" fmla="*/ 1499 h 9961"/>
                <a:gd name="csX71" fmla="*/ 1868 w 9904"/>
                <a:gd name="csY71" fmla="*/ 1388 h 9961"/>
                <a:gd name="csX72" fmla="*/ 1756 w 9904"/>
                <a:gd name="csY72" fmla="*/ 1280 h 9961"/>
                <a:gd name="csX73" fmla="*/ 1647 w 9904"/>
                <a:gd name="csY73" fmla="*/ 1175 h 9961"/>
                <a:gd name="csX74" fmla="*/ 1538 w 9904"/>
                <a:gd name="csY74" fmla="*/ 1073 h 9961"/>
                <a:gd name="csX75" fmla="*/ 1430 w 9904"/>
                <a:gd name="csY75" fmla="*/ 976 h 9961"/>
                <a:gd name="csX76" fmla="*/ 1323 w 9904"/>
                <a:gd name="csY76" fmla="*/ 881 h 9961"/>
                <a:gd name="csX77" fmla="*/ 1214 w 9904"/>
                <a:gd name="csY77" fmla="*/ 790 h 9961"/>
                <a:gd name="csX78" fmla="*/ 1109 w 9904"/>
                <a:gd name="csY78" fmla="*/ 702 h 9961"/>
                <a:gd name="csX79" fmla="*/ 1004 w 9904"/>
                <a:gd name="csY79" fmla="*/ 620 h 9961"/>
                <a:gd name="csX80" fmla="*/ 898 w 9904"/>
                <a:gd name="csY80" fmla="*/ 540 h 9961"/>
                <a:gd name="csX81" fmla="*/ 794 w 9904"/>
                <a:gd name="csY81" fmla="*/ 463 h 9961"/>
                <a:gd name="csX82" fmla="*/ 694 w 9904"/>
                <a:gd name="csY82" fmla="*/ 391 h 9961"/>
                <a:gd name="csX83" fmla="*/ 591 w 9904"/>
                <a:gd name="csY83" fmla="*/ 322 h 9961"/>
                <a:gd name="csX84" fmla="*/ 489 w 9904"/>
                <a:gd name="csY84" fmla="*/ 258 h 9961"/>
                <a:gd name="csX85" fmla="*/ 390 w 9904"/>
                <a:gd name="csY85" fmla="*/ 199 h 9961"/>
                <a:gd name="csX86" fmla="*/ 290 w 9904"/>
                <a:gd name="csY86" fmla="*/ 142 h 9961"/>
                <a:gd name="csX87" fmla="*/ 191 w 9904"/>
                <a:gd name="csY87" fmla="*/ 91 h 9961"/>
                <a:gd name="csX88" fmla="*/ 96 w 9904"/>
                <a:gd name="csY88" fmla="*/ 44 h 9961"/>
                <a:gd name="csX89" fmla="*/ 0 w 9904"/>
                <a:gd name="csY89" fmla="*/ 0 h 9961"/>
                <a:gd name="csX0" fmla="*/ 9903 w 9903"/>
                <a:gd name="csY0" fmla="*/ 9956 h 9956"/>
                <a:gd name="csX1" fmla="*/ 9806 w 9903"/>
                <a:gd name="csY1" fmla="*/ 9917 h 9956"/>
                <a:gd name="csX2" fmla="*/ 9709 w 9903"/>
                <a:gd name="csY2" fmla="*/ 9873 h 9956"/>
                <a:gd name="csX3" fmla="*/ 9613 w 9903"/>
                <a:gd name="csY3" fmla="*/ 9825 h 9956"/>
                <a:gd name="csX4" fmla="*/ 9513 w 9903"/>
                <a:gd name="csY4" fmla="*/ 9774 h 9956"/>
                <a:gd name="csX5" fmla="*/ 9412 w 9903"/>
                <a:gd name="csY5" fmla="*/ 9717 h 9956"/>
                <a:gd name="csX6" fmla="*/ 9312 w 9903"/>
                <a:gd name="csY6" fmla="*/ 9658 h 9956"/>
                <a:gd name="csX7" fmla="*/ 9209 w 9903"/>
                <a:gd name="csY7" fmla="*/ 9594 h 9956"/>
                <a:gd name="csX8" fmla="*/ 9109 w 9903"/>
                <a:gd name="csY8" fmla="*/ 9524 h 9956"/>
                <a:gd name="csX9" fmla="*/ 9004 w 9903"/>
                <a:gd name="csY9" fmla="*/ 9452 h 9956"/>
                <a:gd name="csX10" fmla="*/ 8899 w 9903"/>
                <a:gd name="csY10" fmla="*/ 9375 h 9956"/>
                <a:gd name="csX11" fmla="*/ 8792 w 9903"/>
                <a:gd name="csY11" fmla="*/ 9294 h 9956"/>
                <a:gd name="csX12" fmla="*/ 8686 w 9903"/>
                <a:gd name="csY12" fmla="*/ 9212 h 9956"/>
                <a:gd name="csX13" fmla="*/ 8580 w 9903"/>
                <a:gd name="csY13" fmla="*/ 9124 h 9956"/>
                <a:gd name="csX14" fmla="*/ 8470 w 9903"/>
                <a:gd name="csY14" fmla="*/ 9032 h 9956"/>
                <a:gd name="csX15" fmla="*/ 8362 w 9903"/>
                <a:gd name="csY15" fmla="*/ 8937 h 9956"/>
                <a:gd name="csX16" fmla="*/ 8254 w 9903"/>
                <a:gd name="csY16" fmla="*/ 8840 h 9956"/>
                <a:gd name="csX17" fmla="*/ 8143 w 9903"/>
                <a:gd name="csY17" fmla="*/ 8737 h 9956"/>
                <a:gd name="csX18" fmla="*/ 8033 w 9903"/>
                <a:gd name="csY18" fmla="*/ 8632 h 9956"/>
                <a:gd name="csX19" fmla="*/ 7920 w 9903"/>
                <a:gd name="csY19" fmla="*/ 8523 h 9956"/>
                <a:gd name="csX20" fmla="*/ 7808 w 9903"/>
                <a:gd name="csY20" fmla="*/ 8412 h 9956"/>
                <a:gd name="csX21" fmla="*/ 7695 w 9903"/>
                <a:gd name="csY21" fmla="*/ 8298 h 9956"/>
                <a:gd name="csX22" fmla="*/ 7581 w 9903"/>
                <a:gd name="csY22" fmla="*/ 8181 h 9956"/>
                <a:gd name="csX23" fmla="*/ 7467 w 9903"/>
                <a:gd name="csY23" fmla="*/ 8061 h 9956"/>
                <a:gd name="csX24" fmla="*/ 7352 w 9903"/>
                <a:gd name="csY24" fmla="*/ 7938 h 9956"/>
                <a:gd name="csX25" fmla="*/ 7235 w 9903"/>
                <a:gd name="csY25" fmla="*/ 7813 h 9956"/>
                <a:gd name="csX26" fmla="*/ 7119 w 9903"/>
                <a:gd name="csY26" fmla="*/ 7685 h 9956"/>
                <a:gd name="csX27" fmla="*/ 7004 w 9903"/>
                <a:gd name="csY27" fmla="*/ 7555 h 9956"/>
                <a:gd name="csX28" fmla="*/ 6887 w 9903"/>
                <a:gd name="csY28" fmla="*/ 7421 h 9956"/>
                <a:gd name="csX29" fmla="*/ 6771 w 9903"/>
                <a:gd name="csY29" fmla="*/ 7287 h 9956"/>
                <a:gd name="csX30" fmla="*/ 6653 w 9903"/>
                <a:gd name="csY30" fmla="*/ 7150 h 9956"/>
                <a:gd name="csX31" fmla="*/ 6536 w 9903"/>
                <a:gd name="csY31" fmla="*/ 7012 h 9956"/>
                <a:gd name="csX32" fmla="*/ 6417 w 9903"/>
                <a:gd name="csY32" fmla="*/ 6870 h 9956"/>
                <a:gd name="csX33" fmla="*/ 6297 w 9903"/>
                <a:gd name="csY33" fmla="*/ 6729 h 9956"/>
                <a:gd name="csX34" fmla="*/ 6179 w 9903"/>
                <a:gd name="csY34" fmla="*/ 6585 h 9956"/>
                <a:gd name="csX35" fmla="*/ 6059 w 9903"/>
                <a:gd name="csY35" fmla="*/ 6438 h 9956"/>
                <a:gd name="csX36" fmla="*/ 5940 w 9903"/>
                <a:gd name="csY36" fmla="*/ 6293 h 9956"/>
                <a:gd name="csX37" fmla="*/ 5820 w 9903"/>
                <a:gd name="csY37" fmla="*/ 6145 h 9956"/>
                <a:gd name="csX38" fmla="*/ 5700 w 9903"/>
                <a:gd name="csY38" fmla="*/ 5996 h 9956"/>
                <a:gd name="csX39" fmla="*/ 5579 w 9903"/>
                <a:gd name="csY39" fmla="*/ 5846 h 9956"/>
                <a:gd name="csX40" fmla="*/ 5459 w 9903"/>
                <a:gd name="csY40" fmla="*/ 5695 h 9956"/>
                <a:gd name="csX41" fmla="*/ 5337 w 9903"/>
                <a:gd name="csY41" fmla="*/ 5545 h 9956"/>
                <a:gd name="csX42" fmla="*/ 5217 w 9903"/>
                <a:gd name="csY42" fmla="*/ 5392 h 9956"/>
                <a:gd name="csX43" fmla="*/ 5097 w 9903"/>
                <a:gd name="csY43" fmla="*/ 5242 h 9956"/>
                <a:gd name="csX44" fmla="*/ 4975 w 9903"/>
                <a:gd name="csY44" fmla="*/ 5090 h 9956"/>
                <a:gd name="csX45" fmla="*/ 4855 w 9903"/>
                <a:gd name="csY45" fmla="*/ 4937 h 9956"/>
                <a:gd name="csX46" fmla="*/ 4734 w 9903"/>
                <a:gd name="csY46" fmla="*/ 4783 h 9956"/>
                <a:gd name="csX47" fmla="*/ 4612 w 9903"/>
                <a:gd name="csY47" fmla="*/ 4632 h 9956"/>
                <a:gd name="csX48" fmla="*/ 4492 w 9903"/>
                <a:gd name="csY48" fmla="*/ 4481 h 9956"/>
                <a:gd name="csX49" fmla="*/ 4372 w 9903"/>
                <a:gd name="csY49" fmla="*/ 4328 h 9956"/>
                <a:gd name="csX50" fmla="*/ 4250 w 9903"/>
                <a:gd name="csY50" fmla="*/ 4177 h 9956"/>
                <a:gd name="csX51" fmla="*/ 4130 w 9903"/>
                <a:gd name="csY51" fmla="*/ 4027 h 9956"/>
                <a:gd name="csX52" fmla="*/ 4009 w 9903"/>
                <a:gd name="csY52" fmla="*/ 3877 h 9956"/>
                <a:gd name="csX53" fmla="*/ 3889 w 9903"/>
                <a:gd name="csY53" fmla="*/ 3728 h 9956"/>
                <a:gd name="csX54" fmla="*/ 3770 w 9903"/>
                <a:gd name="csY54" fmla="*/ 3580 h 9956"/>
                <a:gd name="csX55" fmla="*/ 3650 w 9903"/>
                <a:gd name="csY55" fmla="*/ 3435 h 9956"/>
                <a:gd name="csX56" fmla="*/ 3532 w 9903"/>
                <a:gd name="csY56" fmla="*/ 3288 h 9956"/>
                <a:gd name="csX57" fmla="*/ 3412 w 9903"/>
                <a:gd name="csY57" fmla="*/ 3143 h 9956"/>
                <a:gd name="csX58" fmla="*/ 3293 w 9903"/>
                <a:gd name="csY58" fmla="*/ 3003 h 9956"/>
                <a:gd name="csX59" fmla="*/ 3173 w 9903"/>
                <a:gd name="csY59" fmla="*/ 2861 h 9956"/>
                <a:gd name="csX60" fmla="*/ 3056 w 9903"/>
                <a:gd name="csY60" fmla="*/ 2723 h 9956"/>
                <a:gd name="csX61" fmla="*/ 2938 w 9903"/>
                <a:gd name="csY61" fmla="*/ 2586 h 9956"/>
                <a:gd name="csX62" fmla="*/ 2822 w 9903"/>
                <a:gd name="csY62" fmla="*/ 2452 h 9956"/>
                <a:gd name="csX63" fmla="*/ 2705 w 9903"/>
                <a:gd name="csY63" fmla="*/ 2318 h 9956"/>
                <a:gd name="csX64" fmla="*/ 2590 w 9903"/>
                <a:gd name="csY64" fmla="*/ 2188 h 9956"/>
                <a:gd name="csX65" fmla="*/ 2474 w 9903"/>
                <a:gd name="csY65" fmla="*/ 2060 h 9956"/>
                <a:gd name="csX66" fmla="*/ 2358 w 9903"/>
                <a:gd name="csY66" fmla="*/ 1935 h 9956"/>
                <a:gd name="csX67" fmla="*/ 2242 w 9903"/>
                <a:gd name="csY67" fmla="*/ 1812 h 9956"/>
                <a:gd name="csX68" fmla="*/ 2128 w 9903"/>
                <a:gd name="csY68" fmla="*/ 1692 h 9956"/>
                <a:gd name="csX69" fmla="*/ 2014 w 9903"/>
                <a:gd name="csY69" fmla="*/ 1575 h 9956"/>
                <a:gd name="csX70" fmla="*/ 1901 w 9903"/>
                <a:gd name="csY70" fmla="*/ 1461 h 9956"/>
                <a:gd name="csX71" fmla="*/ 1789 w 9903"/>
                <a:gd name="csY71" fmla="*/ 1349 h 9956"/>
                <a:gd name="csX72" fmla="*/ 1676 w 9903"/>
                <a:gd name="csY72" fmla="*/ 1241 h 9956"/>
                <a:gd name="csX73" fmla="*/ 1566 w 9903"/>
                <a:gd name="csY73" fmla="*/ 1136 h 9956"/>
                <a:gd name="csX74" fmla="*/ 1456 w 9903"/>
                <a:gd name="csY74" fmla="*/ 1033 h 9956"/>
                <a:gd name="csX75" fmla="*/ 1347 w 9903"/>
                <a:gd name="csY75" fmla="*/ 936 h 9956"/>
                <a:gd name="csX76" fmla="*/ 1239 w 9903"/>
                <a:gd name="csY76" fmla="*/ 840 h 9956"/>
                <a:gd name="csX77" fmla="*/ 1129 w 9903"/>
                <a:gd name="csY77" fmla="*/ 749 h 9956"/>
                <a:gd name="csX78" fmla="*/ 1023 w 9903"/>
                <a:gd name="csY78" fmla="*/ 661 h 9956"/>
                <a:gd name="csX79" fmla="*/ 917 w 9903"/>
                <a:gd name="csY79" fmla="*/ 578 h 9956"/>
                <a:gd name="csX80" fmla="*/ 810 w 9903"/>
                <a:gd name="csY80" fmla="*/ 498 h 9956"/>
                <a:gd name="csX81" fmla="*/ 705 w 9903"/>
                <a:gd name="csY81" fmla="*/ 421 h 9956"/>
                <a:gd name="csX82" fmla="*/ 604 w 9903"/>
                <a:gd name="csY82" fmla="*/ 349 h 9956"/>
                <a:gd name="csX83" fmla="*/ 500 w 9903"/>
                <a:gd name="csY83" fmla="*/ 279 h 9956"/>
                <a:gd name="csX84" fmla="*/ 397 w 9903"/>
                <a:gd name="csY84" fmla="*/ 215 h 9956"/>
                <a:gd name="csX85" fmla="*/ 297 w 9903"/>
                <a:gd name="csY85" fmla="*/ 156 h 9956"/>
                <a:gd name="csX86" fmla="*/ 196 w 9903"/>
                <a:gd name="csY86" fmla="*/ 99 h 9956"/>
                <a:gd name="csX87" fmla="*/ 96 w 9903"/>
                <a:gd name="csY87" fmla="*/ 47 h 9956"/>
                <a:gd name="csX88" fmla="*/ 0 w 9903"/>
                <a:gd name="csY88" fmla="*/ 0 h 9956"/>
                <a:gd name="csX0" fmla="*/ 9903 w 9903"/>
                <a:gd name="csY0" fmla="*/ 9953 h 9953"/>
                <a:gd name="csX1" fmla="*/ 9805 w 9903"/>
                <a:gd name="csY1" fmla="*/ 9914 h 9953"/>
                <a:gd name="csX2" fmla="*/ 9707 w 9903"/>
                <a:gd name="csY2" fmla="*/ 9870 h 9953"/>
                <a:gd name="csX3" fmla="*/ 9610 w 9903"/>
                <a:gd name="csY3" fmla="*/ 9821 h 9953"/>
                <a:gd name="csX4" fmla="*/ 9509 w 9903"/>
                <a:gd name="csY4" fmla="*/ 9770 h 9953"/>
                <a:gd name="csX5" fmla="*/ 9407 w 9903"/>
                <a:gd name="csY5" fmla="*/ 9713 h 9953"/>
                <a:gd name="csX6" fmla="*/ 9306 w 9903"/>
                <a:gd name="csY6" fmla="*/ 9654 h 9953"/>
                <a:gd name="csX7" fmla="*/ 9202 w 9903"/>
                <a:gd name="csY7" fmla="*/ 9589 h 9953"/>
                <a:gd name="csX8" fmla="*/ 9101 w 9903"/>
                <a:gd name="csY8" fmla="*/ 9519 h 9953"/>
                <a:gd name="csX9" fmla="*/ 8995 w 9903"/>
                <a:gd name="csY9" fmla="*/ 9447 h 9953"/>
                <a:gd name="csX10" fmla="*/ 8889 w 9903"/>
                <a:gd name="csY10" fmla="*/ 9369 h 9953"/>
                <a:gd name="csX11" fmla="*/ 8781 w 9903"/>
                <a:gd name="csY11" fmla="*/ 9288 h 9953"/>
                <a:gd name="csX12" fmla="*/ 8674 w 9903"/>
                <a:gd name="csY12" fmla="*/ 9206 h 9953"/>
                <a:gd name="csX13" fmla="*/ 8567 w 9903"/>
                <a:gd name="csY13" fmla="*/ 9117 h 9953"/>
                <a:gd name="csX14" fmla="*/ 8456 w 9903"/>
                <a:gd name="csY14" fmla="*/ 9025 h 9953"/>
                <a:gd name="csX15" fmla="*/ 8347 w 9903"/>
                <a:gd name="csY15" fmla="*/ 8929 h 9953"/>
                <a:gd name="csX16" fmla="*/ 8238 w 9903"/>
                <a:gd name="csY16" fmla="*/ 8832 h 9953"/>
                <a:gd name="csX17" fmla="*/ 8126 w 9903"/>
                <a:gd name="csY17" fmla="*/ 8729 h 9953"/>
                <a:gd name="csX18" fmla="*/ 8015 w 9903"/>
                <a:gd name="csY18" fmla="*/ 8623 h 9953"/>
                <a:gd name="csX19" fmla="*/ 7901 w 9903"/>
                <a:gd name="csY19" fmla="*/ 8514 h 9953"/>
                <a:gd name="csX20" fmla="*/ 7787 w 9903"/>
                <a:gd name="csY20" fmla="*/ 8402 h 9953"/>
                <a:gd name="csX21" fmla="*/ 7673 w 9903"/>
                <a:gd name="csY21" fmla="*/ 8288 h 9953"/>
                <a:gd name="csX22" fmla="*/ 7558 w 9903"/>
                <a:gd name="csY22" fmla="*/ 8170 h 9953"/>
                <a:gd name="csX23" fmla="*/ 7443 w 9903"/>
                <a:gd name="csY23" fmla="*/ 8050 h 9953"/>
                <a:gd name="csX24" fmla="*/ 7327 w 9903"/>
                <a:gd name="csY24" fmla="*/ 7926 h 9953"/>
                <a:gd name="csX25" fmla="*/ 7209 w 9903"/>
                <a:gd name="csY25" fmla="*/ 7801 h 9953"/>
                <a:gd name="csX26" fmla="*/ 7092 w 9903"/>
                <a:gd name="csY26" fmla="*/ 7672 h 9953"/>
                <a:gd name="csX27" fmla="*/ 6976 w 9903"/>
                <a:gd name="csY27" fmla="*/ 7541 h 9953"/>
                <a:gd name="csX28" fmla="*/ 6857 w 9903"/>
                <a:gd name="csY28" fmla="*/ 7407 h 9953"/>
                <a:gd name="csX29" fmla="*/ 6740 w 9903"/>
                <a:gd name="csY29" fmla="*/ 7272 h 9953"/>
                <a:gd name="csX30" fmla="*/ 6621 w 9903"/>
                <a:gd name="csY30" fmla="*/ 7135 h 9953"/>
                <a:gd name="csX31" fmla="*/ 6503 w 9903"/>
                <a:gd name="csY31" fmla="*/ 6996 h 9953"/>
                <a:gd name="csX32" fmla="*/ 6383 w 9903"/>
                <a:gd name="csY32" fmla="*/ 6853 h 9953"/>
                <a:gd name="csX33" fmla="*/ 6262 w 9903"/>
                <a:gd name="csY33" fmla="*/ 6712 h 9953"/>
                <a:gd name="csX34" fmla="*/ 6143 w 9903"/>
                <a:gd name="csY34" fmla="*/ 6567 h 9953"/>
                <a:gd name="csX35" fmla="*/ 6021 w 9903"/>
                <a:gd name="csY35" fmla="*/ 6419 h 9953"/>
                <a:gd name="csX36" fmla="*/ 5901 w 9903"/>
                <a:gd name="csY36" fmla="*/ 6274 h 9953"/>
                <a:gd name="csX37" fmla="*/ 5780 w 9903"/>
                <a:gd name="csY37" fmla="*/ 6125 h 9953"/>
                <a:gd name="csX38" fmla="*/ 5659 w 9903"/>
                <a:gd name="csY38" fmla="*/ 5975 h 9953"/>
                <a:gd name="csX39" fmla="*/ 5537 w 9903"/>
                <a:gd name="csY39" fmla="*/ 5825 h 9953"/>
                <a:gd name="csX40" fmla="*/ 5415 w 9903"/>
                <a:gd name="csY40" fmla="*/ 5673 h 9953"/>
                <a:gd name="csX41" fmla="*/ 5292 w 9903"/>
                <a:gd name="csY41" fmla="*/ 5523 h 9953"/>
                <a:gd name="csX42" fmla="*/ 5171 w 9903"/>
                <a:gd name="csY42" fmla="*/ 5369 h 9953"/>
                <a:gd name="csX43" fmla="*/ 5050 w 9903"/>
                <a:gd name="csY43" fmla="*/ 5218 h 9953"/>
                <a:gd name="csX44" fmla="*/ 4927 w 9903"/>
                <a:gd name="csY44" fmla="*/ 5065 h 9953"/>
                <a:gd name="csX45" fmla="*/ 4806 w 9903"/>
                <a:gd name="csY45" fmla="*/ 4912 h 9953"/>
                <a:gd name="csX46" fmla="*/ 4683 w 9903"/>
                <a:gd name="csY46" fmla="*/ 4757 h 9953"/>
                <a:gd name="csX47" fmla="*/ 4560 w 9903"/>
                <a:gd name="csY47" fmla="*/ 4605 h 9953"/>
                <a:gd name="csX48" fmla="*/ 4439 w 9903"/>
                <a:gd name="csY48" fmla="*/ 4454 h 9953"/>
                <a:gd name="csX49" fmla="*/ 4318 w 9903"/>
                <a:gd name="csY49" fmla="*/ 4300 h 9953"/>
                <a:gd name="csX50" fmla="*/ 4195 w 9903"/>
                <a:gd name="csY50" fmla="*/ 4148 h 9953"/>
                <a:gd name="csX51" fmla="*/ 4073 w 9903"/>
                <a:gd name="csY51" fmla="*/ 3998 h 9953"/>
                <a:gd name="csX52" fmla="*/ 3951 w 9903"/>
                <a:gd name="csY52" fmla="*/ 3847 h 9953"/>
                <a:gd name="csX53" fmla="*/ 3830 w 9903"/>
                <a:gd name="csY53" fmla="*/ 3697 h 9953"/>
                <a:gd name="csX54" fmla="*/ 3710 w 9903"/>
                <a:gd name="csY54" fmla="*/ 3549 h 9953"/>
                <a:gd name="csX55" fmla="*/ 3589 w 9903"/>
                <a:gd name="csY55" fmla="*/ 3403 h 9953"/>
                <a:gd name="csX56" fmla="*/ 3470 w 9903"/>
                <a:gd name="csY56" fmla="*/ 3256 h 9953"/>
                <a:gd name="csX57" fmla="*/ 3348 w 9903"/>
                <a:gd name="csY57" fmla="*/ 3110 h 9953"/>
                <a:gd name="csX58" fmla="*/ 3228 w 9903"/>
                <a:gd name="csY58" fmla="*/ 2969 h 9953"/>
                <a:gd name="csX59" fmla="*/ 3107 w 9903"/>
                <a:gd name="csY59" fmla="*/ 2827 h 9953"/>
                <a:gd name="csX60" fmla="*/ 2989 w 9903"/>
                <a:gd name="csY60" fmla="*/ 2688 h 9953"/>
                <a:gd name="csX61" fmla="*/ 2870 w 9903"/>
                <a:gd name="csY61" fmla="*/ 2550 h 9953"/>
                <a:gd name="csX62" fmla="*/ 2753 w 9903"/>
                <a:gd name="csY62" fmla="*/ 2416 h 9953"/>
                <a:gd name="csX63" fmla="*/ 2634 w 9903"/>
                <a:gd name="csY63" fmla="*/ 2281 h 9953"/>
                <a:gd name="csX64" fmla="*/ 2518 w 9903"/>
                <a:gd name="csY64" fmla="*/ 2151 h 9953"/>
                <a:gd name="csX65" fmla="*/ 2401 w 9903"/>
                <a:gd name="csY65" fmla="*/ 2022 h 9953"/>
                <a:gd name="csX66" fmla="*/ 2284 w 9903"/>
                <a:gd name="csY66" fmla="*/ 1897 h 9953"/>
                <a:gd name="csX67" fmla="*/ 2167 w 9903"/>
                <a:gd name="csY67" fmla="*/ 1773 h 9953"/>
                <a:gd name="csX68" fmla="*/ 2052 w 9903"/>
                <a:gd name="csY68" fmla="*/ 1652 h 9953"/>
                <a:gd name="csX69" fmla="*/ 1937 w 9903"/>
                <a:gd name="csY69" fmla="*/ 1535 h 9953"/>
                <a:gd name="csX70" fmla="*/ 1823 w 9903"/>
                <a:gd name="csY70" fmla="*/ 1420 h 9953"/>
                <a:gd name="csX71" fmla="*/ 1710 w 9903"/>
                <a:gd name="csY71" fmla="*/ 1308 h 9953"/>
                <a:gd name="csX72" fmla="*/ 1595 w 9903"/>
                <a:gd name="csY72" fmla="*/ 1199 h 9953"/>
                <a:gd name="csX73" fmla="*/ 1484 w 9903"/>
                <a:gd name="csY73" fmla="*/ 1094 h 9953"/>
                <a:gd name="csX74" fmla="*/ 1373 w 9903"/>
                <a:gd name="csY74" fmla="*/ 991 h 9953"/>
                <a:gd name="csX75" fmla="*/ 1263 w 9903"/>
                <a:gd name="csY75" fmla="*/ 893 h 9953"/>
                <a:gd name="csX76" fmla="*/ 1154 w 9903"/>
                <a:gd name="csY76" fmla="*/ 797 h 9953"/>
                <a:gd name="csX77" fmla="*/ 1043 w 9903"/>
                <a:gd name="csY77" fmla="*/ 705 h 9953"/>
                <a:gd name="csX78" fmla="*/ 936 w 9903"/>
                <a:gd name="csY78" fmla="*/ 617 h 9953"/>
                <a:gd name="csX79" fmla="*/ 829 w 9903"/>
                <a:gd name="csY79" fmla="*/ 534 h 9953"/>
                <a:gd name="csX80" fmla="*/ 721 w 9903"/>
                <a:gd name="csY80" fmla="*/ 453 h 9953"/>
                <a:gd name="csX81" fmla="*/ 615 w 9903"/>
                <a:gd name="csY81" fmla="*/ 376 h 9953"/>
                <a:gd name="csX82" fmla="*/ 513 w 9903"/>
                <a:gd name="csY82" fmla="*/ 304 h 9953"/>
                <a:gd name="csX83" fmla="*/ 408 w 9903"/>
                <a:gd name="csY83" fmla="*/ 233 h 9953"/>
                <a:gd name="csX84" fmla="*/ 304 w 9903"/>
                <a:gd name="csY84" fmla="*/ 169 h 9953"/>
                <a:gd name="csX85" fmla="*/ 203 w 9903"/>
                <a:gd name="csY85" fmla="*/ 110 h 9953"/>
                <a:gd name="csX86" fmla="*/ 101 w 9903"/>
                <a:gd name="csY86" fmla="*/ 52 h 9953"/>
                <a:gd name="csX87" fmla="*/ 0 w 9903"/>
                <a:gd name="csY87" fmla="*/ 0 h 9953"/>
                <a:gd name="csX0" fmla="*/ 9898 w 9898"/>
                <a:gd name="csY0" fmla="*/ 9948 h 9948"/>
                <a:gd name="csX1" fmla="*/ 9799 w 9898"/>
                <a:gd name="csY1" fmla="*/ 9909 h 9948"/>
                <a:gd name="csX2" fmla="*/ 9700 w 9898"/>
                <a:gd name="csY2" fmla="*/ 9865 h 9948"/>
                <a:gd name="csX3" fmla="*/ 9602 w 9898"/>
                <a:gd name="csY3" fmla="*/ 9815 h 9948"/>
                <a:gd name="csX4" fmla="*/ 9500 w 9898"/>
                <a:gd name="csY4" fmla="*/ 9764 h 9948"/>
                <a:gd name="csX5" fmla="*/ 9397 w 9898"/>
                <a:gd name="csY5" fmla="*/ 9707 h 9948"/>
                <a:gd name="csX6" fmla="*/ 9295 w 9898"/>
                <a:gd name="csY6" fmla="*/ 9648 h 9948"/>
                <a:gd name="csX7" fmla="*/ 9190 w 9898"/>
                <a:gd name="csY7" fmla="*/ 9582 h 9948"/>
                <a:gd name="csX8" fmla="*/ 9088 w 9898"/>
                <a:gd name="csY8" fmla="*/ 9512 h 9948"/>
                <a:gd name="csX9" fmla="*/ 8981 w 9898"/>
                <a:gd name="csY9" fmla="*/ 9440 h 9948"/>
                <a:gd name="csX10" fmla="*/ 8874 w 9898"/>
                <a:gd name="csY10" fmla="*/ 9361 h 9948"/>
                <a:gd name="csX11" fmla="*/ 8765 w 9898"/>
                <a:gd name="csY11" fmla="*/ 9280 h 9948"/>
                <a:gd name="csX12" fmla="*/ 8657 w 9898"/>
                <a:gd name="csY12" fmla="*/ 9197 h 9948"/>
                <a:gd name="csX13" fmla="*/ 8549 w 9898"/>
                <a:gd name="csY13" fmla="*/ 9108 h 9948"/>
                <a:gd name="csX14" fmla="*/ 8437 w 9898"/>
                <a:gd name="csY14" fmla="*/ 9016 h 9948"/>
                <a:gd name="csX15" fmla="*/ 8327 w 9898"/>
                <a:gd name="csY15" fmla="*/ 8919 h 9948"/>
                <a:gd name="csX16" fmla="*/ 8217 w 9898"/>
                <a:gd name="csY16" fmla="*/ 8822 h 9948"/>
                <a:gd name="csX17" fmla="*/ 8104 w 9898"/>
                <a:gd name="csY17" fmla="*/ 8718 h 9948"/>
                <a:gd name="csX18" fmla="*/ 7992 w 9898"/>
                <a:gd name="csY18" fmla="*/ 8612 h 9948"/>
                <a:gd name="csX19" fmla="*/ 7876 w 9898"/>
                <a:gd name="csY19" fmla="*/ 8502 h 9948"/>
                <a:gd name="csX20" fmla="*/ 7761 w 9898"/>
                <a:gd name="csY20" fmla="*/ 8390 h 9948"/>
                <a:gd name="csX21" fmla="*/ 7646 w 9898"/>
                <a:gd name="csY21" fmla="*/ 8275 h 9948"/>
                <a:gd name="csX22" fmla="*/ 7530 w 9898"/>
                <a:gd name="csY22" fmla="*/ 8157 h 9948"/>
                <a:gd name="csX23" fmla="*/ 7414 w 9898"/>
                <a:gd name="csY23" fmla="*/ 8036 h 9948"/>
                <a:gd name="csX24" fmla="*/ 7297 w 9898"/>
                <a:gd name="csY24" fmla="*/ 7911 h 9948"/>
                <a:gd name="csX25" fmla="*/ 7178 w 9898"/>
                <a:gd name="csY25" fmla="*/ 7786 h 9948"/>
                <a:gd name="csX26" fmla="*/ 7059 w 9898"/>
                <a:gd name="csY26" fmla="*/ 7656 h 9948"/>
                <a:gd name="csX27" fmla="*/ 6942 w 9898"/>
                <a:gd name="csY27" fmla="*/ 7525 h 9948"/>
                <a:gd name="csX28" fmla="*/ 6822 w 9898"/>
                <a:gd name="csY28" fmla="*/ 7390 h 9948"/>
                <a:gd name="csX29" fmla="*/ 6704 w 9898"/>
                <a:gd name="csY29" fmla="*/ 7254 h 9948"/>
                <a:gd name="csX30" fmla="*/ 6584 w 9898"/>
                <a:gd name="csY30" fmla="*/ 7117 h 9948"/>
                <a:gd name="csX31" fmla="*/ 6465 w 9898"/>
                <a:gd name="csY31" fmla="*/ 6977 h 9948"/>
                <a:gd name="csX32" fmla="*/ 6344 w 9898"/>
                <a:gd name="csY32" fmla="*/ 6833 h 9948"/>
                <a:gd name="csX33" fmla="*/ 6221 w 9898"/>
                <a:gd name="csY33" fmla="*/ 6692 h 9948"/>
                <a:gd name="csX34" fmla="*/ 6101 w 9898"/>
                <a:gd name="csY34" fmla="*/ 6546 h 9948"/>
                <a:gd name="csX35" fmla="*/ 5978 w 9898"/>
                <a:gd name="csY35" fmla="*/ 6397 h 9948"/>
                <a:gd name="csX36" fmla="*/ 5857 w 9898"/>
                <a:gd name="csY36" fmla="*/ 6252 h 9948"/>
                <a:gd name="csX37" fmla="*/ 5735 w 9898"/>
                <a:gd name="csY37" fmla="*/ 6102 h 9948"/>
                <a:gd name="csX38" fmla="*/ 5612 w 9898"/>
                <a:gd name="csY38" fmla="*/ 5951 h 9948"/>
                <a:gd name="csX39" fmla="*/ 5489 w 9898"/>
                <a:gd name="csY39" fmla="*/ 5801 h 9948"/>
                <a:gd name="csX40" fmla="*/ 5366 w 9898"/>
                <a:gd name="csY40" fmla="*/ 5648 h 9948"/>
                <a:gd name="csX41" fmla="*/ 5242 w 9898"/>
                <a:gd name="csY41" fmla="*/ 5497 h 9948"/>
                <a:gd name="csX42" fmla="*/ 5120 w 9898"/>
                <a:gd name="csY42" fmla="*/ 5342 h 9948"/>
                <a:gd name="csX43" fmla="*/ 4997 w 9898"/>
                <a:gd name="csY43" fmla="*/ 5191 h 9948"/>
                <a:gd name="csX44" fmla="*/ 4873 w 9898"/>
                <a:gd name="csY44" fmla="*/ 5037 h 9948"/>
                <a:gd name="csX45" fmla="*/ 4751 w 9898"/>
                <a:gd name="csY45" fmla="*/ 4883 h 9948"/>
                <a:gd name="csX46" fmla="*/ 4627 w 9898"/>
                <a:gd name="csY46" fmla="*/ 4727 h 9948"/>
                <a:gd name="csX47" fmla="*/ 4503 w 9898"/>
                <a:gd name="csY47" fmla="*/ 4575 h 9948"/>
                <a:gd name="csX48" fmla="*/ 4380 w 9898"/>
                <a:gd name="csY48" fmla="*/ 4423 h 9948"/>
                <a:gd name="csX49" fmla="*/ 4258 w 9898"/>
                <a:gd name="csY49" fmla="*/ 4268 h 9948"/>
                <a:gd name="csX50" fmla="*/ 4134 w 9898"/>
                <a:gd name="csY50" fmla="*/ 4116 h 9948"/>
                <a:gd name="csX51" fmla="*/ 4011 w 9898"/>
                <a:gd name="csY51" fmla="*/ 3965 h 9948"/>
                <a:gd name="csX52" fmla="*/ 3888 w 9898"/>
                <a:gd name="csY52" fmla="*/ 3813 h 9948"/>
                <a:gd name="csX53" fmla="*/ 3766 w 9898"/>
                <a:gd name="csY53" fmla="*/ 3662 h 9948"/>
                <a:gd name="csX54" fmla="*/ 3644 w 9898"/>
                <a:gd name="csY54" fmla="*/ 3514 h 9948"/>
                <a:gd name="csX55" fmla="*/ 3522 w 9898"/>
                <a:gd name="csY55" fmla="*/ 3367 h 9948"/>
                <a:gd name="csX56" fmla="*/ 3402 w 9898"/>
                <a:gd name="csY56" fmla="*/ 3219 h 9948"/>
                <a:gd name="csX57" fmla="*/ 3279 w 9898"/>
                <a:gd name="csY57" fmla="*/ 3073 h 9948"/>
                <a:gd name="csX58" fmla="*/ 3158 w 9898"/>
                <a:gd name="csY58" fmla="*/ 2931 h 9948"/>
                <a:gd name="csX59" fmla="*/ 3035 w 9898"/>
                <a:gd name="csY59" fmla="*/ 2788 h 9948"/>
                <a:gd name="csX60" fmla="*/ 2916 w 9898"/>
                <a:gd name="csY60" fmla="*/ 2649 h 9948"/>
                <a:gd name="csX61" fmla="*/ 2796 w 9898"/>
                <a:gd name="csY61" fmla="*/ 2510 h 9948"/>
                <a:gd name="csX62" fmla="*/ 2678 w 9898"/>
                <a:gd name="csY62" fmla="*/ 2375 h 9948"/>
                <a:gd name="csX63" fmla="*/ 2558 w 9898"/>
                <a:gd name="csY63" fmla="*/ 2240 h 9948"/>
                <a:gd name="csX64" fmla="*/ 2441 w 9898"/>
                <a:gd name="csY64" fmla="*/ 2109 h 9948"/>
                <a:gd name="csX65" fmla="*/ 2323 w 9898"/>
                <a:gd name="csY65" fmla="*/ 1980 h 9948"/>
                <a:gd name="csX66" fmla="*/ 2204 w 9898"/>
                <a:gd name="csY66" fmla="*/ 1854 h 9948"/>
                <a:gd name="csX67" fmla="*/ 2086 w 9898"/>
                <a:gd name="csY67" fmla="*/ 1729 h 9948"/>
                <a:gd name="csX68" fmla="*/ 1970 w 9898"/>
                <a:gd name="csY68" fmla="*/ 1608 h 9948"/>
                <a:gd name="csX69" fmla="*/ 1854 w 9898"/>
                <a:gd name="csY69" fmla="*/ 1490 h 9948"/>
                <a:gd name="csX70" fmla="*/ 1739 w 9898"/>
                <a:gd name="csY70" fmla="*/ 1375 h 9948"/>
                <a:gd name="csX71" fmla="*/ 1625 w 9898"/>
                <a:gd name="csY71" fmla="*/ 1262 h 9948"/>
                <a:gd name="csX72" fmla="*/ 1509 w 9898"/>
                <a:gd name="csY72" fmla="*/ 1153 h 9948"/>
                <a:gd name="csX73" fmla="*/ 1397 w 9898"/>
                <a:gd name="csY73" fmla="*/ 1047 h 9948"/>
                <a:gd name="csX74" fmla="*/ 1284 w 9898"/>
                <a:gd name="csY74" fmla="*/ 944 h 9948"/>
                <a:gd name="csX75" fmla="*/ 1173 w 9898"/>
                <a:gd name="csY75" fmla="*/ 845 h 9948"/>
                <a:gd name="csX76" fmla="*/ 1063 w 9898"/>
                <a:gd name="csY76" fmla="*/ 749 h 9948"/>
                <a:gd name="csX77" fmla="*/ 951 w 9898"/>
                <a:gd name="csY77" fmla="*/ 656 h 9948"/>
                <a:gd name="csX78" fmla="*/ 843 w 9898"/>
                <a:gd name="csY78" fmla="*/ 568 h 9948"/>
                <a:gd name="csX79" fmla="*/ 735 w 9898"/>
                <a:gd name="csY79" fmla="*/ 485 h 9948"/>
                <a:gd name="csX80" fmla="*/ 626 w 9898"/>
                <a:gd name="csY80" fmla="*/ 403 h 9948"/>
                <a:gd name="csX81" fmla="*/ 519 w 9898"/>
                <a:gd name="csY81" fmla="*/ 326 h 9948"/>
                <a:gd name="csX82" fmla="*/ 416 w 9898"/>
                <a:gd name="csY82" fmla="*/ 253 h 9948"/>
                <a:gd name="csX83" fmla="*/ 310 w 9898"/>
                <a:gd name="csY83" fmla="*/ 182 h 9948"/>
                <a:gd name="csX84" fmla="*/ 205 w 9898"/>
                <a:gd name="csY84" fmla="*/ 118 h 9948"/>
                <a:gd name="csX85" fmla="*/ 103 w 9898"/>
                <a:gd name="csY85" fmla="*/ 59 h 9948"/>
                <a:gd name="csX86" fmla="*/ 0 w 9898"/>
                <a:gd name="csY86" fmla="*/ 0 h 9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</a:cxnLst>
              <a:rect l="l" t="t" r="r" b="b"/>
              <a:pathLst>
                <a:path w="9898" h="9948">
                  <a:moveTo>
                    <a:pt x="9898" y="9948"/>
                  </a:moveTo>
                  <a:lnTo>
                    <a:pt x="9799" y="9909"/>
                  </a:lnTo>
                  <a:cubicBezTo>
                    <a:pt x="9767" y="9894"/>
                    <a:pt x="9732" y="9880"/>
                    <a:pt x="9700" y="9865"/>
                  </a:cubicBezTo>
                  <a:lnTo>
                    <a:pt x="9602" y="9815"/>
                  </a:lnTo>
                  <a:lnTo>
                    <a:pt x="9500" y="9764"/>
                  </a:lnTo>
                  <a:lnTo>
                    <a:pt x="9397" y="9707"/>
                  </a:lnTo>
                  <a:cubicBezTo>
                    <a:pt x="9364" y="9687"/>
                    <a:pt x="9330" y="9668"/>
                    <a:pt x="9295" y="9648"/>
                  </a:cubicBezTo>
                  <a:lnTo>
                    <a:pt x="9190" y="9582"/>
                  </a:lnTo>
                  <a:lnTo>
                    <a:pt x="9088" y="9512"/>
                  </a:lnTo>
                  <a:lnTo>
                    <a:pt x="8981" y="9440"/>
                  </a:lnTo>
                  <a:cubicBezTo>
                    <a:pt x="8945" y="9414"/>
                    <a:pt x="8910" y="9387"/>
                    <a:pt x="8874" y="9361"/>
                  </a:cubicBezTo>
                  <a:cubicBezTo>
                    <a:pt x="8839" y="9334"/>
                    <a:pt x="8801" y="9308"/>
                    <a:pt x="8765" y="9280"/>
                  </a:cubicBezTo>
                  <a:cubicBezTo>
                    <a:pt x="8729" y="9253"/>
                    <a:pt x="8693" y="9225"/>
                    <a:pt x="8657" y="9197"/>
                  </a:cubicBezTo>
                  <a:lnTo>
                    <a:pt x="8549" y="9108"/>
                  </a:lnTo>
                  <a:cubicBezTo>
                    <a:pt x="8512" y="9077"/>
                    <a:pt x="8474" y="9047"/>
                    <a:pt x="8437" y="9016"/>
                  </a:cubicBezTo>
                  <a:cubicBezTo>
                    <a:pt x="8400" y="8984"/>
                    <a:pt x="8364" y="8951"/>
                    <a:pt x="8327" y="8919"/>
                  </a:cubicBezTo>
                  <a:cubicBezTo>
                    <a:pt x="8290" y="8887"/>
                    <a:pt x="8254" y="8854"/>
                    <a:pt x="8217" y="8822"/>
                  </a:cubicBezTo>
                  <a:lnTo>
                    <a:pt x="8104" y="8718"/>
                  </a:lnTo>
                  <a:lnTo>
                    <a:pt x="7992" y="8612"/>
                  </a:lnTo>
                  <a:cubicBezTo>
                    <a:pt x="7952" y="8576"/>
                    <a:pt x="7915" y="8538"/>
                    <a:pt x="7876" y="8502"/>
                  </a:cubicBezTo>
                  <a:lnTo>
                    <a:pt x="7761" y="8390"/>
                  </a:lnTo>
                  <a:lnTo>
                    <a:pt x="7646" y="8275"/>
                  </a:lnTo>
                  <a:cubicBezTo>
                    <a:pt x="7607" y="8236"/>
                    <a:pt x="7569" y="8196"/>
                    <a:pt x="7530" y="8157"/>
                  </a:cubicBezTo>
                  <a:cubicBezTo>
                    <a:pt x="7491" y="8117"/>
                    <a:pt x="7453" y="8076"/>
                    <a:pt x="7414" y="8036"/>
                  </a:cubicBezTo>
                  <a:cubicBezTo>
                    <a:pt x="7375" y="7995"/>
                    <a:pt x="7336" y="7953"/>
                    <a:pt x="7297" y="7911"/>
                  </a:cubicBezTo>
                  <a:cubicBezTo>
                    <a:pt x="7257" y="7869"/>
                    <a:pt x="7217" y="7828"/>
                    <a:pt x="7178" y="7786"/>
                  </a:cubicBezTo>
                  <a:cubicBezTo>
                    <a:pt x="7138" y="7743"/>
                    <a:pt x="7099" y="7699"/>
                    <a:pt x="7059" y="7656"/>
                  </a:cubicBezTo>
                  <a:lnTo>
                    <a:pt x="6942" y="7525"/>
                  </a:lnTo>
                  <a:lnTo>
                    <a:pt x="6822" y="7390"/>
                  </a:lnTo>
                  <a:cubicBezTo>
                    <a:pt x="6784" y="7345"/>
                    <a:pt x="6743" y="7300"/>
                    <a:pt x="6704" y="7254"/>
                  </a:cubicBezTo>
                  <a:cubicBezTo>
                    <a:pt x="6665" y="7208"/>
                    <a:pt x="6624" y="7163"/>
                    <a:pt x="6584" y="7117"/>
                  </a:cubicBezTo>
                  <a:lnTo>
                    <a:pt x="6465" y="6977"/>
                  </a:lnTo>
                  <a:lnTo>
                    <a:pt x="6344" y="6833"/>
                  </a:lnTo>
                  <a:cubicBezTo>
                    <a:pt x="6302" y="6786"/>
                    <a:pt x="6262" y="6740"/>
                    <a:pt x="6221" y="6692"/>
                  </a:cubicBezTo>
                  <a:lnTo>
                    <a:pt x="6101" y="6546"/>
                  </a:lnTo>
                  <a:cubicBezTo>
                    <a:pt x="6060" y="6497"/>
                    <a:pt x="6019" y="6447"/>
                    <a:pt x="5978" y="6397"/>
                  </a:cubicBezTo>
                  <a:cubicBezTo>
                    <a:pt x="5938" y="6349"/>
                    <a:pt x="5898" y="6300"/>
                    <a:pt x="5857" y="6252"/>
                  </a:cubicBezTo>
                  <a:cubicBezTo>
                    <a:pt x="5816" y="6201"/>
                    <a:pt x="5775" y="6152"/>
                    <a:pt x="5735" y="6102"/>
                  </a:cubicBezTo>
                  <a:lnTo>
                    <a:pt x="5612" y="5951"/>
                  </a:lnTo>
                  <a:lnTo>
                    <a:pt x="5489" y="5801"/>
                  </a:lnTo>
                  <a:lnTo>
                    <a:pt x="5366" y="5648"/>
                  </a:lnTo>
                  <a:cubicBezTo>
                    <a:pt x="5326" y="5598"/>
                    <a:pt x="5284" y="5547"/>
                    <a:pt x="5242" y="5497"/>
                  </a:cubicBezTo>
                  <a:lnTo>
                    <a:pt x="5120" y="5342"/>
                  </a:lnTo>
                  <a:lnTo>
                    <a:pt x="4997" y="5191"/>
                  </a:lnTo>
                  <a:lnTo>
                    <a:pt x="4873" y="5037"/>
                  </a:lnTo>
                  <a:cubicBezTo>
                    <a:pt x="4833" y="4986"/>
                    <a:pt x="4791" y="4934"/>
                    <a:pt x="4751" y="4883"/>
                  </a:cubicBezTo>
                  <a:cubicBezTo>
                    <a:pt x="4709" y="4832"/>
                    <a:pt x="4669" y="4779"/>
                    <a:pt x="4627" y="4727"/>
                  </a:cubicBezTo>
                  <a:lnTo>
                    <a:pt x="4503" y="4575"/>
                  </a:lnTo>
                  <a:lnTo>
                    <a:pt x="4380" y="4423"/>
                  </a:lnTo>
                  <a:lnTo>
                    <a:pt x="4258" y="4268"/>
                  </a:lnTo>
                  <a:cubicBezTo>
                    <a:pt x="4217" y="4218"/>
                    <a:pt x="4174" y="4168"/>
                    <a:pt x="4134" y="4116"/>
                  </a:cubicBezTo>
                  <a:cubicBezTo>
                    <a:pt x="4092" y="4065"/>
                    <a:pt x="4052" y="4015"/>
                    <a:pt x="4011" y="3965"/>
                  </a:cubicBezTo>
                  <a:cubicBezTo>
                    <a:pt x="3971" y="3915"/>
                    <a:pt x="3929" y="3863"/>
                    <a:pt x="3888" y="3813"/>
                  </a:cubicBezTo>
                  <a:cubicBezTo>
                    <a:pt x="3847" y="3763"/>
                    <a:pt x="3806" y="3713"/>
                    <a:pt x="3766" y="3662"/>
                  </a:cubicBezTo>
                  <a:cubicBezTo>
                    <a:pt x="3726" y="3613"/>
                    <a:pt x="3685" y="3563"/>
                    <a:pt x="3644" y="3514"/>
                  </a:cubicBezTo>
                  <a:cubicBezTo>
                    <a:pt x="3604" y="3465"/>
                    <a:pt x="3563" y="3416"/>
                    <a:pt x="3522" y="3367"/>
                  </a:cubicBezTo>
                  <a:cubicBezTo>
                    <a:pt x="3482" y="3318"/>
                    <a:pt x="3441" y="3269"/>
                    <a:pt x="3402" y="3219"/>
                  </a:cubicBezTo>
                  <a:cubicBezTo>
                    <a:pt x="3360" y="3170"/>
                    <a:pt x="3320" y="3122"/>
                    <a:pt x="3279" y="3073"/>
                  </a:cubicBezTo>
                  <a:lnTo>
                    <a:pt x="3158" y="2931"/>
                  </a:lnTo>
                  <a:lnTo>
                    <a:pt x="3035" y="2788"/>
                  </a:lnTo>
                  <a:cubicBezTo>
                    <a:pt x="2996" y="2741"/>
                    <a:pt x="2957" y="2695"/>
                    <a:pt x="2916" y="2649"/>
                  </a:cubicBezTo>
                  <a:cubicBezTo>
                    <a:pt x="2877" y="2602"/>
                    <a:pt x="2835" y="2557"/>
                    <a:pt x="2796" y="2510"/>
                  </a:cubicBezTo>
                  <a:cubicBezTo>
                    <a:pt x="2757" y="2465"/>
                    <a:pt x="2716" y="2421"/>
                    <a:pt x="2678" y="2375"/>
                  </a:cubicBezTo>
                  <a:cubicBezTo>
                    <a:pt x="2638" y="2331"/>
                    <a:pt x="2598" y="2284"/>
                    <a:pt x="2558" y="2240"/>
                  </a:cubicBezTo>
                  <a:cubicBezTo>
                    <a:pt x="2518" y="2197"/>
                    <a:pt x="2480" y="2152"/>
                    <a:pt x="2441" y="2109"/>
                  </a:cubicBezTo>
                  <a:lnTo>
                    <a:pt x="2323" y="1980"/>
                  </a:lnTo>
                  <a:cubicBezTo>
                    <a:pt x="2283" y="1937"/>
                    <a:pt x="2243" y="1896"/>
                    <a:pt x="2204" y="1854"/>
                  </a:cubicBezTo>
                  <a:cubicBezTo>
                    <a:pt x="2165" y="1812"/>
                    <a:pt x="2125" y="1771"/>
                    <a:pt x="2086" y="1729"/>
                  </a:cubicBezTo>
                  <a:cubicBezTo>
                    <a:pt x="2047" y="1689"/>
                    <a:pt x="2009" y="1648"/>
                    <a:pt x="1970" y="1608"/>
                  </a:cubicBezTo>
                  <a:cubicBezTo>
                    <a:pt x="1931" y="1569"/>
                    <a:pt x="1893" y="1529"/>
                    <a:pt x="1854" y="1490"/>
                  </a:cubicBezTo>
                  <a:lnTo>
                    <a:pt x="1739" y="1375"/>
                  </a:lnTo>
                  <a:cubicBezTo>
                    <a:pt x="1700" y="1338"/>
                    <a:pt x="1663" y="1299"/>
                    <a:pt x="1625" y="1262"/>
                  </a:cubicBezTo>
                  <a:cubicBezTo>
                    <a:pt x="1586" y="1226"/>
                    <a:pt x="1548" y="1189"/>
                    <a:pt x="1509" y="1153"/>
                  </a:cubicBezTo>
                  <a:lnTo>
                    <a:pt x="1397" y="1047"/>
                  </a:lnTo>
                  <a:cubicBezTo>
                    <a:pt x="1359" y="1013"/>
                    <a:pt x="1323" y="978"/>
                    <a:pt x="1284" y="944"/>
                  </a:cubicBezTo>
                  <a:lnTo>
                    <a:pt x="1173" y="845"/>
                  </a:lnTo>
                  <a:lnTo>
                    <a:pt x="1063" y="749"/>
                  </a:lnTo>
                  <a:cubicBezTo>
                    <a:pt x="1026" y="719"/>
                    <a:pt x="989" y="686"/>
                    <a:pt x="951" y="656"/>
                  </a:cubicBezTo>
                  <a:cubicBezTo>
                    <a:pt x="915" y="627"/>
                    <a:pt x="880" y="597"/>
                    <a:pt x="843" y="568"/>
                  </a:cubicBezTo>
                  <a:cubicBezTo>
                    <a:pt x="808" y="540"/>
                    <a:pt x="770" y="513"/>
                    <a:pt x="735" y="485"/>
                  </a:cubicBezTo>
                  <a:cubicBezTo>
                    <a:pt x="699" y="456"/>
                    <a:pt x="661" y="430"/>
                    <a:pt x="626" y="403"/>
                  </a:cubicBezTo>
                  <a:cubicBezTo>
                    <a:pt x="591" y="377"/>
                    <a:pt x="554" y="352"/>
                    <a:pt x="519" y="326"/>
                  </a:cubicBezTo>
                  <a:lnTo>
                    <a:pt x="416" y="253"/>
                  </a:lnTo>
                  <a:cubicBezTo>
                    <a:pt x="381" y="229"/>
                    <a:pt x="345" y="206"/>
                    <a:pt x="310" y="182"/>
                  </a:cubicBezTo>
                  <a:lnTo>
                    <a:pt x="205" y="118"/>
                  </a:lnTo>
                  <a:lnTo>
                    <a:pt x="103" y="59"/>
                  </a:lnTo>
                  <a:cubicBezTo>
                    <a:pt x="69" y="39"/>
                    <a:pt x="34" y="20"/>
                    <a:pt x="0" y="0"/>
                  </a:cubicBezTo>
                </a:path>
              </a:pathLst>
            </a:custGeom>
            <a:noFill/>
            <a:ln w="588963">
              <a:solidFill>
                <a:schemeClr val="accent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CF9AA68D-EA6B-F01F-12F2-088875FA2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063" y="1752601"/>
              <a:ext cx="1239837" cy="2863850"/>
            </a:xfrm>
            <a:custGeom>
              <a:avLst/>
              <a:gdLst>
                <a:gd name="T0" fmla="*/ 2279 w 2344"/>
                <a:gd name="T1" fmla="*/ 204 h 5412"/>
                <a:gd name="T2" fmla="*/ 2151 w 2344"/>
                <a:gd name="T3" fmla="*/ 143 h 5412"/>
                <a:gd name="T4" fmla="*/ 2027 w 2344"/>
                <a:gd name="T5" fmla="*/ 92 h 5412"/>
                <a:gd name="T6" fmla="*/ 1905 w 2344"/>
                <a:gd name="T7" fmla="*/ 51 h 5412"/>
                <a:gd name="T8" fmla="*/ 1787 w 2344"/>
                <a:gd name="T9" fmla="*/ 23 h 5412"/>
                <a:gd name="T10" fmla="*/ 1671 w 2344"/>
                <a:gd name="T11" fmla="*/ 6 h 5412"/>
                <a:gd name="T12" fmla="*/ 1558 w 2344"/>
                <a:gd name="T13" fmla="*/ 0 h 5412"/>
                <a:gd name="T14" fmla="*/ 1450 w 2344"/>
                <a:gd name="T15" fmla="*/ 6 h 5412"/>
                <a:gd name="T16" fmla="*/ 1343 w 2344"/>
                <a:gd name="T17" fmla="*/ 22 h 5412"/>
                <a:gd name="T18" fmla="*/ 1241 w 2344"/>
                <a:gd name="T19" fmla="*/ 50 h 5412"/>
                <a:gd name="T20" fmla="*/ 1142 w 2344"/>
                <a:gd name="T21" fmla="*/ 90 h 5412"/>
                <a:gd name="T22" fmla="*/ 1047 w 2344"/>
                <a:gd name="T23" fmla="*/ 141 h 5412"/>
                <a:gd name="T24" fmla="*/ 955 w 2344"/>
                <a:gd name="T25" fmla="*/ 202 h 5412"/>
                <a:gd name="T26" fmla="*/ 867 w 2344"/>
                <a:gd name="T27" fmla="*/ 275 h 5412"/>
                <a:gd name="T28" fmla="*/ 783 w 2344"/>
                <a:gd name="T29" fmla="*/ 358 h 5412"/>
                <a:gd name="T30" fmla="*/ 703 w 2344"/>
                <a:gd name="T31" fmla="*/ 452 h 5412"/>
                <a:gd name="T32" fmla="*/ 627 w 2344"/>
                <a:gd name="T33" fmla="*/ 554 h 5412"/>
                <a:gd name="T34" fmla="*/ 555 w 2344"/>
                <a:gd name="T35" fmla="*/ 667 h 5412"/>
                <a:gd name="T36" fmla="*/ 489 w 2344"/>
                <a:gd name="T37" fmla="*/ 788 h 5412"/>
                <a:gd name="T38" fmla="*/ 425 w 2344"/>
                <a:gd name="T39" fmla="*/ 919 h 5412"/>
                <a:gd name="T40" fmla="*/ 365 w 2344"/>
                <a:gd name="T41" fmla="*/ 1058 h 5412"/>
                <a:gd name="T42" fmla="*/ 310 w 2344"/>
                <a:gd name="T43" fmla="*/ 1204 h 5412"/>
                <a:gd name="T44" fmla="*/ 260 w 2344"/>
                <a:gd name="T45" fmla="*/ 1358 h 5412"/>
                <a:gd name="T46" fmla="*/ 213 w 2344"/>
                <a:gd name="T47" fmla="*/ 1518 h 5412"/>
                <a:gd name="T48" fmla="*/ 172 w 2344"/>
                <a:gd name="T49" fmla="*/ 1684 h 5412"/>
                <a:gd name="T50" fmla="*/ 134 w 2344"/>
                <a:gd name="T51" fmla="*/ 1856 h 5412"/>
                <a:gd name="T52" fmla="*/ 102 w 2344"/>
                <a:gd name="T53" fmla="*/ 2034 h 5412"/>
                <a:gd name="T54" fmla="*/ 73 w 2344"/>
                <a:gd name="T55" fmla="*/ 2215 h 5412"/>
                <a:gd name="T56" fmla="*/ 49 w 2344"/>
                <a:gd name="T57" fmla="*/ 2401 h 5412"/>
                <a:gd name="T58" fmla="*/ 31 w 2344"/>
                <a:gd name="T59" fmla="*/ 2589 h 5412"/>
                <a:gd name="T60" fmla="*/ 16 w 2344"/>
                <a:gd name="T61" fmla="*/ 2780 h 5412"/>
                <a:gd name="T62" fmla="*/ 6 w 2344"/>
                <a:gd name="T63" fmla="*/ 2972 h 5412"/>
                <a:gd name="T64" fmla="*/ 1 w 2344"/>
                <a:gd name="T65" fmla="*/ 3166 h 5412"/>
                <a:gd name="T66" fmla="*/ 0 w 2344"/>
                <a:gd name="T67" fmla="*/ 3360 h 5412"/>
                <a:gd name="T68" fmla="*/ 4 w 2344"/>
                <a:gd name="T69" fmla="*/ 3554 h 5412"/>
                <a:gd name="T70" fmla="*/ 13 w 2344"/>
                <a:gd name="T71" fmla="*/ 3748 h 5412"/>
                <a:gd name="T72" fmla="*/ 26 w 2344"/>
                <a:gd name="T73" fmla="*/ 3939 h 5412"/>
                <a:gd name="T74" fmla="*/ 43 w 2344"/>
                <a:gd name="T75" fmla="*/ 4128 h 5412"/>
                <a:gd name="T76" fmla="*/ 65 w 2344"/>
                <a:gd name="T77" fmla="*/ 4314 h 5412"/>
                <a:gd name="T78" fmla="*/ 93 w 2344"/>
                <a:gd name="T79" fmla="*/ 4498 h 5412"/>
                <a:gd name="T80" fmla="*/ 124 w 2344"/>
                <a:gd name="T81" fmla="*/ 4676 h 5412"/>
                <a:gd name="T82" fmla="*/ 160 w 2344"/>
                <a:gd name="T83" fmla="*/ 4849 h 5412"/>
                <a:gd name="T84" fmla="*/ 200 w 2344"/>
                <a:gd name="T85" fmla="*/ 5017 h 5412"/>
                <a:gd name="T86" fmla="*/ 245 w 2344"/>
                <a:gd name="T87" fmla="*/ 5180 h 5412"/>
                <a:gd name="T88" fmla="*/ 294 w 2344"/>
                <a:gd name="T89" fmla="*/ 5336 h 5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44" h="5412">
                  <a:moveTo>
                    <a:pt x="2344" y="240"/>
                  </a:moveTo>
                  <a:lnTo>
                    <a:pt x="2279" y="204"/>
                  </a:lnTo>
                  <a:lnTo>
                    <a:pt x="2215" y="172"/>
                  </a:lnTo>
                  <a:lnTo>
                    <a:pt x="2151" y="143"/>
                  </a:lnTo>
                  <a:lnTo>
                    <a:pt x="2089" y="116"/>
                  </a:lnTo>
                  <a:lnTo>
                    <a:pt x="2027" y="92"/>
                  </a:lnTo>
                  <a:lnTo>
                    <a:pt x="1966" y="71"/>
                  </a:lnTo>
                  <a:lnTo>
                    <a:pt x="1905" y="51"/>
                  </a:lnTo>
                  <a:lnTo>
                    <a:pt x="1846" y="36"/>
                  </a:lnTo>
                  <a:lnTo>
                    <a:pt x="1787" y="23"/>
                  </a:lnTo>
                  <a:lnTo>
                    <a:pt x="1728" y="13"/>
                  </a:lnTo>
                  <a:lnTo>
                    <a:pt x="1671" y="6"/>
                  </a:lnTo>
                  <a:lnTo>
                    <a:pt x="1615" y="2"/>
                  </a:lnTo>
                  <a:lnTo>
                    <a:pt x="1558" y="0"/>
                  </a:lnTo>
                  <a:lnTo>
                    <a:pt x="1503" y="1"/>
                  </a:lnTo>
                  <a:lnTo>
                    <a:pt x="1450" y="6"/>
                  </a:lnTo>
                  <a:lnTo>
                    <a:pt x="1396" y="13"/>
                  </a:lnTo>
                  <a:lnTo>
                    <a:pt x="1343" y="22"/>
                  </a:lnTo>
                  <a:lnTo>
                    <a:pt x="1292" y="35"/>
                  </a:lnTo>
                  <a:lnTo>
                    <a:pt x="1241" y="50"/>
                  </a:lnTo>
                  <a:lnTo>
                    <a:pt x="1191" y="69"/>
                  </a:lnTo>
                  <a:lnTo>
                    <a:pt x="1142" y="90"/>
                  </a:lnTo>
                  <a:lnTo>
                    <a:pt x="1094" y="114"/>
                  </a:lnTo>
                  <a:lnTo>
                    <a:pt x="1047" y="141"/>
                  </a:lnTo>
                  <a:lnTo>
                    <a:pt x="1001" y="170"/>
                  </a:lnTo>
                  <a:lnTo>
                    <a:pt x="955" y="202"/>
                  </a:lnTo>
                  <a:lnTo>
                    <a:pt x="911" y="238"/>
                  </a:lnTo>
                  <a:lnTo>
                    <a:pt x="867" y="275"/>
                  </a:lnTo>
                  <a:lnTo>
                    <a:pt x="825" y="315"/>
                  </a:lnTo>
                  <a:lnTo>
                    <a:pt x="783" y="358"/>
                  </a:lnTo>
                  <a:lnTo>
                    <a:pt x="743" y="403"/>
                  </a:lnTo>
                  <a:lnTo>
                    <a:pt x="703" y="452"/>
                  </a:lnTo>
                  <a:lnTo>
                    <a:pt x="665" y="501"/>
                  </a:lnTo>
                  <a:lnTo>
                    <a:pt x="627" y="554"/>
                  </a:lnTo>
                  <a:lnTo>
                    <a:pt x="591" y="610"/>
                  </a:lnTo>
                  <a:lnTo>
                    <a:pt x="555" y="667"/>
                  </a:lnTo>
                  <a:lnTo>
                    <a:pt x="521" y="726"/>
                  </a:lnTo>
                  <a:lnTo>
                    <a:pt x="489" y="788"/>
                  </a:lnTo>
                  <a:lnTo>
                    <a:pt x="456" y="853"/>
                  </a:lnTo>
                  <a:lnTo>
                    <a:pt x="425" y="919"/>
                  </a:lnTo>
                  <a:lnTo>
                    <a:pt x="394" y="987"/>
                  </a:lnTo>
                  <a:lnTo>
                    <a:pt x="365" y="1058"/>
                  </a:lnTo>
                  <a:lnTo>
                    <a:pt x="338" y="1130"/>
                  </a:lnTo>
                  <a:lnTo>
                    <a:pt x="310" y="1204"/>
                  </a:lnTo>
                  <a:lnTo>
                    <a:pt x="284" y="1280"/>
                  </a:lnTo>
                  <a:lnTo>
                    <a:pt x="260" y="1358"/>
                  </a:lnTo>
                  <a:lnTo>
                    <a:pt x="236" y="1437"/>
                  </a:lnTo>
                  <a:lnTo>
                    <a:pt x="213" y="1518"/>
                  </a:lnTo>
                  <a:lnTo>
                    <a:pt x="192" y="1600"/>
                  </a:lnTo>
                  <a:lnTo>
                    <a:pt x="172" y="1684"/>
                  </a:lnTo>
                  <a:lnTo>
                    <a:pt x="152" y="1770"/>
                  </a:lnTo>
                  <a:lnTo>
                    <a:pt x="134" y="1856"/>
                  </a:lnTo>
                  <a:lnTo>
                    <a:pt x="117" y="1945"/>
                  </a:lnTo>
                  <a:lnTo>
                    <a:pt x="102" y="2034"/>
                  </a:lnTo>
                  <a:lnTo>
                    <a:pt x="87" y="2124"/>
                  </a:lnTo>
                  <a:lnTo>
                    <a:pt x="73" y="2215"/>
                  </a:lnTo>
                  <a:lnTo>
                    <a:pt x="61" y="2307"/>
                  </a:lnTo>
                  <a:lnTo>
                    <a:pt x="49" y="2401"/>
                  </a:lnTo>
                  <a:lnTo>
                    <a:pt x="39" y="2495"/>
                  </a:lnTo>
                  <a:lnTo>
                    <a:pt x="31" y="2589"/>
                  </a:lnTo>
                  <a:lnTo>
                    <a:pt x="23" y="2684"/>
                  </a:lnTo>
                  <a:lnTo>
                    <a:pt x="16" y="2780"/>
                  </a:lnTo>
                  <a:lnTo>
                    <a:pt x="11" y="2876"/>
                  </a:lnTo>
                  <a:lnTo>
                    <a:pt x="6" y="2972"/>
                  </a:lnTo>
                  <a:lnTo>
                    <a:pt x="3" y="3070"/>
                  </a:lnTo>
                  <a:lnTo>
                    <a:pt x="1" y="3166"/>
                  </a:lnTo>
                  <a:lnTo>
                    <a:pt x="0" y="3263"/>
                  </a:lnTo>
                  <a:lnTo>
                    <a:pt x="0" y="3360"/>
                  </a:lnTo>
                  <a:lnTo>
                    <a:pt x="2" y="3458"/>
                  </a:lnTo>
                  <a:lnTo>
                    <a:pt x="4" y="3554"/>
                  </a:lnTo>
                  <a:lnTo>
                    <a:pt x="8" y="3651"/>
                  </a:lnTo>
                  <a:lnTo>
                    <a:pt x="13" y="3748"/>
                  </a:lnTo>
                  <a:lnTo>
                    <a:pt x="18" y="3843"/>
                  </a:lnTo>
                  <a:lnTo>
                    <a:pt x="26" y="3939"/>
                  </a:lnTo>
                  <a:lnTo>
                    <a:pt x="34" y="4033"/>
                  </a:lnTo>
                  <a:lnTo>
                    <a:pt x="43" y="4128"/>
                  </a:lnTo>
                  <a:lnTo>
                    <a:pt x="53" y="4222"/>
                  </a:lnTo>
                  <a:lnTo>
                    <a:pt x="65" y="4314"/>
                  </a:lnTo>
                  <a:lnTo>
                    <a:pt x="78" y="4406"/>
                  </a:lnTo>
                  <a:lnTo>
                    <a:pt x="93" y="4498"/>
                  </a:lnTo>
                  <a:lnTo>
                    <a:pt x="108" y="4587"/>
                  </a:lnTo>
                  <a:lnTo>
                    <a:pt x="124" y="4676"/>
                  </a:lnTo>
                  <a:lnTo>
                    <a:pt x="141" y="4763"/>
                  </a:lnTo>
                  <a:lnTo>
                    <a:pt x="160" y="4849"/>
                  </a:lnTo>
                  <a:lnTo>
                    <a:pt x="179" y="4934"/>
                  </a:lnTo>
                  <a:lnTo>
                    <a:pt x="200" y="5017"/>
                  </a:lnTo>
                  <a:lnTo>
                    <a:pt x="222" y="5100"/>
                  </a:lnTo>
                  <a:lnTo>
                    <a:pt x="245" y="5180"/>
                  </a:lnTo>
                  <a:lnTo>
                    <a:pt x="269" y="5259"/>
                  </a:lnTo>
                  <a:lnTo>
                    <a:pt x="294" y="5336"/>
                  </a:lnTo>
                  <a:lnTo>
                    <a:pt x="321" y="5412"/>
                  </a:lnTo>
                </a:path>
              </a:pathLst>
            </a:custGeom>
            <a:noFill/>
            <a:ln w="588963">
              <a:solidFill>
                <a:srgbClr val="FFC4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11691697-9C5E-5A4B-61EA-E815EFFA6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012" y="3630002"/>
              <a:ext cx="2596045" cy="1608750"/>
            </a:xfrm>
            <a:custGeom>
              <a:avLst/>
              <a:gdLst>
                <a:gd name="T0" fmla="*/ 22 w 5297"/>
                <a:gd name="T1" fmla="*/ 2057 h 3524"/>
                <a:gd name="T2" fmla="*/ 70 w 5297"/>
                <a:gd name="T3" fmla="*/ 2215 h 3524"/>
                <a:gd name="T4" fmla="*/ 123 w 5297"/>
                <a:gd name="T5" fmla="*/ 2367 h 3524"/>
                <a:gd name="T6" fmla="*/ 178 w 5297"/>
                <a:gd name="T7" fmla="*/ 2511 h 3524"/>
                <a:gd name="T8" fmla="*/ 239 w 5297"/>
                <a:gd name="T9" fmla="*/ 2647 h 3524"/>
                <a:gd name="T10" fmla="*/ 304 w 5297"/>
                <a:gd name="T11" fmla="*/ 2774 h 3524"/>
                <a:gd name="T12" fmla="*/ 373 w 5297"/>
                <a:gd name="T13" fmla="*/ 2894 h 3524"/>
                <a:gd name="T14" fmla="*/ 446 w 5297"/>
                <a:gd name="T15" fmla="*/ 3003 h 3524"/>
                <a:gd name="T16" fmla="*/ 524 w 5297"/>
                <a:gd name="T17" fmla="*/ 3103 h 3524"/>
                <a:gd name="T18" fmla="*/ 605 w 5297"/>
                <a:gd name="T19" fmla="*/ 3193 h 3524"/>
                <a:gd name="T20" fmla="*/ 690 w 5297"/>
                <a:gd name="T21" fmla="*/ 3273 h 3524"/>
                <a:gd name="T22" fmla="*/ 779 w 5297"/>
                <a:gd name="T23" fmla="*/ 3342 h 3524"/>
                <a:gd name="T24" fmla="*/ 871 w 5297"/>
                <a:gd name="T25" fmla="*/ 3401 h 3524"/>
                <a:gd name="T26" fmla="*/ 967 w 5297"/>
                <a:gd name="T27" fmla="*/ 3447 h 3524"/>
                <a:gd name="T28" fmla="*/ 1067 w 5297"/>
                <a:gd name="T29" fmla="*/ 3484 h 3524"/>
                <a:gd name="T30" fmla="*/ 1171 w 5297"/>
                <a:gd name="T31" fmla="*/ 3508 h 3524"/>
                <a:gd name="T32" fmla="*/ 1278 w 5297"/>
                <a:gd name="T33" fmla="*/ 3522 h 3524"/>
                <a:gd name="T34" fmla="*/ 1388 w 5297"/>
                <a:gd name="T35" fmla="*/ 3523 h 3524"/>
                <a:gd name="T36" fmla="*/ 1502 w 5297"/>
                <a:gd name="T37" fmla="*/ 3514 h 3524"/>
                <a:gd name="T38" fmla="*/ 1618 w 5297"/>
                <a:gd name="T39" fmla="*/ 3493 h 3524"/>
                <a:gd name="T40" fmla="*/ 1738 w 5297"/>
                <a:gd name="T41" fmla="*/ 3462 h 3524"/>
                <a:gd name="T42" fmla="*/ 1860 w 5297"/>
                <a:gd name="T43" fmla="*/ 3418 h 3524"/>
                <a:gd name="T44" fmla="*/ 1986 w 5297"/>
                <a:gd name="T45" fmla="*/ 3363 h 3524"/>
                <a:gd name="T46" fmla="*/ 2115 w 5297"/>
                <a:gd name="T47" fmla="*/ 3297 h 3524"/>
                <a:gd name="T48" fmla="*/ 2245 w 5297"/>
                <a:gd name="T49" fmla="*/ 3221 h 3524"/>
                <a:gd name="T50" fmla="*/ 2378 w 5297"/>
                <a:gd name="T51" fmla="*/ 3135 h 3524"/>
                <a:gd name="T52" fmla="*/ 2514 w 5297"/>
                <a:gd name="T53" fmla="*/ 3039 h 3524"/>
                <a:gd name="T54" fmla="*/ 2651 w 5297"/>
                <a:gd name="T55" fmla="*/ 2933 h 3524"/>
                <a:gd name="T56" fmla="*/ 2792 w 5297"/>
                <a:gd name="T57" fmla="*/ 2817 h 3524"/>
                <a:gd name="T58" fmla="*/ 2934 w 5297"/>
                <a:gd name="T59" fmla="*/ 2692 h 3524"/>
                <a:gd name="T60" fmla="*/ 3078 w 5297"/>
                <a:gd name="T61" fmla="*/ 2559 h 3524"/>
                <a:gd name="T62" fmla="*/ 3223 w 5297"/>
                <a:gd name="T63" fmla="*/ 2418 h 3524"/>
                <a:gd name="T64" fmla="*/ 3370 w 5297"/>
                <a:gd name="T65" fmla="*/ 2269 h 3524"/>
                <a:gd name="T66" fmla="*/ 3519 w 5297"/>
                <a:gd name="T67" fmla="*/ 2113 h 3524"/>
                <a:gd name="T68" fmla="*/ 3670 w 5297"/>
                <a:gd name="T69" fmla="*/ 1949 h 3524"/>
                <a:gd name="T70" fmla="*/ 3821 w 5297"/>
                <a:gd name="T71" fmla="*/ 1781 h 3524"/>
                <a:gd name="T72" fmla="*/ 3974 w 5297"/>
                <a:gd name="T73" fmla="*/ 1607 h 3524"/>
                <a:gd name="T74" fmla="*/ 4128 w 5297"/>
                <a:gd name="T75" fmla="*/ 1428 h 3524"/>
                <a:gd name="T76" fmla="*/ 4282 w 5297"/>
                <a:gd name="T77" fmla="*/ 1246 h 3524"/>
                <a:gd name="T78" fmla="*/ 4437 w 5297"/>
                <a:gd name="T79" fmla="*/ 1060 h 3524"/>
                <a:gd name="T80" fmla="*/ 4593 w 5297"/>
                <a:gd name="T81" fmla="*/ 870 h 3524"/>
                <a:gd name="T82" fmla="*/ 4748 w 5297"/>
                <a:gd name="T83" fmla="*/ 678 h 3524"/>
                <a:gd name="T84" fmla="*/ 4905 w 5297"/>
                <a:gd name="T85" fmla="*/ 485 h 3524"/>
                <a:gd name="T86" fmla="*/ 5062 w 5297"/>
                <a:gd name="T87" fmla="*/ 291 h 3524"/>
                <a:gd name="T88" fmla="*/ 5218 w 5297"/>
                <a:gd name="T89" fmla="*/ 97 h 3524"/>
                <a:gd name="csX0" fmla="*/ 0 w 9851"/>
                <a:gd name="csY0" fmla="*/ 5332 h 9725"/>
                <a:gd name="csX1" fmla="*/ 42 w 9851"/>
                <a:gd name="csY1" fmla="*/ 5562 h 9725"/>
                <a:gd name="csX2" fmla="*/ 87 w 9851"/>
                <a:gd name="csY2" fmla="*/ 5789 h 9725"/>
                <a:gd name="csX3" fmla="*/ 132 w 9851"/>
                <a:gd name="csY3" fmla="*/ 6010 h 9725"/>
                <a:gd name="csX4" fmla="*/ 179 w 9851"/>
                <a:gd name="csY4" fmla="*/ 6229 h 9725"/>
                <a:gd name="csX5" fmla="*/ 232 w 9851"/>
                <a:gd name="csY5" fmla="*/ 6442 h 9725"/>
                <a:gd name="csX6" fmla="*/ 283 w 9851"/>
                <a:gd name="csY6" fmla="*/ 6649 h 9725"/>
                <a:gd name="csX7" fmla="*/ 336 w 9851"/>
                <a:gd name="csY7" fmla="*/ 6850 h 9725"/>
                <a:gd name="csX8" fmla="*/ 395 w 9851"/>
                <a:gd name="csY8" fmla="*/ 7046 h 9725"/>
                <a:gd name="csX9" fmla="*/ 451 w 9851"/>
                <a:gd name="csY9" fmla="*/ 7236 h 9725"/>
                <a:gd name="csX10" fmla="*/ 510 w 9851"/>
                <a:gd name="csY10" fmla="*/ 7421 h 9725"/>
                <a:gd name="csX11" fmla="*/ 574 w 9851"/>
                <a:gd name="csY11" fmla="*/ 7597 h 9725"/>
                <a:gd name="csX12" fmla="*/ 638 w 9851"/>
                <a:gd name="csY12" fmla="*/ 7770 h 9725"/>
                <a:gd name="csX13" fmla="*/ 704 w 9851"/>
                <a:gd name="csY13" fmla="*/ 7937 h 9725"/>
                <a:gd name="csX14" fmla="*/ 772 w 9851"/>
                <a:gd name="csY14" fmla="*/ 8096 h 9725"/>
                <a:gd name="csX15" fmla="*/ 842 w 9851"/>
                <a:gd name="csY15" fmla="*/ 8247 h 9725"/>
                <a:gd name="csX16" fmla="*/ 914 w 9851"/>
                <a:gd name="csY16" fmla="*/ 8391 h 9725"/>
                <a:gd name="csX17" fmla="*/ 989 w 9851"/>
                <a:gd name="csY17" fmla="*/ 8530 h 9725"/>
                <a:gd name="csX18" fmla="*/ 1063 w 9851"/>
                <a:gd name="csY18" fmla="*/ 8661 h 9725"/>
                <a:gd name="csX19" fmla="*/ 1142 w 9851"/>
                <a:gd name="csY19" fmla="*/ 8786 h 9725"/>
                <a:gd name="csX20" fmla="*/ 1220 w 9851"/>
                <a:gd name="csY20" fmla="*/ 8905 h 9725"/>
                <a:gd name="csX21" fmla="*/ 1303 w 9851"/>
                <a:gd name="csY21" fmla="*/ 9013 h 9725"/>
                <a:gd name="csX22" fmla="*/ 1384 w 9851"/>
                <a:gd name="csY22" fmla="*/ 9115 h 9725"/>
                <a:gd name="csX23" fmla="*/ 1471 w 9851"/>
                <a:gd name="csY23" fmla="*/ 9209 h 9725"/>
                <a:gd name="csX24" fmla="*/ 1556 w 9851"/>
                <a:gd name="csY24" fmla="*/ 9294 h 9725"/>
                <a:gd name="csX25" fmla="*/ 1644 w 9851"/>
                <a:gd name="csY25" fmla="*/ 9376 h 9725"/>
                <a:gd name="csX26" fmla="*/ 1735 w 9851"/>
                <a:gd name="csY26" fmla="*/ 9444 h 9725"/>
                <a:gd name="csX27" fmla="*/ 1826 w 9851"/>
                <a:gd name="csY27" fmla="*/ 9506 h 9725"/>
                <a:gd name="csX28" fmla="*/ 1920 w 9851"/>
                <a:gd name="csY28" fmla="*/ 9563 h 9725"/>
                <a:gd name="csX29" fmla="*/ 2014 w 9851"/>
                <a:gd name="csY29" fmla="*/ 9611 h 9725"/>
                <a:gd name="csX30" fmla="*/ 2113 w 9851"/>
                <a:gd name="csY30" fmla="*/ 9648 h 9725"/>
                <a:gd name="csX31" fmla="*/ 2211 w 9851"/>
                <a:gd name="csY31" fmla="*/ 9680 h 9725"/>
                <a:gd name="csX32" fmla="*/ 2311 w 9851"/>
                <a:gd name="csY32" fmla="*/ 9702 h 9725"/>
                <a:gd name="csX33" fmla="*/ 2413 w 9851"/>
                <a:gd name="csY33" fmla="*/ 9719 h 9725"/>
                <a:gd name="csX34" fmla="*/ 2517 w 9851"/>
                <a:gd name="csY34" fmla="*/ 9725 h 9725"/>
                <a:gd name="csX35" fmla="*/ 2620 w 9851"/>
                <a:gd name="csY35" fmla="*/ 9722 h 9725"/>
                <a:gd name="csX36" fmla="*/ 2726 w 9851"/>
                <a:gd name="csY36" fmla="*/ 9714 h 9725"/>
                <a:gd name="csX37" fmla="*/ 2836 w 9851"/>
                <a:gd name="csY37" fmla="*/ 9697 h 9725"/>
                <a:gd name="csX38" fmla="*/ 2945 w 9851"/>
                <a:gd name="csY38" fmla="*/ 9671 h 9725"/>
                <a:gd name="csX39" fmla="*/ 3055 w 9851"/>
                <a:gd name="csY39" fmla="*/ 9637 h 9725"/>
                <a:gd name="csX40" fmla="*/ 3168 w 9851"/>
                <a:gd name="csY40" fmla="*/ 9597 h 9725"/>
                <a:gd name="csX41" fmla="*/ 3281 w 9851"/>
                <a:gd name="csY41" fmla="*/ 9549 h 9725"/>
                <a:gd name="csX42" fmla="*/ 3396 w 9851"/>
                <a:gd name="csY42" fmla="*/ 9489 h 9725"/>
                <a:gd name="csX43" fmla="*/ 3511 w 9851"/>
                <a:gd name="csY43" fmla="*/ 9424 h 9725"/>
                <a:gd name="csX44" fmla="*/ 3630 w 9851"/>
                <a:gd name="csY44" fmla="*/ 9350 h 9725"/>
                <a:gd name="csX45" fmla="*/ 3749 w 9851"/>
                <a:gd name="csY45" fmla="*/ 9268 h 9725"/>
                <a:gd name="csX46" fmla="*/ 3870 w 9851"/>
                <a:gd name="csY46" fmla="*/ 9180 h 9725"/>
                <a:gd name="csX47" fmla="*/ 3993 w 9851"/>
                <a:gd name="csY47" fmla="*/ 9081 h 9725"/>
                <a:gd name="csX48" fmla="*/ 4114 w 9851"/>
                <a:gd name="csY48" fmla="*/ 8979 h 9725"/>
                <a:gd name="csX49" fmla="*/ 4238 w 9851"/>
                <a:gd name="csY49" fmla="*/ 8865 h 9725"/>
                <a:gd name="csX50" fmla="*/ 4363 w 9851"/>
                <a:gd name="csY50" fmla="*/ 8749 h 9725"/>
                <a:gd name="csX51" fmla="*/ 4489 w 9851"/>
                <a:gd name="csY51" fmla="*/ 8621 h 9725"/>
                <a:gd name="csX52" fmla="*/ 4618 w 9851"/>
                <a:gd name="csY52" fmla="*/ 8491 h 9725"/>
                <a:gd name="csX53" fmla="*/ 4746 w 9851"/>
                <a:gd name="csY53" fmla="*/ 8349 h 9725"/>
                <a:gd name="csX54" fmla="*/ 4874 w 9851"/>
                <a:gd name="csY54" fmla="*/ 8198 h 9725"/>
                <a:gd name="csX55" fmla="*/ 5005 w 9851"/>
                <a:gd name="csY55" fmla="*/ 8048 h 9725"/>
                <a:gd name="csX56" fmla="*/ 5137 w 9851"/>
                <a:gd name="csY56" fmla="*/ 7886 h 9725"/>
                <a:gd name="csX57" fmla="*/ 5271 w 9851"/>
                <a:gd name="csY57" fmla="*/ 7719 h 9725"/>
                <a:gd name="csX58" fmla="*/ 5405 w 9851"/>
                <a:gd name="csY58" fmla="*/ 7543 h 9725"/>
                <a:gd name="csX59" fmla="*/ 5539 w 9851"/>
                <a:gd name="csY59" fmla="*/ 7364 h 9725"/>
                <a:gd name="csX60" fmla="*/ 5675 w 9851"/>
                <a:gd name="csY60" fmla="*/ 7177 h 9725"/>
                <a:gd name="csX61" fmla="*/ 5811 w 9851"/>
                <a:gd name="csY61" fmla="*/ 6987 h 9725"/>
                <a:gd name="csX62" fmla="*/ 5947 w 9851"/>
                <a:gd name="csY62" fmla="*/ 6788 h 9725"/>
                <a:gd name="csX63" fmla="*/ 6085 w 9851"/>
                <a:gd name="csY63" fmla="*/ 6587 h 9725"/>
                <a:gd name="csX64" fmla="*/ 6222 w 9851"/>
                <a:gd name="csY64" fmla="*/ 6377 h 9725"/>
                <a:gd name="csX65" fmla="*/ 6362 w 9851"/>
                <a:gd name="csY65" fmla="*/ 6164 h 9725"/>
                <a:gd name="csX66" fmla="*/ 6504 w 9851"/>
                <a:gd name="csY66" fmla="*/ 5945 h 9725"/>
                <a:gd name="csX67" fmla="*/ 6643 w 9851"/>
                <a:gd name="csY67" fmla="*/ 5721 h 9725"/>
                <a:gd name="csX68" fmla="*/ 6785 w 9851"/>
                <a:gd name="csY68" fmla="*/ 5488 h 9725"/>
                <a:gd name="csX69" fmla="*/ 6928 w 9851"/>
                <a:gd name="csY69" fmla="*/ 5256 h 9725"/>
                <a:gd name="csX70" fmla="*/ 7070 w 9851"/>
                <a:gd name="csY70" fmla="*/ 5020 h 9725"/>
                <a:gd name="csX71" fmla="*/ 7214 w 9851"/>
                <a:gd name="csY71" fmla="*/ 4779 h 9725"/>
                <a:gd name="csX72" fmla="*/ 7359 w 9851"/>
                <a:gd name="csY72" fmla="*/ 4535 h 9725"/>
                <a:gd name="csX73" fmla="*/ 7502 w 9851"/>
                <a:gd name="csY73" fmla="*/ 4285 h 9725"/>
                <a:gd name="csX74" fmla="*/ 7648 w 9851"/>
                <a:gd name="csY74" fmla="*/ 4035 h 9725"/>
                <a:gd name="csX75" fmla="*/ 7793 w 9851"/>
                <a:gd name="csY75" fmla="*/ 3777 h 9725"/>
                <a:gd name="csX76" fmla="*/ 7938 w 9851"/>
                <a:gd name="csY76" fmla="*/ 3519 h 9725"/>
                <a:gd name="csX77" fmla="*/ 8084 w 9851"/>
                <a:gd name="csY77" fmla="*/ 3261 h 9725"/>
                <a:gd name="csX78" fmla="*/ 8231 w 9851"/>
                <a:gd name="csY78" fmla="*/ 2997 h 9725"/>
                <a:gd name="csX79" fmla="*/ 8376 w 9851"/>
                <a:gd name="csY79" fmla="*/ 2733 h 9725"/>
                <a:gd name="csX80" fmla="*/ 8524 w 9851"/>
                <a:gd name="csY80" fmla="*/ 2463 h 9725"/>
                <a:gd name="csX81" fmla="*/ 8671 w 9851"/>
                <a:gd name="csY81" fmla="*/ 2194 h 9725"/>
                <a:gd name="csX82" fmla="*/ 8816 w 9851"/>
                <a:gd name="csY82" fmla="*/ 1924 h 9725"/>
                <a:gd name="csX83" fmla="*/ 8964 w 9851"/>
                <a:gd name="csY83" fmla="*/ 1649 h 9725"/>
                <a:gd name="csX84" fmla="*/ 9111 w 9851"/>
                <a:gd name="csY84" fmla="*/ 1377 h 9725"/>
                <a:gd name="csX85" fmla="*/ 9260 w 9851"/>
                <a:gd name="csY85" fmla="*/ 1101 h 9725"/>
                <a:gd name="csX86" fmla="*/ 9407 w 9851"/>
                <a:gd name="csY86" fmla="*/ 829 h 9725"/>
                <a:gd name="csX87" fmla="*/ 9556 w 9851"/>
                <a:gd name="csY87" fmla="*/ 551 h 9725"/>
                <a:gd name="csX88" fmla="*/ 9704 w 9851"/>
                <a:gd name="csY88" fmla="*/ 276 h 9725"/>
                <a:gd name="csX89" fmla="*/ 9851 w 9851"/>
                <a:gd name="csY89" fmla="*/ 0 h 9725"/>
                <a:gd name="csX0" fmla="*/ 0 w 9851"/>
                <a:gd name="csY0" fmla="*/ 5199 h 9716"/>
                <a:gd name="csX1" fmla="*/ 43 w 9851"/>
                <a:gd name="csY1" fmla="*/ 5435 h 9716"/>
                <a:gd name="csX2" fmla="*/ 88 w 9851"/>
                <a:gd name="csY2" fmla="*/ 5669 h 9716"/>
                <a:gd name="csX3" fmla="*/ 134 w 9851"/>
                <a:gd name="csY3" fmla="*/ 5896 h 9716"/>
                <a:gd name="csX4" fmla="*/ 182 w 9851"/>
                <a:gd name="csY4" fmla="*/ 6121 h 9716"/>
                <a:gd name="csX5" fmla="*/ 236 w 9851"/>
                <a:gd name="csY5" fmla="*/ 6340 h 9716"/>
                <a:gd name="csX6" fmla="*/ 287 w 9851"/>
                <a:gd name="csY6" fmla="*/ 6553 h 9716"/>
                <a:gd name="csX7" fmla="*/ 341 w 9851"/>
                <a:gd name="csY7" fmla="*/ 6760 h 9716"/>
                <a:gd name="csX8" fmla="*/ 401 w 9851"/>
                <a:gd name="csY8" fmla="*/ 6961 h 9716"/>
                <a:gd name="csX9" fmla="*/ 458 w 9851"/>
                <a:gd name="csY9" fmla="*/ 7157 h 9716"/>
                <a:gd name="csX10" fmla="*/ 518 w 9851"/>
                <a:gd name="csY10" fmla="*/ 7347 h 9716"/>
                <a:gd name="csX11" fmla="*/ 583 w 9851"/>
                <a:gd name="csY11" fmla="*/ 7528 h 9716"/>
                <a:gd name="csX12" fmla="*/ 648 w 9851"/>
                <a:gd name="csY12" fmla="*/ 7706 h 9716"/>
                <a:gd name="csX13" fmla="*/ 715 w 9851"/>
                <a:gd name="csY13" fmla="*/ 7877 h 9716"/>
                <a:gd name="csX14" fmla="*/ 784 w 9851"/>
                <a:gd name="csY14" fmla="*/ 8041 h 9716"/>
                <a:gd name="csX15" fmla="*/ 855 w 9851"/>
                <a:gd name="csY15" fmla="*/ 8196 h 9716"/>
                <a:gd name="csX16" fmla="*/ 928 w 9851"/>
                <a:gd name="csY16" fmla="*/ 8344 h 9716"/>
                <a:gd name="csX17" fmla="*/ 1004 w 9851"/>
                <a:gd name="csY17" fmla="*/ 8487 h 9716"/>
                <a:gd name="csX18" fmla="*/ 1079 w 9851"/>
                <a:gd name="csY18" fmla="*/ 8622 h 9716"/>
                <a:gd name="csX19" fmla="*/ 1159 w 9851"/>
                <a:gd name="csY19" fmla="*/ 8750 h 9716"/>
                <a:gd name="csX20" fmla="*/ 1238 w 9851"/>
                <a:gd name="csY20" fmla="*/ 8873 h 9716"/>
                <a:gd name="csX21" fmla="*/ 1323 w 9851"/>
                <a:gd name="csY21" fmla="*/ 8984 h 9716"/>
                <a:gd name="csX22" fmla="*/ 1405 w 9851"/>
                <a:gd name="csY22" fmla="*/ 9089 h 9716"/>
                <a:gd name="csX23" fmla="*/ 1493 w 9851"/>
                <a:gd name="csY23" fmla="*/ 9185 h 9716"/>
                <a:gd name="csX24" fmla="*/ 1580 w 9851"/>
                <a:gd name="csY24" fmla="*/ 9273 h 9716"/>
                <a:gd name="csX25" fmla="*/ 1669 w 9851"/>
                <a:gd name="csY25" fmla="*/ 9357 h 9716"/>
                <a:gd name="csX26" fmla="*/ 1761 w 9851"/>
                <a:gd name="csY26" fmla="*/ 9427 h 9716"/>
                <a:gd name="csX27" fmla="*/ 1854 w 9851"/>
                <a:gd name="csY27" fmla="*/ 9491 h 9716"/>
                <a:gd name="csX28" fmla="*/ 1949 w 9851"/>
                <a:gd name="csY28" fmla="*/ 9549 h 9716"/>
                <a:gd name="csX29" fmla="*/ 2044 w 9851"/>
                <a:gd name="csY29" fmla="*/ 9599 h 9716"/>
                <a:gd name="csX30" fmla="*/ 2145 w 9851"/>
                <a:gd name="csY30" fmla="*/ 9637 h 9716"/>
                <a:gd name="csX31" fmla="*/ 2244 w 9851"/>
                <a:gd name="csY31" fmla="*/ 9670 h 9716"/>
                <a:gd name="csX32" fmla="*/ 2346 w 9851"/>
                <a:gd name="csY32" fmla="*/ 9692 h 9716"/>
                <a:gd name="csX33" fmla="*/ 2449 w 9851"/>
                <a:gd name="csY33" fmla="*/ 9710 h 9716"/>
                <a:gd name="csX34" fmla="*/ 2555 w 9851"/>
                <a:gd name="csY34" fmla="*/ 9716 h 9716"/>
                <a:gd name="csX35" fmla="*/ 2660 w 9851"/>
                <a:gd name="csY35" fmla="*/ 9713 h 9716"/>
                <a:gd name="csX36" fmla="*/ 2767 w 9851"/>
                <a:gd name="csY36" fmla="*/ 9705 h 9716"/>
                <a:gd name="csX37" fmla="*/ 2879 w 9851"/>
                <a:gd name="csY37" fmla="*/ 9687 h 9716"/>
                <a:gd name="csX38" fmla="*/ 2990 w 9851"/>
                <a:gd name="csY38" fmla="*/ 9660 h 9716"/>
                <a:gd name="csX39" fmla="*/ 3101 w 9851"/>
                <a:gd name="csY39" fmla="*/ 9626 h 9716"/>
                <a:gd name="csX40" fmla="*/ 3216 w 9851"/>
                <a:gd name="csY40" fmla="*/ 9584 h 9716"/>
                <a:gd name="csX41" fmla="*/ 3331 w 9851"/>
                <a:gd name="csY41" fmla="*/ 9535 h 9716"/>
                <a:gd name="csX42" fmla="*/ 3447 w 9851"/>
                <a:gd name="csY42" fmla="*/ 9473 h 9716"/>
                <a:gd name="csX43" fmla="*/ 3564 w 9851"/>
                <a:gd name="csY43" fmla="*/ 9406 h 9716"/>
                <a:gd name="csX44" fmla="*/ 3685 w 9851"/>
                <a:gd name="csY44" fmla="*/ 9330 h 9716"/>
                <a:gd name="csX45" fmla="*/ 3806 w 9851"/>
                <a:gd name="csY45" fmla="*/ 9246 h 9716"/>
                <a:gd name="csX46" fmla="*/ 3929 w 9851"/>
                <a:gd name="csY46" fmla="*/ 9156 h 9716"/>
                <a:gd name="csX47" fmla="*/ 4053 w 9851"/>
                <a:gd name="csY47" fmla="*/ 9054 h 9716"/>
                <a:gd name="csX48" fmla="*/ 4176 w 9851"/>
                <a:gd name="csY48" fmla="*/ 8949 h 9716"/>
                <a:gd name="csX49" fmla="*/ 4302 w 9851"/>
                <a:gd name="csY49" fmla="*/ 8832 h 9716"/>
                <a:gd name="csX50" fmla="*/ 4429 w 9851"/>
                <a:gd name="csY50" fmla="*/ 8712 h 9716"/>
                <a:gd name="csX51" fmla="*/ 4557 w 9851"/>
                <a:gd name="csY51" fmla="*/ 8581 h 9716"/>
                <a:gd name="csX52" fmla="*/ 4688 w 9851"/>
                <a:gd name="csY52" fmla="*/ 8447 h 9716"/>
                <a:gd name="csX53" fmla="*/ 4818 w 9851"/>
                <a:gd name="csY53" fmla="*/ 8301 h 9716"/>
                <a:gd name="csX54" fmla="*/ 4948 w 9851"/>
                <a:gd name="csY54" fmla="*/ 8146 h 9716"/>
                <a:gd name="csX55" fmla="*/ 5081 w 9851"/>
                <a:gd name="csY55" fmla="*/ 7992 h 9716"/>
                <a:gd name="csX56" fmla="*/ 5215 w 9851"/>
                <a:gd name="csY56" fmla="*/ 7825 h 9716"/>
                <a:gd name="csX57" fmla="*/ 5351 w 9851"/>
                <a:gd name="csY57" fmla="*/ 7653 h 9716"/>
                <a:gd name="csX58" fmla="*/ 5487 w 9851"/>
                <a:gd name="csY58" fmla="*/ 7472 h 9716"/>
                <a:gd name="csX59" fmla="*/ 5623 w 9851"/>
                <a:gd name="csY59" fmla="*/ 7288 h 9716"/>
                <a:gd name="csX60" fmla="*/ 5761 w 9851"/>
                <a:gd name="csY60" fmla="*/ 7096 h 9716"/>
                <a:gd name="csX61" fmla="*/ 5899 w 9851"/>
                <a:gd name="csY61" fmla="*/ 6901 h 9716"/>
                <a:gd name="csX62" fmla="*/ 6037 w 9851"/>
                <a:gd name="csY62" fmla="*/ 6696 h 9716"/>
                <a:gd name="csX63" fmla="*/ 6177 w 9851"/>
                <a:gd name="csY63" fmla="*/ 6489 h 9716"/>
                <a:gd name="csX64" fmla="*/ 6316 w 9851"/>
                <a:gd name="csY64" fmla="*/ 6273 h 9716"/>
                <a:gd name="csX65" fmla="*/ 6458 w 9851"/>
                <a:gd name="csY65" fmla="*/ 6054 h 9716"/>
                <a:gd name="csX66" fmla="*/ 6602 w 9851"/>
                <a:gd name="csY66" fmla="*/ 5829 h 9716"/>
                <a:gd name="csX67" fmla="*/ 6743 w 9851"/>
                <a:gd name="csY67" fmla="*/ 5599 h 9716"/>
                <a:gd name="csX68" fmla="*/ 6888 w 9851"/>
                <a:gd name="csY68" fmla="*/ 5359 h 9716"/>
                <a:gd name="csX69" fmla="*/ 7033 w 9851"/>
                <a:gd name="csY69" fmla="*/ 5121 h 9716"/>
                <a:gd name="csX70" fmla="*/ 7177 w 9851"/>
                <a:gd name="csY70" fmla="*/ 4878 h 9716"/>
                <a:gd name="csX71" fmla="*/ 7323 w 9851"/>
                <a:gd name="csY71" fmla="*/ 4630 h 9716"/>
                <a:gd name="csX72" fmla="*/ 7470 w 9851"/>
                <a:gd name="csY72" fmla="*/ 4379 h 9716"/>
                <a:gd name="csX73" fmla="*/ 7615 w 9851"/>
                <a:gd name="csY73" fmla="*/ 4122 h 9716"/>
                <a:gd name="csX74" fmla="*/ 7764 w 9851"/>
                <a:gd name="csY74" fmla="*/ 3865 h 9716"/>
                <a:gd name="csX75" fmla="*/ 7911 w 9851"/>
                <a:gd name="csY75" fmla="*/ 3600 h 9716"/>
                <a:gd name="csX76" fmla="*/ 8058 w 9851"/>
                <a:gd name="csY76" fmla="*/ 3335 h 9716"/>
                <a:gd name="csX77" fmla="*/ 8206 w 9851"/>
                <a:gd name="csY77" fmla="*/ 3069 h 9716"/>
                <a:gd name="csX78" fmla="*/ 8355 w 9851"/>
                <a:gd name="csY78" fmla="*/ 2798 h 9716"/>
                <a:gd name="csX79" fmla="*/ 8503 w 9851"/>
                <a:gd name="csY79" fmla="*/ 2526 h 9716"/>
                <a:gd name="csX80" fmla="*/ 8653 w 9851"/>
                <a:gd name="csY80" fmla="*/ 2249 h 9716"/>
                <a:gd name="csX81" fmla="*/ 8802 w 9851"/>
                <a:gd name="csY81" fmla="*/ 1972 h 9716"/>
                <a:gd name="csX82" fmla="*/ 8949 w 9851"/>
                <a:gd name="csY82" fmla="*/ 1694 h 9716"/>
                <a:gd name="csX83" fmla="*/ 9100 w 9851"/>
                <a:gd name="csY83" fmla="*/ 1412 h 9716"/>
                <a:gd name="csX84" fmla="*/ 9249 w 9851"/>
                <a:gd name="csY84" fmla="*/ 1132 h 9716"/>
                <a:gd name="csX85" fmla="*/ 9400 w 9851"/>
                <a:gd name="csY85" fmla="*/ 848 h 9716"/>
                <a:gd name="csX86" fmla="*/ 9549 w 9851"/>
                <a:gd name="csY86" fmla="*/ 568 h 9716"/>
                <a:gd name="csX87" fmla="*/ 9701 w 9851"/>
                <a:gd name="csY87" fmla="*/ 283 h 9716"/>
                <a:gd name="csX88" fmla="*/ 9851 w 9851"/>
                <a:gd name="csY88" fmla="*/ 0 h 9716"/>
                <a:gd name="csX0" fmla="*/ 0 w 9848"/>
                <a:gd name="csY0" fmla="*/ 5060 h 9709"/>
                <a:gd name="csX1" fmla="*/ 44 w 9848"/>
                <a:gd name="csY1" fmla="*/ 5303 h 9709"/>
                <a:gd name="csX2" fmla="*/ 89 w 9848"/>
                <a:gd name="csY2" fmla="*/ 5544 h 9709"/>
                <a:gd name="csX3" fmla="*/ 136 w 9848"/>
                <a:gd name="csY3" fmla="*/ 5777 h 9709"/>
                <a:gd name="csX4" fmla="*/ 185 w 9848"/>
                <a:gd name="csY4" fmla="*/ 6009 h 9709"/>
                <a:gd name="csX5" fmla="*/ 240 w 9848"/>
                <a:gd name="csY5" fmla="*/ 6234 h 9709"/>
                <a:gd name="csX6" fmla="*/ 291 w 9848"/>
                <a:gd name="csY6" fmla="*/ 6454 h 9709"/>
                <a:gd name="csX7" fmla="*/ 346 w 9848"/>
                <a:gd name="csY7" fmla="*/ 6667 h 9709"/>
                <a:gd name="csX8" fmla="*/ 407 w 9848"/>
                <a:gd name="csY8" fmla="*/ 6873 h 9709"/>
                <a:gd name="csX9" fmla="*/ 465 w 9848"/>
                <a:gd name="csY9" fmla="*/ 7075 h 9709"/>
                <a:gd name="csX10" fmla="*/ 526 w 9848"/>
                <a:gd name="csY10" fmla="*/ 7271 h 9709"/>
                <a:gd name="csX11" fmla="*/ 592 w 9848"/>
                <a:gd name="csY11" fmla="*/ 7457 h 9709"/>
                <a:gd name="csX12" fmla="*/ 658 w 9848"/>
                <a:gd name="csY12" fmla="*/ 7640 h 9709"/>
                <a:gd name="csX13" fmla="*/ 726 w 9848"/>
                <a:gd name="csY13" fmla="*/ 7816 h 9709"/>
                <a:gd name="csX14" fmla="*/ 796 w 9848"/>
                <a:gd name="csY14" fmla="*/ 7985 h 9709"/>
                <a:gd name="csX15" fmla="*/ 868 w 9848"/>
                <a:gd name="csY15" fmla="*/ 8145 h 9709"/>
                <a:gd name="csX16" fmla="*/ 942 w 9848"/>
                <a:gd name="csY16" fmla="*/ 8297 h 9709"/>
                <a:gd name="csX17" fmla="*/ 1019 w 9848"/>
                <a:gd name="csY17" fmla="*/ 8444 h 9709"/>
                <a:gd name="csX18" fmla="*/ 1095 w 9848"/>
                <a:gd name="csY18" fmla="*/ 8583 h 9709"/>
                <a:gd name="csX19" fmla="*/ 1177 w 9848"/>
                <a:gd name="csY19" fmla="*/ 8715 h 9709"/>
                <a:gd name="csX20" fmla="*/ 1257 w 9848"/>
                <a:gd name="csY20" fmla="*/ 8841 h 9709"/>
                <a:gd name="csX21" fmla="*/ 1343 w 9848"/>
                <a:gd name="csY21" fmla="*/ 8956 h 9709"/>
                <a:gd name="csX22" fmla="*/ 1426 w 9848"/>
                <a:gd name="csY22" fmla="*/ 9064 h 9709"/>
                <a:gd name="csX23" fmla="*/ 1516 w 9848"/>
                <a:gd name="csY23" fmla="*/ 9162 h 9709"/>
                <a:gd name="csX24" fmla="*/ 1604 w 9848"/>
                <a:gd name="csY24" fmla="*/ 9253 h 9709"/>
                <a:gd name="csX25" fmla="*/ 1694 w 9848"/>
                <a:gd name="csY25" fmla="*/ 9340 h 9709"/>
                <a:gd name="csX26" fmla="*/ 1788 w 9848"/>
                <a:gd name="csY26" fmla="*/ 9412 h 9709"/>
                <a:gd name="csX27" fmla="*/ 1882 w 9848"/>
                <a:gd name="csY27" fmla="*/ 9477 h 9709"/>
                <a:gd name="csX28" fmla="*/ 1978 w 9848"/>
                <a:gd name="csY28" fmla="*/ 9537 h 9709"/>
                <a:gd name="csX29" fmla="*/ 2075 w 9848"/>
                <a:gd name="csY29" fmla="*/ 9589 h 9709"/>
                <a:gd name="csX30" fmla="*/ 2177 w 9848"/>
                <a:gd name="csY30" fmla="*/ 9628 h 9709"/>
                <a:gd name="csX31" fmla="*/ 2278 w 9848"/>
                <a:gd name="csY31" fmla="*/ 9662 h 9709"/>
                <a:gd name="csX32" fmla="*/ 2381 w 9848"/>
                <a:gd name="csY32" fmla="*/ 9684 h 9709"/>
                <a:gd name="csX33" fmla="*/ 2486 w 9848"/>
                <a:gd name="csY33" fmla="*/ 9703 h 9709"/>
                <a:gd name="csX34" fmla="*/ 2594 w 9848"/>
                <a:gd name="csY34" fmla="*/ 9709 h 9709"/>
                <a:gd name="csX35" fmla="*/ 2700 w 9848"/>
                <a:gd name="csY35" fmla="*/ 9706 h 9709"/>
                <a:gd name="csX36" fmla="*/ 2809 w 9848"/>
                <a:gd name="csY36" fmla="*/ 9698 h 9709"/>
                <a:gd name="csX37" fmla="*/ 2923 w 9848"/>
                <a:gd name="csY37" fmla="*/ 9679 h 9709"/>
                <a:gd name="csX38" fmla="*/ 3035 w 9848"/>
                <a:gd name="csY38" fmla="*/ 9651 h 9709"/>
                <a:gd name="csX39" fmla="*/ 3148 w 9848"/>
                <a:gd name="csY39" fmla="*/ 9616 h 9709"/>
                <a:gd name="csX40" fmla="*/ 3265 w 9848"/>
                <a:gd name="csY40" fmla="*/ 9573 h 9709"/>
                <a:gd name="csX41" fmla="*/ 3381 w 9848"/>
                <a:gd name="csY41" fmla="*/ 9523 h 9709"/>
                <a:gd name="csX42" fmla="*/ 3499 w 9848"/>
                <a:gd name="csY42" fmla="*/ 9459 h 9709"/>
                <a:gd name="csX43" fmla="*/ 3618 w 9848"/>
                <a:gd name="csY43" fmla="*/ 9390 h 9709"/>
                <a:gd name="csX44" fmla="*/ 3741 w 9848"/>
                <a:gd name="csY44" fmla="*/ 9312 h 9709"/>
                <a:gd name="csX45" fmla="*/ 3864 w 9848"/>
                <a:gd name="csY45" fmla="*/ 9225 h 9709"/>
                <a:gd name="csX46" fmla="*/ 3988 w 9848"/>
                <a:gd name="csY46" fmla="*/ 9133 h 9709"/>
                <a:gd name="csX47" fmla="*/ 4114 w 9848"/>
                <a:gd name="csY47" fmla="*/ 9028 h 9709"/>
                <a:gd name="csX48" fmla="*/ 4239 w 9848"/>
                <a:gd name="csY48" fmla="*/ 8920 h 9709"/>
                <a:gd name="csX49" fmla="*/ 4367 w 9848"/>
                <a:gd name="csY49" fmla="*/ 8799 h 9709"/>
                <a:gd name="csX50" fmla="*/ 4496 w 9848"/>
                <a:gd name="csY50" fmla="*/ 8676 h 9709"/>
                <a:gd name="csX51" fmla="*/ 4626 w 9848"/>
                <a:gd name="csY51" fmla="*/ 8541 h 9709"/>
                <a:gd name="csX52" fmla="*/ 4759 w 9848"/>
                <a:gd name="csY52" fmla="*/ 8403 h 9709"/>
                <a:gd name="csX53" fmla="*/ 4891 w 9848"/>
                <a:gd name="csY53" fmla="*/ 8253 h 9709"/>
                <a:gd name="csX54" fmla="*/ 5023 w 9848"/>
                <a:gd name="csY54" fmla="*/ 8093 h 9709"/>
                <a:gd name="csX55" fmla="*/ 5158 w 9848"/>
                <a:gd name="csY55" fmla="*/ 7935 h 9709"/>
                <a:gd name="csX56" fmla="*/ 5294 w 9848"/>
                <a:gd name="csY56" fmla="*/ 7763 h 9709"/>
                <a:gd name="csX57" fmla="*/ 5432 w 9848"/>
                <a:gd name="csY57" fmla="*/ 7586 h 9709"/>
                <a:gd name="csX58" fmla="*/ 5570 w 9848"/>
                <a:gd name="csY58" fmla="*/ 7399 h 9709"/>
                <a:gd name="csX59" fmla="*/ 5708 w 9848"/>
                <a:gd name="csY59" fmla="*/ 7210 h 9709"/>
                <a:gd name="csX60" fmla="*/ 5848 w 9848"/>
                <a:gd name="csY60" fmla="*/ 7012 h 9709"/>
                <a:gd name="csX61" fmla="*/ 5988 w 9848"/>
                <a:gd name="csY61" fmla="*/ 6812 h 9709"/>
                <a:gd name="csX62" fmla="*/ 6128 w 9848"/>
                <a:gd name="csY62" fmla="*/ 6601 h 9709"/>
                <a:gd name="csX63" fmla="*/ 6270 w 9848"/>
                <a:gd name="csY63" fmla="*/ 6388 h 9709"/>
                <a:gd name="csX64" fmla="*/ 6412 w 9848"/>
                <a:gd name="csY64" fmla="*/ 6165 h 9709"/>
                <a:gd name="csX65" fmla="*/ 6556 w 9848"/>
                <a:gd name="csY65" fmla="*/ 5940 h 9709"/>
                <a:gd name="csX66" fmla="*/ 6702 w 9848"/>
                <a:gd name="csY66" fmla="*/ 5708 h 9709"/>
                <a:gd name="csX67" fmla="*/ 6845 w 9848"/>
                <a:gd name="csY67" fmla="*/ 5472 h 9709"/>
                <a:gd name="csX68" fmla="*/ 6992 w 9848"/>
                <a:gd name="csY68" fmla="*/ 5225 h 9709"/>
                <a:gd name="csX69" fmla="*/ 7139 w 9848"/>
                <a:gd name="csY69" fmla="*/ 4980 h 9709"/>
                <a:gd name="csX70" fmla="*/ 7286 w 9848"/>
                <a:gd name="csY70" fmla="*/ 4730 h 9709"/>
                <a:gd name="csX71" fmla="*/ 7434 w 9848"/>
                <a:gd name="csY71" fmla="*/ 4474 h 9709"/>
                <a:gd name="csX72" fmla="*/ 7583 w 9848"/>
                <a:gd name="csY72" fmla="*/ 4216 h 9709"/>
                <a:gd name="csX73" fmla="*/ 7730 w 9848"/>
                <a:gd name="csY73" fmla="*/ 3951 h 9709"/>
                <a:gd name="csX74" fmla="*/ 7881 w 9848"/>
                <a:gd name="csY74" fmla="*/ 3687 h 9709"/>
                <a:gd name="csX75" fmla="*/ 8031 w 9848"/>
                <a:gd name="csY75" fmla="*/ 3414 h 9709"/>
                <a:gd name="csX76" fmla="*/ 8180 w 9848"/>
                <a:gd name="csY76" fmla="*/ 3141 h 9709"/>
                <a:gd name="csX77" fmla="*/ 8330 w 9848"/>
                <a:gd name="csY77" fmla="*/ 2868 h 9709"/>
                <a:gd name="csX78" fmla="*/ 8481 w 9848"/>
                <a:gd name="csY78" fmla="*/ 2589 h 9709"/>
                <a:gd name="csX79" fmla="*/ 8632 w 9848"/>
                <a:gd name="csY79" fmla="*/ 2309 h 9709"/>
                <a:gd name="csX80" fmla="*/ 8784 w 9848"/>
                <a:gd name="csY80" fmla="*/ 2024 h 9709"/>
                <a:gd name="csX81" fmla="*/ 8935 w 9848"/>
                <a:gd name="csY81" fmla="*/ 1739 h 9709"/>
                <a:gd name="csX82" fmla="*/ 9084 w 9848"/>
                <a:gd name="csY82" fmla="*/ 1453 h 9709"/>
                <a:gd name="csX83" fmla="*/ 9238 w 9848"/>
                <a:gd name="csY83" fmla="*/ 1162 h 9709"/>
                <a:gd name="csX84" fmla="*/ 9389 w 9848"/>
                <a:gd name="csY84" fmla="*/ 874 h 9709"/>
                <a:gd name="csX85" fmla="*/ 9542 w 9848"/>
                <a:gd name="csY85" fmla="*/ 582 h 9709"/>
                <a:gd name="csX86" fmla="*/ 9693 w 9848"/>
                <a:gd name="csY86" fmla="*/ 294 h 9709"/>
                <a:gd name="csX87" fmla="*/ 9848 w 9848"/>
                <a:gd name="csY87" fmla="*/ 0 h 9709"/>
                <a:gd name="csX0" fmla="*/ 0 w 9843"/>
                <a:gd name="csY0" fmla="*/ 4909 h 9697"/>
                <a:gd name="csX1" fmla="*/ 45 w 9843"/>
                <a:gd name="csY1" fmla="*/ 5159 h 9697"/>
                <a:gd name="csX2" fmla="*/ 90 w 9843"/>
                <a:gd name="csY2" fmla="*/ 5407 h 9697"/>
                <a:gd name="csX3" fmla="*/ 138 w 9843"/>
                <a:gd name="csY3" fmla="*/ 5647 h 9697"/>
                <a:gd name="csX4" fmla="*/ 188 w 9843"/>
                <a:gd name="csY4" fmla="*/ 5886 h 9697"/>
                <a:gd name="csX5" fmla="*/ 244 w 9843"/>
                <a:gd name="csY5" fmla="*/ 6118 h 9697"/>
                <a:gd name="csX6" fmla="*/ 295 w 9843"/>
                <a:gd name="csY6" fmla="*/ 6344 h 9697"/>
                <a:gd name="csX7" fmla="*/ 351 w 9843"/>
                <a:gd name="csY7" fmla="*/ 6564 h 9697"/>
                <a:gd name="csX8" fmla="*/ 413 w 9843"/>
                <a:gd name="csY8" fmla="*/ 6776 h 9697"/>
                <a:gd name="csX9" fmla="*/ 472 w 9843"/>
                <a:gd name="csY9" fmla="*/ 6984 h 9697"/>
                <a:gd name="csX10" fmla="*/ 534 w 9843"/>
                <a:gd name="csY10" fmla="*/ 7186 h 9697"/>
                <a:gd name="csX11" fmla="*/ 601 w 9843"/>
                <a:gd name="csY11" fmla="*/ 7378 h 9697"/>
                <a:gd name="csX12" fmla="*/ 668 w 9843"/>
                <a:gd name="csY12" fmla="*/ 7566 h 9697"/>
                <a:gd name="csX13" fmla="*/ 737 w 9843"/>
                <a:gd name="csY13" fmla="*/ 7747 h 9697"/>
                <a:gd name="csX14" fmla="*/ 808 w 9843"/>
                <a:gd name="csY14" fmla="*/ 7921 h 9697"/>
                <a:gd name="csX15" fmla="*/ 881 w 9843"/>
                <a:gd name="csY15" fmla="*/ 8086 h 9697"/>
                <a:gd name="csX16" fmla="*/ 957 w 9843"/>
                <a:gd name="csY16" fmla="*/ 8243 h 9697"/>
                <a:gd name="csX17" fmla="*/ 1035 w 9843"/>
                <a:gd name="csY17" fmla="*/ 8394 h 9697"/>
                <a:gd name="csX18" fmla="*/ 1112 w 9843"/>
                <a:gd name="csY18" fmla="*/ 8537 h 9697"/>
                <a:gd name="csX19" fmla="*/ 1195 w 9843"/>
                <a:gd name="csY19" fmla="*/ 8673 h 9697"/>
                <a:gd name="csX20" fmla="*/ 1276 w 9843"/>
                <a:gd name="csY20" fmla="*/ 8803 h 9697"/>
                <a:gd name="csX21" fmla="*/ 1364 w 9843"/>
                <a:gd name="csY21" fmla="*/ 8921 h 9697"/>
                <a:gd name="csX22" fmla="*/ 1448 w 9843"/>
                <a:gd name="csY22" fmla="*/ 9033 h 9697"/>
                <a:gd name="csX23" fmla="*/ 1539 w 9843"/>
                <a:gd name="csY23" fmla="*/ 9134 h 9697"/>
                <a:gd name="csX24" fmla="*/ 1629 w 9843"/>
                <a:gd name="csY24" fmla="*/ 9227 h 9697"/>
                <a:gd name="csX25" fmla="*/ 1720 w 9843"/>
                <a:gd name="csY25" fmla="*/ 9317 h 9697"/>
                <a:gd name="csX26" fmla="*/ 1816 w 9843"/>
                <a:gd name="csY26" fmla="*/ 9391 h 9697"/>
                <a:gd name="csX27" fmla="*/ 1911 w 9843"/>
                <a:gd name="csY27" fmla="*/ 9458 h 9697"/>
                <a:gd name="csX28" fmla="*/ 2009 w 9843"/>
                <a:gd name="csY28" fmla="*/ 9520 h 9697"/>
                <a:gd name="csX29" fmla="*/ 2107 w 9843"/>
                <a:gd name="csY29" fmla="*/ 9573 h 9697"/>
                <a:gd name="csX30" fmla="*/ 2211 w 9843"/>
                <a:gd name="csY30" fmla="*/ 9614 h 9697"/>
                <a:gd name="csX31" fmla="*/ 2313 w 9843"/>
                <a:gd name="csY31" fmla="*/ 9649 h 9697"/>
                <a:gd name="csX32" fmla="*/ 2418 w 9843"/>
                <a:gd name="csY32" fmla="*/ 9671 h 9697"/>
                <a:gd name="csX33" fmla="*/ 2524 w 9843"/>
                <a:gd name="csY33" fmla="*/ 9691 h 9697"/>
                <a:gd name="csX34" fmla="*/ 2634 w 9843"/>
                <a:gd name="csY34" fmla="*/ 9697 h 9697"/>
                <a:gd name="csX35" fmla="*/ 2742 w 9843"/>
                <a:gd name="csY35" fmla="*/ 9694 h 9697"/>
                <a:gd name="csX36" fmla="*/ 2852 w 9843"/>
                <a:gd name="csY36" fmla="*/ 9686 h 9697"/>
                <a:gd name="csX37" fmla="*/ 2968 w 9843"/>
                <a:gd name="csY37" fmla="*/ 9666 h 9697"/>
                <a:gd name="csX38" fmla="*/ 3082 w 9843"/>
                <a:gd name="csY38" fmla="*/ 9637 h 9697"/>
                <a:gd name="csX39" fmla="*/ 3197 w 9843"/>
                <a:gd name="csY39" fmla="*/ 9601 h 9697"/>
                <a:gd name="csX40" fmla="*/ 3315 w 9843"/>
                <a:gd name="csY40" fmla="*/ 9557 h 9697"/>
                <a:gd name="csX41" fmla="*/ 3433 w 9843"/>
                <a:gd name="csY41" fmla="*/ 9505 h 9697"/>
                <a:gd name="csX42" fmla="*/ 3553 w 9843"/>
                <a:gd name="csY42" fmla="*/ 9440 h 9697"/>
                <a:gd name="csX43" fmla="*/ 3674 w 9843"/>
                <a:gd name="csY43" fmla="*/ 9368 h 9697"/>
                <a:gd name="csX44" fmla="*/ 3799 w 9843"/>
                <a:gd name="csY44" fmla="*/ 9288 h 9697"/>
                <a:gd name="csX45" fmla="*/ 3924 w 9843"/>
                <a:gd name="csY45" fmla="*/ 9198 h 9697"/>
                <a:gd name="csX46" fmla="*/ 4050 w 9843"/>
                <a:gd name="csY46" fmla="*/ 9104 h 9697"/>
                <a:gd name="csX47" fmla="*/ 4177 w 9843"/>
                <a:gd name="csY47" fmla="*/ 8996 h 9697"/>
                <a:gd name="csX48" fmla="*/ 4304 w 9843"/>
                <a:gd name="csY48" fmla="*/ 8884 h 9697"/>
                <a:gd name="csX49" fmla="*/ 4434 w 9843"/>
                <a:gd name="csY49" fmla="*/ 8760 h 9697"/>
                <a:gd name="csX50" fmla="*/ 4565 w 9843"/>
                <a:gd name="csY50" fmla="*/ 8633 h 9697"/>
                <a:gd name="csX51" fmla="*/ 4697 w 9843"/>
                <a:gd name="csY51" fmla="*/ 8494 h 9697"/>
                <a:gd name="csX52" fmla="*/ 4832 w 9843"/>
                <a:gd name="csY52" fmla="*/ 8352 h 9697"/>
                <a:gd name="csX53" fmla="*/ 4966 w 9843"/>
                <a:gd name="csY53" fmla="*/ 8197 h 9697"/>
                <a:gd name="csX54" fmla="*/ 5101 w 9843"/>
                <a:gd name="csY54" fmla="*/ 8033 h 9697"/>
                <a:gd name="csX55" fmla="*/ 5238 w 9843"/>
                <a:gd name="csY55" fmla="*/ 7870 h 9697"/>
                <a:gd name="csX56" fmla="*/ 5376 w 9843"/>
                <a:gd name="csY56" fmla="*/ 7693 h 9697"/>
                <a:gd name="csX57" fmla="*/ 5516 w 9843"/>
                <a:gd name="csY57" fmla="*/ 7510 h 9697"/>
                <a:gd name="csX58" fmla="*/ 5656 w 9843"/>
                <a:gd name="csY58" fmla="*/ 7318 h 9697"/>
                <a:gd name="csX59" fmla="*/ 5796 w 9843"/>
                <a:gd name="csY59" fmla="*/ 7123 h 9697"/>
                <a:gd name="csX60" fmla="*/ 5938 w 9843"/>
                <a:gd name="csY60" fmla="*/ 6919 h 9697"/>
                <a:gd name="csX61" fmla="*/ 6080 w 9843"/>
                <a:gd name="csY61" fmla="*/ 6713 h 9697"/>
                <a:gd name="csX62" fmla="*/ 6223 w 9843"/>
                <a:gd name="csY62" fmla="*/ 6496 h 9697"/>
                <a:gd name="csX63" fmla="*/ 6367 w 9843"/>
                <a:gd name="csY63" fmla="*/ 6276 h 9697"/>
                <a:gd name="csX64" fmla="*/ 6511 w 9843"/>
                <a:gd name="csY64" fmla="*/ 6047 h 9697"/>
                <a:gd name="csX65" fmla="*/ 6657 w 9843"/>
                <a:gd name="csY65" fmla="*/ 5815 h 9697"/>
                <a:gd name="csX66" fmla="*/ 6805 w 9843"/>
                <a:gd name="csY66" fmla="*/ 5576 h 9697"/>
                <a:gd name="csX67" fmla="*/ 6951 w 9843"/>
                <a:gd name="csY67" fmla="*/ 5333 h 9697"/>
                <a:gd name="csX68" fmla="*/ 7100 w 9843"/>
                <a:gd name="csY68" fmla="*/ 5079 h 9697"/>
                <a:gd name="csX69" fmla="*/ 7249 w 9843"/>
                <a:gd name="csY69" fmla="*/ 4826 h 9697"/>
                <a:gd name="csX70" fmla="*/ 7398 w 9843"/>
                <a:gd name="csY70" fmla="*/ 4569 h 9697"/>
                <a:gd name="csX71" fmla="*/ 7549 w 9843"/>
                <a:gd name="csY71" fmla="*/ 4305 h 9697"/>
                <a:gd name="csX72" fmla="*/ 7700 w 9843"/>
                <a:gd name="csY72" fmla="*/ 4039 h 9697"/>
                <a:gd name="csX73" fmla="*/ 7849 w 9843"/>
                <a:gd name="csY73" fmla="*/ 3766 h 9697"/>
                <a:gd name="csX74" fmla="*/ 8003 w 9843"/>
                <a:gd name="csY74" fmla="*/ 3495 h 9697"/>
                <a:gd name="csX75" fmla="*/ 8155 w 9843"/>
                <a:gd name="csY75" fmla="*/ 3213 h 9697"/>
                <a:gd name="csX76" fmla="*/ 8306 w 9843"/>
                <a:gd name="csY76" fmla="*/ 2932 h 9697"/>
                <a:gd name="csX77" fmla="*/ 8459 w 9843"/>
                <a:gd name="csY77" fmla="*/ 2651 h 9697"/>
                <a:gd name="csX78" fmla="*/ 8612 w 9843"/>
                <a:gd name="csY78" fmla="*/ 2364 h 9697"/>
                <a:gd name="csX79" fmla="*/ 8765 w 9843"/>
                <a:gd name="csY79" fmla="*/ 2075 h 9697"/>
                <a:gd name="csX80" fmla="*/ 8920 w 9843"/>
                <a:gd name="csY80" fmla="*/ 1782 h 9697"/>
                <a:gd name="csX81" fmla="*/ 9073 w 9843"/>
                <a:gd name="csY81" fmla="*/ 1488 h 9697"/>
                <a:gd name="csX82" fmla="*/ 9224 w 9843"/>
                <a:gd name="csY82" fmla="*/ 1194 h 9697"/>
                <a:gd name="csX83" fmla="*/ 9381 w 9843"/>
                <a:gd name="csY83" fmla="*/ 894 h 9697"/>
                <a:gd name="csX84" fmla="*/ 9534 w 9843"/>
                <a:gd name="csY84" fmla="*/ 597 h 9697"/>
                <a:gd name="csX85" fmla="*/ 9689 w 9843"/>
                <a:gd name="csY85" fmla="*/ 296 h 9697"/>
                <a:gd name="csX86" fmla="*/ 9843 w 9843"/>
                <a:gd name="csY86" fmla="*/ 0 h 9697"/>
                <a:gd name="csX0" fmla="*/ 0 w 9844"/>
                <a:gd name="csY0" fmla="*/ 4757 h 9695"/>
                <a:gd name="csX1" fmla="*/ 46 w 9844"/>
                <a:gd name="csY1" fmla="*/ 5015 h 9695"/>
                <a:gd name="csX2" fmla="*/ 91 w 9844"/>
                <a:gd name="csY2" fmla="*/ 5271 h 9695"/>
                <a:gd name="csX3" fmla="*/ 140 w 9844"/>
                <a:gd name="csY3" fmla="*/ 5518 h 9695"/>
                <a:gd name="csX4" fmla="*/ 191 w 9844"/>
                <a:gd name="csY4" fmla="*/ 5765 h 9695"/>
                <a:gd name="csX5" fmla="*/ 248 w 9844"/>
                <a:gd name="csY5" fmla="*/ 6004 h 9695"/>
                <a:gd name="csX6" fmla="*/ 300 w 9844"/>
                <a:gd name="csY6" fmla="*/ 6237 h 9695"/>
                <a:gd name="csX7" fmla="*/ 357 w 9844"/>
                <a:gd name="csY7" fmla="*/ 6464 h 9695"/>
                <a:gd name="csX8" fmla="*/ 420 w 9844"/>
                <a:gd name="csY8" fmla="*/ 6683 h 9695"/>
                <a:gd name="csX9" fmla="*/ 480 w 9844"/>
                <a:gd name="csY9" fmla="*/ 6897 h 9695"/>
                <a:gd name="csX10" fmla="*/ 543 w 9844"/>
                <a:gd name="csY10" fmla="*/ 7106 h 9695"/>
                <a:gd name="csX11" fmla="*/ 611 w 9844"/>
                <a:gd name="csY11" fmla="*/ 7304 h 9695"/>
                <a:gd name="csX12" fmla="*/ 679 w 9844"/>
                <a:gd name="csY12" fmla="*/ 7497 h 9695"/>
                <a:gd name="csX13" fmla="*/ 749 w 9844"/>
                <a:gd name="csY13" fmla="*/ 7684 h 9695"/>
                <a:gd name="csX14" fmla="*/ 821 w 9844"/>
                <a:gd name="csY14" fmla="*/ 7864 h 9695"/>
                <a:gd name="csX15" fmla="*/ 895 w 9844"/>
                <a:gd name="csY15" fmla="*/ 8034 h 9695"/>
                <a:gd name="csX16" fmla="*/ 972 w 9844"/>
                <a:gd name="csY16" fmla="*/ 8196 h 9695"/>
                <a:gd name="csX17" fmla="*/ 1052 w 9844"/>
                <a:gd name="csY17" fmla="*/ 8351 h 9695"/>
                <a:gd name="csX18" fmla="*/ 1130 w 9844"/>
                <a:gd name="csY18" fmla="*/ 8499 h 9695"/>
                <a:gd name="csX19" fmla="*/ 1214 w 9844"/>
                <a:gd name="csY19" fmla="*/ 8639 h 9695"/>
                <a:gd name="csX20" fmla="*/ 1296 w 9844"/>
                <a:gd name="csY20" fmla="*/ 8773 h 9695"/>
                <a:gd name="csX21" fmla="*/ 1386 w 9844"/>
                <a:gd name="csY21" fmla="*/ 8895 h 9695"/>
                <a:gd name="csX22" fmla="*/ 1471 w 9844"/>
                <a:gd name="csY22" fmla="*/ 9010 h 9695"/>
                <a:gd name="csX23" fmla="*/ 1564 w 9844"/>
                <a:gd name="csY23" fmla="*/ 9114 h 9695"/>
                <a:gd name="csX24" fmla="*/ 1655 w 9844"/>
                <a:gd name="csY24" fmla="*/ 9210 h 9695"/>
                <a:gd name="csX25" fmla="*/ 1747 w 9844"/>
                <a:gd name="csY25" fmla="*/ 9303 h 9695"/>
                <a:gd name="csX26" fmla="*/ 1845 w 9844"/>
                <a:gd name="csY26" fmla="*/ 9379 h 9695"/>
                <a:gd name="csX27" fmla="*/ 1941 w 9844"/>
                <a:gd name="csY27" fmla="*/ 9449 h 9695"/>
                <a:gd name="csX28" fmla="*/ 2041 w 9844"/>
                <a:gd name="csY28" fmla="*/ 9512 h 9695"/>
                <a:gd name="csX29" fmla="*/ 2141 w 9844"/>
                <a:gd name="csY29" fmla="*/ 9567 h 9695"/>
                <a:gd name="csX30" fmla="*/ 2246 w 9844"/>
                <a:gd name="csY30" fmla="*/ 9609 h 9695"/>
                <a:gd name="csX31" fmla="*/ 2350 w 9844"/>
                <a:gd name="csY31" fmla="*/ 9646 h 9695"/>
                <a:gd name="csX32" fmla="*/ 2457 w 9844"/>
                <a:gd name="csY32" fmla="*/ 9668 h 9695"/>
                <a:gd name="csX33" fmla="*/ 2564 w 9844"/>
                <a:gd name="csY33" fmla="*/ 9689 h 9695"/>
                <a:gd name="csX34" fmla="*/ 2676 w 9844"/>
                <a:gd name="csY34" fmla="*/ 9695 h 9695"/>
                <a:gd name="csX35" fmla="*/ 2786 w 9844"/>
                <a:gd name="csY35" fmla="*/ 9692 h 9695"/>
                <a:gd name="csX36" fmla="*/ 2897 w 9844"/>
                <a:gd name="csY36" fmla="*/ 9684 h 9695"/>
                <a:gd name="csX37" fmla="*/ 3015 w 9844"/>
                <a:gd name="csY37" fmla="*/ 9663 h 9695"/>
                <a:gd name="csX38" fmla="*/ 3131 w 9844"/>
                <a:gd name="csY38" fmla="*/ 9633 h 9695"/>
                <a:gd name="csX39" fmla="*/ 3248 w 9844"/>
                <a:gd name="csY39" fmla="*/ 9596 h 9695"/>
                <a:gd name="csX40" fmla="*/ 3368 w 9844"/>
                <a:gd name="csY40" fmla="*/ 9551 h 9695"/>
                <a:gd name="csX41" fmla="*/ 3488 w 9844"/>
                <a:gd name="csY41" fmla="*/ 9497 h 9695"/>
                <a:gd name="csX42" fmla="*/ 3610 w 9844"/>
                <a:gd name="csY42" fmla="*/ 9430 h 9695"/>
                <a:gd name="csX43" fmla="*/ 3733 w 9844"/>
                <a:gd name="csY43" fmla="*/ 9356 h 9695"/>
                <a:gd name="csX44" fmla="*/ 3860 w 9844"/>
                <a:gd name="csY44" fmla="*/ 9273 h 9695"/>
                <a:gd name="csX45" fmla="*/ 3987 w 9844"/>
                <a:gd name="csY45" fmla="*/ 9180 h 9695"/>
                <a:gd name="csX46" fmla="*/ 4115 w 9844"/>
                <a:gd name="csY46" fmla="*/ 9083 h 9695"/>
                <a:gd name="csX47" fmla="*/ 4244 w 9844"/>
                <a:gd name="csY47" fmla="*/ 8972 h 9695"/>
                <a:gd name="csX48" fmla="*/ 4373 w 9844"/>
                <a:gd name="csY48" fmla="*/ 8857 h 9695"/>
                <a:gd name="csX49" fmla="*/ 4505 w 9844"/>
                <a:gd name="csY49" fmla="*/ 8729 h 9695"/>
                <a:gd name="csX50" fmla="*/ 4638 w 9844"/>
                <a:gd name="csY50" fmla="*/ 8598 h 9695"/>
                <a:gd name="csX51" fmla="*/ 4772 w 9844"/>
                <a:gd name="csY51" fmla="*/ 8454 h 9695"/>
                <a:gd name="csX52" fmla="*/ 4909 w 9844"/>
                <a:gd name="csY52" fmla="*/ 8308 h 9695"/>
                <a:gd name="csX53" fmla="*/ 5045 w 9844"/>
                <a:gd name="csY53" fmla="*/ 8148 h 9695"/>
                <a:gd name="csX54" fmla="*/ 5182 w 9844"/>
                <a:gd name="csY54" fmla="*/ 7979 h 9695"/>
                <a:gd name="csX55" fmla="*/ 5322 w 9844"/>
                <a:gd name="csY55" fmla="*/ 7811 h 9695"/>
                <a:gd name="csX56" fmla="*/ 5462 w 9844"/>
                <a:gd name="csY56" fmla="*/ 7628 h 9695"/>
                <a:gd name="csX57" fmla="*/ 5604 w 9844"/>
                <a:gd name="csY57" fmla="*/ 7440 h 9695"/>
                <a:gd name="csX58" fmla="*/ 5746 w 9844"/>
                <a:gd name="csY58" fmla="*/ 7242 h 9695"/>
                <a:gd name="csX59" fmla="*/ 5888 w 9844"/>
                <a:gd name="csY59" fmla="*/ 7041 h 9695"/>
                <a:gd name="csX60" fmla="*/ 6033 w 9844"/>
                <a:gd name="csY60" fmla="*/ 6830 h 9695"/>
                <a:gd name="csX61" fmla="*/ 6177 w 9844"/>
                <a:gd name="csY61" fmla="*/ 6618 h 9695"/>
                <a:gd name="csX62" fmla="*/ 6322 w 9844"/>
                <a:gd name="csY62" fmla="*/ 6394 h 9695"/>
                <a:gd name="csX63" fmla="*/ 6469 w 9844"/>
                <a:gd name="csY63" fmla="*/ 6167 h 9695"/>
                <a:gd name="csX64" fmla="*/ 6615 w 9844"/>
                <a:gd name="csY64" fmla="*/ 5931 h 9695"/>
                <a:gd name="csX65" fmla="*/ 6763 w 9844"/>
                <a:gd name="csY65" fmla="*/ 5692 h 9695"/>
                <a:gd name="csX66" fmla="*/ 6914 w 9844"/>
                <a:gd name="csY66" fmla="*/ 5445 h 9695"/>
                <a:gd name="csX67" fmla="*/ 7062 w 9844"/>
                <a:gd name="csY67" fmla="*/ 5195 h 9695"/>
                <a:gd name="csX68" fmla="*/ 7213 w 9844"/>
                <a:gd name="csY68" fmla="*/ 4933 h 9695"/>
                <a:gd name="csX69" fmla="*/ 7365 w 9844"/>
                <a:gd name="csY69" fmla="*/ 4672 h 9695"/>
                <a:gd name="csX70" fmla="*/ 7516 w 9844"/>
                <a:gd name="csY70" fmla="*/ 4407 h 9695"/>
                <a:gd name="csX71" fmla="*/ 7669 w 9844"/>
                <a:gd name="csY71" fmla="*/ 4135 h 9695"/>
                <a:gd name="csX72" fmla="*/ 7823 w 9844"/>
                <a:gd name="csY72" fmla="*/ 3860 h 9695"/>
                <a:gd name="csX73" fmla="*/ 7974 w 9844"/>
                <a:gd name="csY73" fmla="*/ 3579 h 9695"/>
                <a:gd name="csX74" fmla="*/ 8131 w 9844"/>
                <a:gd name="csY74" fmla="*/ 3299 h 9695"/>
                <a:gd name="csX75" fmla="*/ 8285 w 9844"/>
                <a:gd name="csY75" fmla="*/ 3008 h 9695"/>
                <a:gd name="csX76" fmla="*/ 8438 w 9844"/>
                <a:gd name="csY76" fmla="*/ 2719 h 9695"/>
                <a:gd name="csX77" fmla="*/ 8594 w 9844"/>
                <a:gd name="csY77" fmla="*/ 2429 h 9695"/>
                <a:gd name="csX78" fmla="*/ 8749 w 9844"/>
                <a:gd name="csY78" fmla="*/ 2133 h 9695"/>
                <a:gd name="csX79" fmla="*/ 8905 w 9844"/>
                <a:gd name="csY79" fmla="*/ 1835 h 9695"/>
                <a:gd name="csX80" fmla="*/ 9062 w 9844"/>
                <a:gd name="csY80" fmla="*/ 1533 h 9695"/>
                <a:gd name="csX81" fmla="*/ 9218 w 9844"/>
                <a:gd name="csY81" fmla="*/ 1229 h 9695"/>
                <a:gd name="csX82" fmla="*/ 9371 w 9844"/>
                <a:gd name="csY82" fmla="*/ 926 h 9695"/>
                <a:gd name="csX83" fmla="*/ 9531 w 9844"/>
                <a:gd name="csY83" fmla="*/ 617 h 9695"/>
                <a:gd name="csX84" fmla="*/ 9686 w 9844"/>
                <a:gd name="csY84" fmla="*/ 311 h 9695"/>
                <a:gd name="csX85" fmla="*/ 9844 w 9844"/>
                <a:gd name="csY85" fmla="*/ 0 h 96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</a:cxnLst>
              <a:rect l="l" t="t" r="r" b="b"/>
              <a:pathLst>
                <a:path w="9844" h="9695">
                  <a:moveTo>
                    <a:pt x="0" y="4757"/>
                  </a:moveTo>
                  <a:cubicBezTo>
                    <a:pt x="14" y="4843"/>
                    <a:pt x="28" y="4930"/>
                    <a:pt x="46" y="5015"/>
                  </a:cubicBezTo>
                  <a:cubicBezTo>
                    <a:pt x="61" y="5100"/>
                    <a:pt x="76" y="5186"/>
                    <a:pt x="91" y="5271"/>
                  </a:cubicBezTo>
                  <a:cubicBezTo>
                    <a:pt x="110" y="5354"/>
                    <a:pt x="125" y="5436"/>
                    <a:pt x="140" y="5518"/>
                  </a:cubicBezTo>
                  <a:cubicBezTo>
                    <a:pt x="156" y="5601"/>
                    <a:pt x="173" y="5683"/>
                    <a:pt x="191" y="5765"/>
                  </a:cubicBezTo>
                  <a:cubicBezTo>
                    <a:pt x="209" y="5844"/>
                    <a:pt x="227" y="5925"/>
                    <a:pt x="248" y="6004"/>
                  </a:cubicBezTo>
                  <a:cubicBezTo>
                    <a:pt x="265" y="6082"/>
                    <a:pt x="282" y="6160"/>
                    <a:pt x="300" y="6237"/>
                  </a:cubicBezTo>
                  <a:cubicBezTo>
                    <a:pt x="321" y="6314"/>
                    <a:pt x="338" y="6389"/>
                    <a:pt x="357" y="6464"/>
                  </a:cubicBezTo>
                  <a:lnTo>
                    <a:pt x="420" y="6683"/>
                  </a:lnTo>
                  <a:cubicBezTo>
                    <a:pt x="440" y="6754"/>
                    <a:pt x="460" y="6826"/>
                    <a:pt x="480" y="6897"/>
                  </a:cubicBezTo>
                  <a:cubicBezTo>
                    <a:pt x="500" y="6966"/>
                    <a:pt x="521" y="7035"/>
                    <a:pt x="543" y="7106"/>
                  </a:cubicBezTo>
                  <a:cubicBezTo>
                    <a:pt x="564" y="7173"/>
                    <a:pt x="587" y="7237"/>
                    <a:pt x="611" y="7304"/>
                  </a:cubicBezTo>
                  <a:cubicBezTo>
                    <a:pt x="632" y="7367"/>
                    <a:pt x="655" y="7431"/>
                    <a:pt x="679" y="7497"/>
                  </a:cubicBezTo>
                  <a:cubicBezTo>
                    <a:pt x="701" y="7560"/>
                    <a:pt x="724" y="7623"/>
                    <a:pt x="749" y="7684"/>
                  </a:cubicBezTo>
                  <a:cubicBezTo>
                    <a:pt x="773" y="7745"/>
                    <a:pt x="795" y="7804"/>
                    <a:pt x="821" y="7864"/>
                  </a:cubicBezTo>
                  <a:cubicBezTo>
                    <a:pt x="845" y="7920"/>
                    <a:pt x="871" y="7978"/>
                    <a:pt x="895" y="8034"/>
                  </a:cubicBezTo>
                  <a:cubicBezTo>
                    <a:pt x="920" y="8087"/>
                    <a:pt x="947" y="8141"/>
                    <a:pt x="972" y="8196"/>
                  </a:cubicBezTo>
                  <a:cubicBezTo>
                    <a:pt x="998" y="8247"/>
                    <a:pt x="1025" y="8301"/>
                    <a:pt x="1052" y="8351"/>
                  </a:cubicBezTo>
                  <a:cubicBezTo>
                    <a:pt x="1077" y="8400"/>
                    <a:pt x="1104" y="8450"/>
                    <a:pt x="1130" y="8499"/>
                  </a:cubicBezTo>
                  <a:cubicBezTo>
                    <a:pt x="1157" y="8546"/>
                    <a:pt x="1187" y="8593"/>
                    <a:pt x="1214" y="8639"/>
                  </a:cubicBezTo>
                  <a:cubicBezTo>
                    <a:pt x="1243" y="8683"/>
                    <a:pt x="1269" y="8729"/>
                    <a:pt x="1296" y="8773"/>
                  </a:cubicBezTo>
                  <a:cubicBezTo>
                    <a:pt x="1327" y="8813"/>
                    <a:pt x="1355" y="8855"/>
                    <a:pt x="1386" y="8895"/>
                  </a:cubicBezTo>
                  <a:cubicBezTo>
                    <a:pt x="1413" y="8934"/>
                    <a:pt x="1444" y="8972"/>
                    <a:pt x="1471" y="9010"/>
                  </a:cubicBezTo>
                  <a:cubicBezTo>
                    <a:pt x="1502" y="9045"/>
                    <a:pt x="1533" y="9081"/>
                    <a:pt x="1564" y="9114"/>
                  </a:cubicBezTo>
                  <a:cubicBezTo>
                    <a:pt x="1594" y="9146"/>
                    <a:pt x="1623" y="9178"/>
                    <a:pt x="1655" y="9210"/>
                  </a:cubicBezTo>
                  <a:cubicBezTo>
                    <a:pt x="1685" y="9241"/>
                    <a:pt x="1717" y="9272"/>
                    <a:pt x="1747" y="9303"/>
                  </a:cubicBezTo>
                  <a:cubicBezTo>
                    <a:pt x="1780" y="9329"/>
                    <a:pt x="1812" y="9353"/>
                    <a:pt x="1845" y="9379"/>
                  </a:cubicBezTo>
                  <a:cubicBezTo>
                    <a:pt x="1876" y="9403"/>
                    <a:pt x="1910" y="9425"/>
                    <a:pt x="1941" y="9449"/>
                  </a:cubicBezTo>
                  <a:cubicBezTo>
                    <a:pt x="1976" y="9470"/>
                    <a:pt x="2008" y="9492"/>
                    <a:pt x="2041" y="9512"/>
                  </a:cubicBezTo>
                  <a:lnTo>
                    <a:pt x="2141" y="9567"/>
                  </a:lnTo>
                  <a:cubicBezTo>
                    <a:pt x="2176" y="9581"/>
                    <a:pt x="2211" y="9594"/>
                    <a:pt x="2246" y="9609"/>
                  </a:cubicBezTo>
                  <a:cubicBezTo>
                    <a:pt x="2281" y="9621"/>
                    <a:pt x="2315" y="9633"/>
                    <a:pt x="2350" y="9646"/>
                  </a:cubicBezTo>
                  <a:cubicBezTo>
                    <a:pt x="2386" y="9653"/>
                    <a:pt x="2421" y="9661"/>
                    <a:pt x="2457" y="9668"/>
                  </a:cubicBezTo>
                  <a:lnTo>
                    <a:pt x="2564" y="9689"/>
                  </a:lnTo>
                  <a:lnTo>
                    <a:pt x="2676" y="9695"/>
                  </a:lnTo>
                  <a:lnTo>
                    <a:pt x="2786" y="9692"/>
                  </a:lnTo>
                  <a:lnTo>
                    <a:pt x="2897" y="9684"/>
                  </a:lnTo>
                  <a:lnTo>
                    <a:pt x="3015" y="9663"/>
                  </a:lnTo>
                  <a:cubicBezTo>
                    <a:pt x="3053" y="9654"/>
                    <a:pt x="3093" y="9646"/>
                    <a:pt x="3131" y="9633"/>
                  </a:cubicBezTo>
                  <a:lnTo>
                    <a:pt x="3248" y="9596"/>
                  </a:lnTo>
                  <a:lnTo>
                    <a:pt x="3368" y="9551"/>
                  </a:lnTo>
                  <a:lnTo>
                    <a:pt x="3488" y="9497"/>
                  </a:lnTo>
                  <a:cubicBezTo>
                    <a:pt x="3529" y="9475"/>
                    <a:pt x="3569" y="9452"/>
                    <a:pt x="3610" y="9430"/>
                  </a:cubicBezTo>
                  <a:cubicBezTo>
                    <a:pt x="3651" y="9405"/>
                    <a:pt x="3692" y="9382"/>
                    <a:pt x="3733" y="9356"/>
                  </a:cubicBezTo>
                  <a:cubicBezTo>
                    <a:pt x="3775" y="9328"/>
                    <a:pt x="3818" y="9301"/>
                    <a:pt x="3860" y="9273"/>
                  </a:cubicBezTo>
                  <a:cubicBezTo>
                    <a:pt x="3901" y="9243"/>
                    <a:pt x="3943" y="9211"/>
                    <a:pt x="3987" y="9180"/>
                  </a:cubicBezTo>
                  <a:cubicBezTo>
                    <a:pt x="4028" y="9148"/>
                    <a:pt x="4072" y="9116"/>
                    <a:pt x="4115" y="9083"/>
                  </a:cubicBezTo>
                  <a:lnTo>
                    <a:pt x="4244" y="8972"/>
                  </a:lnTo>
                  <a:lnTo>
                    <a:pt x="4373" y="8857"/>
                  </a:lnTo>
                  <a:lnTo>
                    <a:pt x="4505" y="8729"/>
                  </a:lnTo>
                  <a:cubicBezTo>
                    <a:pt x="4549" y="8685"/>
                    <a:pt x="4593" y="8641"/>
                    <a:pt x="4638" y="8598"/>
                  </a:cubicBezTo>
                  <a:lnTo>
                    <a:pt x="4772" y="8454"/>
                  </a:lnTo>
                  <a:lnTo>
                    <a:pt x="4909" y="8308"/>
                  </a:lnTo>
                  <a:cubicBezTo>
                    <a:pt x="4955" y="8255"/>
                    <a:pt x="4999" y="8201"/>
                    <a:pt x="5045" y="8148"/>
                  </a:cubicBezTo>
                  <a:cubicBezTo>
                    <a:pt x="5091" y="8092"/>
                    <a:pt x="5136" y="8035"/>
                    <a:pt x="5182" y="7979"/>
                  </a:cubicBezTo>
                  <a:lnTo>
                    <a:pt x="5322" y="7811"/>
                  </a:lnTo>
                  <a:lnTo>
                    <a:pt x="5462" y="7628"/>
                  </a:lnTo>
                  <a:cubicBezTo>
                    <a:pt x="5509" y="7565"/>
                    <a:pt x="5557" y="7503"/>
                    <a:pt x="5604" y="7440"/>
                  </a:cubicBezTo>
                  <a:lnTo>
                    <a:pt x="5746" y="7242"/>
                  </a:lnTo>
                  <a:cubicBezTo>
                    <a:pt x="5793" y="7175"/>
                    <a:pt x="5841" y="7108"/>
                    <a:pt x="5888" y="7041"/>
                  </a:cubicBezTo>
                  <a:lnTo>
                    <a:pt x="6033" y="6830"/>
                  </a:lnTo>
                  <a:cubicBezTo>
                    <a:pt x="6080" y="6759"/>
                    <a:pt x="6129" y="6689"/>
                    <a:pt x="6177" y="6618"/>
                  </a:cubicBezTo>
                  <a:cubicBezTo>
                    <a:pt x="6226" y="6544"/>
                    <a:pt x="6273" y="6468"/>
                    <a:pt x="6322" y="6394"/>
                  </a:cubicBezTo>
                  <a:lnTo>
                    <a:pt x="6469" y="6167"/>
                  </a:lnTo>
                  <a:cubicBezTo>
                    <a:pt x="6518" y="6089"/>
                    <a:pt x="6565" y="6009"/>
                    <a:pt x="6615" y="5931"/>
                  </a:cubicBezTo>
                  <a:cubicBezTo>
                    <a:pt x="6665" y="5852"/>
                    <a:pt x="6713" y="5771"/>
                    <a:pt x="6763" y="5692"/>
                  </a:cubicBezTo>
                  <a:cubicBezTo>
                    <a:pt x="6813" y="5610"/>
                    <a:pt x="6865" y="5528"/>
                    <a:pt x="6914" y="5445"/>
                  </a:cubicBezTo>
                  <a:lnTo>
                    <a:pt x="7062" y="5195"/>
                  </a:lnTo>
                  <a:cubicBezTo>
                    <a:pt x="7112" y="5107"/>
                    <a:pt x="7162" y="5019"/>
                    <a:pt x="7213" y="4933"/>
                  </a:cubicBezTo>
                  <a:cubicBezTo>
                    <a:pt x="7264" y="4846"/>
                    <a:pt x="7314" y="4758"/>
                    <a:pt x="7365" y="4672"/>
                  </a:cubicBezTo>
                  <a:cubicBezTo>
                    <a:pt x="7414" y="4582"/>
                    <a:pt x="7466" y="4494"/>
                    <a:pt x="7516" y="4407"/>
                  </a:cubicBezTo>
                  <a:cubicBezTo>
                    <a:pt x="7567" y="4316"/>
                    <a:pt x="7619" y="4225"/>
                    <a:pt x="7669" y="4135"/>
                  </a:cubicBezTo>
                  <a:cubicBezTo>
                    <a:pt x="7721" y="4044"/>
                    <a:pt x="7771" y="3952"/>
                    <a:pt x="7823" y="3860"/>
                  </a:cubicBezTo>
                  <a:cubicBezTo>
                    <a:pt x="7875" y="3768"/>
                    <a:pt x="7924" y="3674"/>
                    <a:pt x="7974" y="3579"/>
                  </a:cubicBezTo>
                  <a:cubicBezTo>
                    <a:pt x="8027" y="3487"/>
                    <a:pt x="8079" y="3391"/>
                    <a:pt x="8131" y="3299"/>
                  </a:cubicBezTo>
                  <a:cubicBezTo>
                    <a:pt x="8180" y="3202"/>
                    <a:pt x="8233" y="3105"/>
                    <a:pt x="8285" y="3008"/>
                  </a:cubicBezTo>
                  <a:lnTo>
                    <a:pt x="8438" y="2719"/>
                  </a:lnTo>
                  <a:cubicBezTo>
                    <a:pt x="8491" y="2622"/>
                    <a:pt x="8542" y="2526"/>
                    <a:pt x="8594" y="2429"/>
                  </a:cubicBezTo>
                  <a:lnTo>
                    <a:pt x="8749" y="2133"/>
                  </a:lnTo>
                  <a:cubicBezTo>
                    <a:pt x="8801" y="2033"/>
                    <a:pt x="8853" y="1934"/>
                    <a:pt x="8905" y="1835"/>
                  </a:cubicBezTo>
                  <a:cubicBezTo>
                    <a:pt x="8956" y="1734"/>
                    <a:pt x="9009" y="1632"/>
                    <a:pt x="9062" y="1533"/>
                  </a:cubicBezTo>
                  <a:cubicBezTo>
                    <a:pt x="9114" y="1432"/>
                    <a:pt x="9165" y="1330"/>
                    <a:pt x="9218" y="1229"/>
                  </a:cubicBezTo>
                  <a:cubicBezTo>
                    <a:pt x="9270" y="1127"/>
                    <a:pt x="9321" y="1026"/>
                    <a:pt x="9371" y="926"/>
                  </a:cubicBezTo>
                  <a:cubicBezTo>
                    <a:pt x="9424" y="823"/>
                    <a:pt x="9478" y="720"/>
                    <a:pt x="9531" y="617"/>
                  </a:cubicBezTo>
                  <a:cubicBezTo>
                    <a:pt x="9581" y="516"/>
                    <a:pt x="9633" y="413"/>
                    <a:pt x="9686" y="311"/>
                  </a:cubicBezTo>
                  <a:cubicBezTo>
                    <a:pt x="9740" y="206"/>
                    <a:pt x="9790" y="104"/>
                    <a:pt x="9844" y="0"/>
                  </a:cubicBezTo>
                </a:path>
              </a:pathLst>
            </a:custGeom>
            <a:noFill/>
            <a:ln w="588963">
              <a:solidFill>
                <a:srgbClr val="F05A2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E20362BE-37A0-5F27-D252-60876E1C9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688" y="1752601"/>
              <a:ext cx="2801937" cy="1865313"/>
            </a:xfrm>
            <a:custGeom>
              <a:avLst/>
              <a:gdLst>
                <a:gd name="T0" fmla="*/ 79 w 5297"/>
                <a:gd name="T1" fmla="*/ 3427 h 3524"/>
                <a:gd name="T2" fmla="*/ 235 w 5297"/>
                <a:gd name="T3" fmla="*/ 3233 h 3524"/>
                <a:gd name="T4" fmla="*/ 392 w 5297"/>
                <a:gd name="T5" fmla="*/ 3039 h 3524"/>
                <a:gd name="T6" fmla="*/ 549 w 5297"/>
                <a:gd name="T7" fmla="*/ 2846 h 3524"/>
                <a:gd name="T8" fmla="*/ 704 w 5297"/>
                <a:gd name="T9" fmla="*/ 2654 h 3524"/>
                <a:gd name="T10" fmla="*/ 860 w 5297"/>
                <a:gd name="T11" fmla="*/ 2465 h 3524"/>
                <a:gd name="T12" fmla="*/ 1015 w 5297"/>
                <a:gd name="T13" fmla="*/ 2279 h 3524"/>
                <a:gd name="T14" fmla="*/ 1169 w 5297"/>
                <a:gd name="T15" fmla="*/ 2096 h 3524"/>
                <a:gd name="T16" fmla="*/ 1323 w 5297"/>
                <a:gd name="T17" fmla="*/ 1917 h 3524"/>
                <a:gd name="T18" fmla="*/ 1476 w 5297"/>
                <a:gd name="T19" fmla="*/ 1743 h 3524"/>
                <a:gd name="T20" fmla="*/ 1627 w 5297"/>
                <a:gd name="T21" fmla="*/ 1575 h 3524"/>
                <a:gd name="T22" fmla="*/ 1778 w 5297"/>
                <a:gd name="T23" fmla="*/ 1411 h 3524"/>
                <a:gd name="T24" fmla="*/ 1927 w 5297"/>
                <a:gd name="T25" fmla="*/ 1255 h 3524"/>
                <a:gd name="T26" fmla="*/ 2074 w 5297"/>
                <a:gd name="T27" fmla="*/ 1106 h 3524"/>
                <a:gd name="T28" fmla="*/ 2219 w 5297"/>
                <a:gd name="T29" fmla="*/ 965 h 3524"/>
                <a:gd name="T30" fmla="*/ 2363 w 5297"/>
                <a:gd name="T31" fmla="*/ 833 h 3524"/>
                <a:gd name="T32" fmla="*/ 2505 w 5297"/>
                <a:gd name="T33" fmla="*/ 707 h 3524"/>
                <a:gd name="T34" fmla="*/ 2646 w 5297"/>
                <a:gd name="T35" fmla="*/ 592 h 3524"/>
                <a:gd name="T36" fmla="*/ 2783 w 5297"/>
                <a:gd name="T37" fmla="*/ 485 h 3524"/>
                <a:gd name="T38" fmla="*/ 2919 w 5297"/>
                <a:gd name="T39" fmla="*/ 389 h 3524"/>
                <a:gd name="T40" fmla="*/ 3052 w 5297"/>
                <a:gd name="T41" fmla="*/ 303 h 3524"/>
                <a:gd name="T42" fmla="*/ 3182 w 5297"/>
                <a:gd name="T43" fmla="*/ 227 h 3524"/>
                <a:gd name="T44" fmla="*/ 3311 w 5297"/>
                <a:gd name="T45" fmla="*/ 161 h 3524"/>
                <a:gd name="T46" fmla="*/ 3437 w 5297"/>
                <a:gd name="T47" fmla="*/ 106 h 3524"/>
                <a:gd name="T48" fmla="*/ 3559 w 5297"/>
                <a:gd name="T49" fmla="*/ 62 h 3524"/>
                <a:gd name="T50" fmla="*/ 3679 w 5297"/>
                <a:gd name="T51" fmla="*/ 31 h 3524"/>
                <a:gd name="T52" fmla="*/ 3795 w 5297"/>
                <a:gd name="T53" fmla="*/ 10 h 3524"/>
                <a:gd name="T54" fmla="*/ 3909 w 5297"/>
                <a:gd name="T55" fmla="*/ 1 h 3524"/>
                <a:gd name="T56" fmla="*/ 4019 w 5297"/>
                <a:gd name="T57" fmla="*/ 2 h 3524"/>
                <a:gd name="T58" fmla="*/ 4126 w 5297"/>
                <a:gd name="T59" fmla="*/ 16 h 3524"/>
                <a:gd name="T60" fmla="*/ 4230 w 5297"/>
                <a:gd name="T61" fmla="*/ 40 h 3524"/>
                <a:gd name="T62" fmla="*/ 4330 w 5297"/>
                <a:gd name="T63" fmla="*/ 77 h 3524"/>
                <a:gd name="T64" fmla="*/ 4426 w 5297"/>
                <a:gd name="T65" fmla="*/ 124 h 3524"/>
                <a:gd name="T66" fmla="*/ 4518 w 5297"/>
                <a:gd name="T67" fmla="*/ 182 h 3524"/>
                <a:gd name="T68" fmla="*/ 4607 w 5297"/>
                <a:gd name="T69" fmla="*/ 251 h 3524"/>
                <a:gd name="T70" fmla="*/ 4692 w 5297"/>
                <a:gd name="T71" fmla="*/ 331 h 3524"/>
                <a:gd name="T72" fmla="*/ 4773 w 5297"/>
                <a:gd name="T73" fmla="*/ 421 h 3524"/>
                <a:gd name="T74" fmla="*/ 4851 w 5297"/>
                <a:gd name="T75" fmla="*/ 521 h 3524"/>
                <a:gd name="T76" fmla="*/ 4924 w 5297"/>
                <a:gd name="T77" fmla="*/ 630 h 3524"/>
                <a:gd name="T78" fmla="*/ 4993 w 5297"/>
                <a:gd name="T79" fmla="*/ 750 h 3524"/>
                <a:gd name="T80" fmla="*/ 5058 w 5297"/>
                <a:gd name="T81" fmla="*/ 877 h 3524"/>
                <a:gd name="T82" fmla="*/ 5119 w 5297"/>
                <a:gd name="T83" fmla="*/ 1013 h 3524"/>
                <a:gd name="T84" fmla="*/ 5175 w 5297"/>
                <a:gd name="T85" fmla="*/ 1157 h 3524"/>
                <a:gd name="T86" fmla="*/ 5227 w 5297"/>
                <a:gd name="T87" fmla="*/ 1309 h 3524"/>
                <a:gd name="T88" fmla="*/ 5275 w 5297"/>
                <a:gd name="T89" fmla="*/ 1467 h 3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297" h="3524">
                  <a:moveTo>
                    <a:pt x="0" y="3524"/>
                  </a:moveTo>
                  <a:lnTo>
                    <a:pt x="79" y="3427"/>
                  </a:lnTo>
                  <a:lnTo>
                    <a:pt x="157" y="3330"/>
                  </a:lnTo>
                  <a:lnTo>
                    <a:pt x="235" y="3233"/>
                  </a:lnTo>
                  <a:lnTo>
                    <a:pt x="314" y="3135"/>
                  </a:lnTo>
                  <a:lnTo>
                    <a:pt x="392" y="3039"/>
                  </a:lnTo>
                  <a:lnTo>
                    <a:pt x="471" y="2942"/>
                  </a:lnTo>
                  <a:lnTo>
                    <a:pt x="549" y="2846"/>
                  </a:lnTo>
                  <a:lnTo>
                    <a:pt x="627" y="2750"/>
                  </a:lnTo>
                  <a:lnTo>
                    <a:pt x="704" y="2654"/>
                  </a:lnTo>
                  <a:lnTo>
                    <a:pt x="782" y="2560"/>
                  </a:lnTo>
                  <a:lnTo>
                    <a:pt x="860" y="2465"/>
                  </a:lnTo>
                  <a:lnTo>
                    <a:pt x="937" y="2371"/>
                  </a:lnTo>
                  <a:lnTo>
                    <a:pt x="1015" y="2279"/>
                  </a:lnTo>
                  <a:lnTo>
                    <a:pt x="1092" y="2187"/>
                  </a:lnTo>
                  <a:lnTo>
                    <a:pt x="1169" y="2096"/>
                  </a:lnTo>
                  <a:lnTo>
                    <a:pt x="1246" y="2005"/>
                  </a:lnTo>
                  <a:lnTo>
                    <a:pt x="1323" y="1917"/>
                  </a:lnTo>
                  <a:lnTo>
                    <a:pt x="1400" y="1829"/>
                  </a:lnTo>
                  <a:lnTo>
                    <a:pt x="1476" y="1743"/>
                  </a:lnTo>
                  <a:lnTo>
                    <a:pt x="1552" y="1658"/>
                  </a:lnTo>
                  <a:lnTo>
                    <a:pt x="1627" y="1575"/>
                  </a:lnTo>
                  <a:lnTo>
                    <a:pt x="1703" y="1493"/>
                  </a:lnTo>
                  <a:lnTo>
                    <a:pt x="1778" y="1411"/>
                  </a:lnTo>
                  <a:lnTo>
                    <a:pt x="1852" y="1333"/>
                  </a:lnTo>
                  <a:lnTo>
                    <a:pt x="1927" y="1255"/>
                  </a:lnTo>
                  <a:lnTo>
                    <a:pt x="2001" y="1180"/>
                  </a:lnTo>
                  <a:lnTo>
                    <a:pt x="2074" y="1106"/>
                  </a:lnTo>
                  <a:lnTo>
                    <a:pt x="2147" y="1035"/>
                  </a:lnTo>
                  <a:lnTo>
                    <a:pt x="2219" y="965"/>
                  </a:lnTo>
                  <a:lnTo>
                    <a:pt x="2291" y="898"/>
                  </a:lnTo>
                  <a:lnTo>
                    <a:pt x="2363" y="833"/>
                  </a:lnTo>
                  <a:lnTo>
                    <a:pt x="2435" y="769"/>
                  </a:lnTo>
                  <a:lnTo>
                    <a:pt x="2505" y="707"/>
                  </a:lnTo>
                  <a:lnTo>
                    <a:pt x="2576" y="648"/>
                  </a:lnTo>
                  <a:lnTo>
                    <a:pt x="2646" y="592"/>
                  </a:lnTo>
                  <a:lnTo>
                    <a:pt x="2715" y="538"/>
                  </a:lnTo>
                  <a:lnTo>
                    <a:pt x="2783" y="485"/>
                  </a:lnTo>
                  <a:lnTo>
                    <a:pt x="2851" y="435"/>
                  </a:lnTo>
                  <a:lnTo>
                    <a:pt x="2919" y="389"/>
                  </a:lnTo>
                  <a:lnTo>
                    <a:pt x="2986" y="344"/>
                  </a:lnTo>
                  <a:lnTo>
                    <a:pt x="3052" y="303"/>
                  </a:lnTo>
                  <a:lnTo>
                    <a:pt x="3118" y="263"/>
                  </a:lnTo>
                  <a:lnTo>
                    <a:pt x="3182" y="227"/>
                  </a:lnTo>
                  <a:lnTo>
                    <a:pt x="3247" y="192"/>
                  </a:lnTo>
                  <a:lnTo>
                    <a:pt x="3311" y="161"/>
                  </a:lnTo>
                  <a:lnTo>
                    <a:pt x="3374" y="132"/>
                  </a:lnTo>
                  <a:lnTo>
                    <a:pt x="3437" y="106"/>
                  </a:lnTo>
                  <a:lnTo>
                    <a:pt x="3498" y="84"/>
                  </a:lnTo>
                  <a:lnTo>
                    <a:pt x="3559" y="62"/>
                  </a:lnTo>
                  <a:lnTo>
                    <a:pt x="3619" y="45"/>
                  </a:lnTo>
                  <a:lnTo>
                    <a:pt x="3679" y="31"/>
                  </a:lnTo>
                  <a:lnTo>
                    <a:pt x="3737" y="19"/>
                  </a:lnTo>
                  <a:lnTo>
                    <a:pt x="3795" y="10"/>
                  </a:lnTo>
                  <a:lnTo>
                    <a:pt x="3853" y="4"/>
                  </a:lnTo>
                  <a:lnTo>
                    <a:pt x="3909" y="1"/>
                  </a:lnTo>
                  <a:lnTo>
                    <a:pt x="3964" y="0"/>
                  </a:lnTo>
                  <a:lnTo>
                    <a:pt x="4019" y="2"/>
                  </a:lnTo>
                  <a:lnTo>
                    <a:pt x="4073" y="8"/>
                  </a:lnTo>
                  <a:lnTo>
                    <a:pt x="4126" y="16"/>
                  </a:lnTo>
                  <a:lnTo>
                    <a:pt x="4178" y="27"/>
                  </a:lnTo>
                  <a:lnTo>
                    <a:pt x="4230" y="40"/>
                  </a:lnTo>
                  <a:lnTo>
                    <a:pt x="4280" y="57"/>
                  </a:lnTo>
                  <a:lnTo>
                    <a:pt x="4330" y="77"/>
                  </a:lnTo>
                  <a:lnTo>
                    <a:pt x="4378" y="99"/>
                  </a:lnTo>
                  <a:lnTo>
                    <a:pt x="4426" y="124"/>
                  </a:lnTo>
                  <a:lnTo>
                    <a:pt x="4473" y="152"/>
                  </a:lnTo>
                  <a:lnTo>
                    <a:pt x="4518" y="182"/>
                  </a:lnTo>
                  <a:lnTo>
                    <a:pt x="4564" y="216"/>
                  </a:lnTo>
                  <a:lnTo>
                    <a:pt x="4607" y="251"/>
                  </a:lnTo>
                  <a:lnTo>
                    <a:pt x="4651" y="289"/>
                  </a:lnTo>
                  <a:lnTo>
                    <a:pt x="4692" y="331"/>
                  </a:lnTo>
                  <a:lnTo>
                    <a:pt x="4734" y="375"/>
                  </a:lnTo>
                  <a:lnTo>
                    <a:pt x="4773" y="421"/>
                  </a:lnTo>
                  <a:lnTo>
                    <a:pt x="4813" y="470"/>
                  </a:lnTo>
                  <a:lnTo>
                    <a:pt x="4851" y="521"/>
                  </a:lnTo>
                  <a:lnTo>
                    <a:pt x="4888" y="574"/>
                  </a:lnTo>
                  <a:lnTo>
                    <a:pt x="4924" y="630"/>
                  </a:lnTo>
                  <a:lnTo>
                    <a:pt x="4960" y="689"/>
                  </a:lnTo>
                  <a:lnTo>
                    <a:pt x="4993" y="750"/>
                  </a:lnTo>
                  <a:lnTo>
                    <a:pt x="5027" y="812"/>
                  </a:lnTo>
                  <a:lnTo>
                    <a:pt x="5058" y="877"/>
                  </a:lnTo>
                  <a:lnTo>
                    <a:pt x="5089" y="944"/>
                  </a:lnTo>
                  <a:lnTo>
                    <a:pt x="5119" y="1013"/>
                  </a:lnTo>
                  <a:lnTo>
                    <a:pt x="5147" y="1084"/>
                  </a:lnTo>
                  <a:lnTo>
                    <a:pt x="5175" y="1157"/>
                  </a:lnTo>
                  <a:lnTo>
                    <a:pt x="5202" y="1232"/>
                  </a:lnTo>
                  <a:lnTo>
                    <a:pt x="5227" y="1309"/>
                  </a:lnTo>
                  <a:lnTo>
                    <a:pt x="5251" y="1387"/>
                  </a:lnTo>
                  <a:lnTo>
                    <a:pt x="5275" y="1467"/>
                  </a:lnTo>
                  <a:lnTo>
                    <a:pt x="5297" y="1548"/>
                  </a:lnTo>
                </a:path>
              </a:pathLst>
            </a:custGeom>
            <a:noFill/>
            <a:ln w="588963">
              <a:solidFill>
                <a:schemeClr val="accent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56DF95-7CB3-0243-6A51-82E27F289EA2}"/>
              </a:ext>
            </a:extLst>
          </p:cNvPr>
          <p:cNvGrpSpPr/>
          <p:nvPr/>
        </p:nvGrpSpPr>
        <p:grpSpPr>
          <a:xfrm>
            <a:off x="9372421" y="4238972"/>
            <a:ext cx="2151422" cy="659211"/>
            <a:chOff x="8921977" y="3008799"/>
            <a:chExt cx="2926080" cy="65921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340F090-E3CE-1076-76AF-B98D81CF4378}"/>
                </a:ext>
              </a:extLst>
            </p:cNvPr>
            <p:cNvSpPr txBox="1"/>
            <p:nvPr/>
          </p:nvSpPr>
          <p:spPr>
            <a:xfrm>
              <a:off x="8921977" y="3008799"/>
              <a:ext cx="2926080" cy="40011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sz="2000" dirty="0"/>
                <a:t> </a:t>
              </a:r>
              <a:endParaRPr lang="en-US" sz="2000" b="1" noProof="1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BF5AB70-317F-0130-5503-F8CC43008930}"/>
                </a:ext>
              </a:extLst>
            </p:cNvPr>
            <p:cNvSpPr txBox="1"/>
            <p:nvPr/>
          </p:nvSpPr>
          <p:spPr>
            <a:xfrm>
              <a:off x="8921977" y="3406400"/>
              <a:ext cx="2926080" cy="2616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1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C499A1-DD98-1BCA-C542-42F557979B81}"/>
              </a:ext>
            </a:extLst>
          </p:cNvPr>
          <p:cNvGrpSpPr/>
          <p:nvPr/>
        </p:nvGrpSpPr>
        <p:grpSpPr>
          <a:xfrm>
            <a:off x="4900612" y="4950895"/>
            <a:ext cx="2322514" cy="620739"/>
            <a:chOff x="8921977" y="4744671"/>
            <a:chExt cx="2926080" cy="62073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8481485-3887-5455-2C41-BE2562E765F5}"/>
                </a:ext>
              </a:extLst>
            </p:cNvPr>
            <p:cNvSpPr txBox="1"/>
            <p:nvPr/>
          </p:nvSpPr>
          <p:spPr>
            <a:xfrm>
              <a:off x="8921977" y="4744671"/>
              <a:ext cx="2926080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dirty="0"/>
                <a:t> </a:t>
              </a:r>
              <a:endParaRPr lang="en-US" b="1" noProof="1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DD5F389-DE10-4B78-695D-015FD4B94F7F}"/>
                </a:ext>
              </a:extLst>
            </p:cNvPr>
            <p:cNvSpPr txBox="1"/>
            <p:nvPr/>
          </p:nvSpPr>
          <p:spPr>
            <a:xfrm>
              <a:off x="8921977" y="5111494"/>
              <a:ext cx="2926080" cy="253916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257360C-1553-2369-67A5-A4311EDABC73}"/>
              </a:ext>
            </a:extLst>
          </p:cNvPr>
          <p:cNvGrpSpPr/>
          <p:nvPr/>
        </p:nvGrpSpPr>
        <p:grpSpPr>
          <a:xfrm>
            <a:off x="386018" y="4312763"/>
            <a:ext cx="2151422" cy="659211"/>
            <a:chOff x="332936" y="3008799"/>
            <a:chExt cx="2926080" cy="65921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508E898-DD9A-EB01-B865-21D0C36C43A8}"/>
                </a:ext>
              </a:extLst>
            </p:cNvPr>
            <p:cNvSpPr txBox="1"/>
            <p:nvPr/>
          </p:nvSpPr>
          <p:spPr>
            <a:xfrm>
              <a:off x="332936" y="3008799"/>
              <a:ext cx="2926080" cy="40011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sz="2000" dirty="0"/>
                <a:t> </a:t>
              </a:r>
              <a:endParaRPr lang="en-US" sz="2000" b="1" noProof="1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52AFA79-C1FE-B111-092C-0F9310584782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2616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1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5EF3024-B922-89C2-733B-79C20B8014BF}"/>
              </a:ext>
            </a:extLst>
          </p:cNvPr>
          <p:cNvGrpSpPr/>
          <p:nvPr/>
        </p:nvGrpSpPr>
        <p:grpSpPr>
          <a:xfrm>
            <a:off x="9341464" y="1189426"/>
            <a:ext cx="2182379" cy="573632"/>
            <a:chOff x="8879875" y="1389284"/>
            <a:chExt cx="2968184" cy="5736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CB163FC-3551-E911-FAD1-CA5A6BEEEE67}"/>
                </a:ext>
              </a:extLst>
            </p:cNvPr>
            <p:cNvSpPr txBox="1"/>
            <p:nvPr/>
          </p:nvSpPr>
          <p:spPr>
            <a:xfrm>
              <a:off x="8879875" y="1389284"/>
              <a:ext cx="2926080" cy="40011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sz="2000" dirty="0"/>
                <a:t> </a:t>
              </a:r>
              <a:endParaRPr lang="en-US" sz="2000" b="1" noProof="1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8EA442A-6ACB-9323-17D9-35DAFB9A2F7A}"/>
                </a:ext>
              </a:extLst>
            </p:cNvPr>
            <p:cNvSpPr txBox="1"/>
            <p:nvPr/>
          </p:nvSpPr>
          <p:spPr>
            <a:xfrm>
              <a:off x="8921979" y="1701306"/>
              <a:ext cx="2926080" cy="2616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100" noProof="1">
                  <a:solidFill>
                    <a:schemeClr val="tx1">
                      <a:lumMod val="65000"/>
                      <a:lumOff val="35000"/>
                    </a:schemeClr>
                  </a:solidFill>
                  <a:cs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84884CA-7FBC-7AEA-B58F-E48A467D971D}"/>
              </a:ext>
            </a:extLst>
          </p:cNvPr>
          <p:cNvGrpSpPr/>
          <p:nvPr/>
        </p:nvGrpSpPr>
        <p:grpSpPr>
          <a:xfrm>
            <a:off x="386018" y="1262439"/>
            <a:ext cx="2151422" cy="659211"/>
            <a:chOff x="332936" y="2689321"/>
            <a:chExt cx="2926080" cy="65921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F08297A-1EE4-1274-6192-87E353C2EF21}"/>
                </a:ext>
              </a:extLst>
            </p:cNvPr>
            <p:cNvSpPr txBox="1"/>
            <p:nvPr/>
          </p:nvSpPr>
          <p:spPr>
            <a:xfrm>
              <a:off x="332936" y="2689321"/>
              <a:ext cx="2926080" cy="40011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IN" sz="2000" dirty="0"/>
                <a:t> </a:t>
              </a:r>
              <a:endParaRPr lang="en-US" sz="2000" b="1" noProof="1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4A0A5EB-AF64-DEEB-B487-345AA2AC3188}"/>
                </a:ext>
              </a:extLst>
            </p:cNvPr>
            <p:cNvSpPr txBox="1"/>
            <p:nvPr/>
          </p:nvSpPr>
          <p:spPr>
            <a:xfrm>
              <a:off x="332936" y="3086922"/>
              <a:ext cx="2926080" cy="2616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1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BB4C8BC-E2C8-2AB9-ADE3-5F5C9AF8352D}"/>
              </a:ext>
            </a:extLst>
          </p:cNvPr>
          <p:cNvGrpSpPr/>
          <p:nvPr/>
        </p:nvGrpSpPr>
        <p:grpSpPr>
          <a:xfrm>
            <a:off x="2965358" y="4512818"/>
            <a:ext cx="548640" cy="548640"/>
            <a:chOff x="2965358" y="4512818"/>
            <a:chExt cx="548640" cy="54864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46061F9-6C51-B15D-54FE-3A2452A4A82B}"/>
                </a:ext>
              </a:extLst>
            </p:cNvPr>
            <p:cNvSpPr/>
            <p:nvPr/>
          </p:nvSpPr>
          <p:spPr>
            <a:xfrm>
              <a:off x="3057640" y="4605100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" name="Graphic 55" descr="Badge 5 with solid fill">
              <a:extLst>
                <a:ext uri="{FF2B5EF4-FFF2-40B4-BE49-F238E27FC236}">
                  <a16:creationId xmlns:a16="http://schemas.microsoft.com/office/drawing/2014/main" id="{9FFB6083-A949-89C6-288D-8C82986F95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65358" y="4512818"/>
              <a:ext cx="548640" cy="54864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2411B95-2FBC-7FED-DB73-3BF54E846836}"/>
              </a:ext>
            </a:extLst>
          </p:cNvPr>
          <p:cNvGrpSpPr/>
          <p:nvPr/>
        </p:nvGrpSpPr>
        <p:grpSpPr>
          <a:xfrm>
            <a:off x="2819580" y="1422167"/>
            <a:ext cx="548640" cy="548640"/>
            <a:chOff x="2819580" y="1422167"/>
            <a:chExt cx="548640" cy="54864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6A55FAA-3C8C-633A-00A7-07FCAEED48AD}"/>
                </a:ext>
              </a:extLst>
            </p:cNvPr>
            <p:cNvSpPr/>
            <p:nvPr/>
          </p:nvSpPr>
          <p:spPr>
            <a:xfrm>
              <a:off x="2911862" y="1514449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8" name="Graphic 47" descr="Badge 4 with solid fill">
              <a:extLst>
                <a:ext uri="{FF2B5EF4-FFF2-40B4-BE49-F238E27FC236}">
                  <a16:creationId xmlns:a16="http://schemas.microsoft.com/office/drawing/2014/main" id="{6930D4C8-B052-4534-57E7-01181E154D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19580" y="1422167"/>
              <a:ext cx="548640" cy="54864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A1423EB-1752-CDB5-E7A4-EB37D9377E96}"/>
              </a:ext>
            </a:extLst>
          </p:cNvPr>
          <p:cNvGrpSpPr/>
          <p:nvPr/>
        </p:nvGrpSpPr>
        <p:grpSpPr>
          <a:xfrm>
            <a:off x="8393748" y="952808"/>
            <a:ext cx="548640" cy="548640"/>
            <a:chOff x="8393748" y="952808"/>
            <a:chExt cx="548640" cy="54864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6C86D86-39AE-B4D5-CAB5-0BF93C3DADC6}"/>
                </a:ext>
              </a:extLst>
            </p:cNvPr>
            <p:cNvSpPr/>
            <p:nvPr/>
          </p:nvSpPr>
          <p:spPr>
            <a:xfrm>
              <a:off x="8486030" y="1045090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5" name="Graphic 54" descr="Badge 1 with solid fill">
              <a:extLst>
                <a:ext uri="{FF2B5EF4-FFF2-40B4-BE49-F238E27FC236}">
                  <a16:creationId xmlns:a16="http://schemas.microsoft.com/office/drawing/2014/main" id="{C44450B7-ECA8-EE89-4408-898A52404B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3748" y="952808"/>
              <a:ext cx="548640" cy="548640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4BE0C16-D3E3-CEC8-A52B-44FBF2C2CE8A}"/>
              </a:ext>
            </a:extLst>
          </p:cNvPr>
          <p:cNvGrpSpPr/>
          <p:nvPr/>
        </p:nvGrpSpPr>
        <p:grpSpPr>
          <a:xfrm>
            <a:off x="8916035" y="3949481"/>
            <a:ext cx="548640" cy="548640"/>
            <a:chOff x="8916035" y="3949481"/>
            <a:chExt cx="548640" cy="54864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E3F173C-5617-1AA1-6435-6E074C758F59}"/>
                </a:ext>
              </a:extLst>
            </p:cNvPr>
            <p:cNvSpPr/>
            <p:nvPr/>
          </p:nvSpPr>
          <p:spPr>
            <a:xfrm>
              <a:off x="9008317" y="4041763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Graphic 51" descr="Badge with solid fill">
              <a:extLst>
                <a:ext uri="{FF2B5EF4-FFF2-40B4-BE49-F238E27FC236}">
                  <a16:creationId xmlns:a16="http://schemas.microsoft.com/office/drawing/2014/main" id="{DD9A4134-7B27-384D-C941-D86C028EB2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916035" y="3949481"/>
              <a:ext cx="548640" cy="54864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420E97B-0B81-D413-2B2F-DC652D723A46}"/>
              </a:ext>
            </a:extLst>
          </p:cNvPr>
          <p:cNvGrpSpPr/>
          <p:nvPr/>
        </p:nvGrpSpPr>
        <p:grpSpPr>
          <a:xfrm>
            <a:off x="6345811" y="4171796"/>
            <a:ext cx="548640" cy="548640"/>
            <a:chOff x="6345811" y="4171796"/>
            <a:chExt cx="548640" cy="54864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AFAFE28-3E50-BFC3-33AF-EE2F2D77E253}"/>
                </a:ext>
              </a:extLst>
            </p:cNvPr>
            <p:cNvSpPr/>
            <p:nvPr/>
          </p:nvSpPr>
          <p:spPr>
            <a:xfrm>
              <a:off x="6438093" y="4264078"/>
              <a:ext cx="364076" cy="364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Graphic 53" descr="Badge 3 with solid fill">
              <a:extLst>
                <a:ext uri="{FF2B5EF4-FFF2-40B4-BE49-F238E27FC236}">
                  <a16:creationId xmlns:a16="http://schemas.microsoft.com/office/drawing/2014/main" id="{34D4DB4F-A472-5A15-5142-ECB91273E5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45811" y="4171796"/>
              <a:ext cx="548640" cy="5486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68198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9521</TotalTime>
  <Words>54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Times New Roman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Infinity Loop Process Diagram</dc:title>
  <dc:creator>PresentationGO.com</dc:creator>
  <dc:description>© Copyright PresentationGO.com - Do not distribute or sale without written permission.</dc:description>
  <cp:lastModifiedBy>Gajendrula Vasavi</cp:lastModifiedBy>
  <cp:revision>60</cp:revision>
  <dcterms:created xsi:type="dcterms:W3CDTF">2014-11-26T05:14:11Z</dcterms:created>
  <dcterms:modified xsi:type="dcterms:W3CDTF">2026-05-19T07:01:08Z</dcterms:modified>
  <cp:category>Charts &amp; Diagrams</cp:category>
</cp:coreProperties>
</file>