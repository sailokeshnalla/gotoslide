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0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8309AA-19CC-4434-815B-A1340B665269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96BFA-E5F6-47EF-A622-2450A552D1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501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6" name="Google Shape;172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C0D03-9645-820B-B8FD-77AEF81D9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689AF8-689C-410D-2481-03B0C0A0A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4D519-5B60-F35A-C697-039BE50BE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E1E9-BA77-4060-896F-17EC2F7BCB0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7AF68-8637-5DAC-C96E-13E258D74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02A89-DC05-DBB4-C6B3-54F671AC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7544-52D3-4C60-8B70-DE511D262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737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C5B3C-6A69-10A7-CBB8-E0F4F55CC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5B03E-9324-C1FB-7377-96C9CF194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DA8DE-6E6C-0886-AFF7-15EE90744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E1E9-BA77-4060-896F-17EC2F7BCB0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24D8A-1F9A-48AF-237A-477906E60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460EE-ED30-13DF-DDED-D12695DDC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7544-52D3-4C60-8B70-DE511D262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70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24832-B999-6646-4328-98994090E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E804D-D6EA-4C76-3346-1B201CD13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49DBB-DFDE-FB2B-D053-A5858A0CD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E1E9-BA77-4060-896F-17EC2F7BCB0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27611-E1DB-5A26-0134-E2CA758A7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96F1C-2813-AB4A-FB01-69BD56FBA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7544-52D3-4C60-8B70-DE511D262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59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F99A2-39BD-5D71-679F-1BC4977CF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893B9-F10B-8E3D-6787-C984655C2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2FA2F7-5BE0-92E8-C345-3DCF80AFE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BF198-FEB0-DFD0-004F-D59EE888D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E1E9-BA77-4060-896F-17EC2F7BCB0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68CF6-5B99-97D0-3D64-FABE4E04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A048C-69C6-6A05-AC0B-9052846C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7544-52D3-4C60-8B70-DE511D262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353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BF00E-FE4C-A10D-3843-5D441EECD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94E36-E72E-96E0-0B3E-DBE71A1E3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0E399-1B16-3B05-4E56-729BDC121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6805F0-B6A0-8269-2F3F-8F4EB61781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1AF9BC-202A-2B59-E0DF-77E629A5E9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2DAA7A-0F0B-0829-BCB7-AAAB42397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E1E9-BA77-4060-896F-17EC2F7BCB0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FEAB5E-C122-CF31-9AE7-2AA05A66A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A469DD-31F0-7325-CC8C-1377FA2EA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7544-52D3-4C60-8B70-DE511D262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130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A0C3B-BB39-1D14-CB89-77D9956EF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EBD251-7F8D-B787-7328-A29EE3BC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E1E9-BA77-4060-896F-17EC2F7BCB0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DDADE8-6DDA-D923-FDE4-EBA52C7D6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57F80-A2CE-9428-B999-ADBB1387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7544-52D3-4C60-8B70-DE511D262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642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F8AEC1-86AE-FF10-1EA0-CEEC2642C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E1E9-BA77-4060-896F-17EC2F7BCB0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B1302A-6315-F85E-6671-1638A9530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EFD15-A6DB-397D-5593-15EB3D11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7544-52D3-4C60-8B70-DE511D262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433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3B293-E864-DCB4-E447-B41969885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62B4B-ABD6-8E76-1225-9C9EF73AE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19190F-D5BD-1E95-A5E5-560837937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74A95-975F-B23D-6437-3CA50672B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E1E9-BA77-4060-896F-17EC2F7BCB0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2009D-25FA-4622-D1CD-327BB2C1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26B89-5E13-04E2-F812-C0240F76B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7544-52D3-4C60-8B70-DE511D262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033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6EA0D-7145-1DD1-2BF7-42F207F3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E9FDAF-DF8B-9DEC-1740-CF0D8BD85D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52EE3-2F80-8DED-192A-53BEAFB28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4F7C5-FA0B-4B53-275C-B1AC00162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E1E9-BA77-4060-896F-17EC2F7BCB0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E35DB-4A32-6B93-48C5-CD605AFDB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E38AB-08E5-6135-B990-63B57208C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7544-52D3-4C60-8B70-DE511D262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5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97AE4-3969-42E5-B34D-2CA9B2626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3F4902-C52C-D61B-DED6-E2EA91B4F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46C13-6CDF-2387-5661-0E4C6F161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E1E9-BA77-4060-896F-17EC2F7BCB0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37016-DAAD-B237-5855-DDFE2D70F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C737D-10AE-57F8-C0B1-88CC9EFBD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7544-52D3-4C60-8B70-DE511D262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703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872BBA-CEA5-1C69-722D-C2AA474BED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BAB3D9-F7BD-0D1A-D132-300C753FD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AB471-933C-2F3D-60E8-CC1E94379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9E1E9-BA77-4060-896F-17EC2F7BCB0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3AA7A-DBDD-C48C-3691-7EC08A37A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81E26-7424-157F-FE14-B5FF29211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07544-52D3-4C60-8B70-DE511D262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0413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8FD0A9-617B-7794-46D6-5D254792C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2DFDA-96E2-D442-726B-C5046C030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C93FC-92D2-2770-9BE4-4D9709884D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9E1E9-BA77-4060-896F-17EC2F7BCB0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307B1-EB2F-2FAD-6C66-7F461C8D2A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F2700-EE74-F245-3C8D-F42B4FF35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807544-52D3-4C60-8B70-DE511D2626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665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62"/>
          <p:cNvSpPr/>
          <p:nvPr/>
        </p:nvSpPr>
        <p:spPr>
          <a:xfrm>
            <a:off x="4737100" y="3282950"/>
            <a:ext cx="1363662" cy="301625"/>
          </a:xfrm>
          <a:custGeom>
            <a:avLst/>
            <a:gdLst/>
            <a:ahLst/>
            <a:cxnLst/>
            <a:rect l="l" t="t" r="r" b="b"/>
            <a:pathLst>
              <a:path w="303" h="67" extrusionOk="0">
                <a:moveTo>
                  <a:pt x="303" y="33"/>
                </a:moveTo>
                <a:cubicBezTo>
                  <a:pt x="303" y="20"/>
                  <a:pt x="297" y="8"/>
                  <a:pt x="288" y="0"/>
                </a:cubicBezTo>
                <a:cubicBezTo>
                  <a:pt x="0" y="0"/>
                  <a:pt x="0" y="0"/>
                  <a:pt x="0" y="0"/>
                </a:cubicBezTo>
                <a:cubicBezTo>
                  <a:pt x="6" y="9"/>
                  <a:pt x="10" y="21"/>
                  <a:pt x="10" y="33"/>
                </a:cubicBezTo>
                <a:cubicBezTo>
                  <a:pt x="10" y="46"/>
                  <a:pt x="6" y="57"/>
                  <a:pt x="0" y="67"/>
                </a:cubicBezTo>
                <a:cubicBezTo>
                  <a:pt x="288" y="67"/>
                  <a:pt x="288" y="67"/>
                  <a:pt x="288" y="67"/>
                </a:cubicBezTo>
                <a:cubicBezTo>
                  <a:pt x="297" y="59"/>
                  <a:pt x="303" y="47"/>
                  <a:pt x="303" y="33"/>
                </a:cubicBezTo>
                <a:close/>
              </a:path>
            </a:pathLst>
          </a:custGeom>
          <a:solidFill>
            <a:srgbClr val="065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p62"/>
          <p:cNvSpPr/>
          <p:nvPr/>
        </p:nvSpPr>
        <p:spPr>
          <a:xfrm>
            <a:off x="6132512" y="3282950"/>
            <a:ext cx="1366837" cy="301625"/>
          </a:xfrm>
          <a:custGeom>
            <a:avLst/>
            <a:gdLst/>
            <a:ahLst/>
            <a:cxnLst/>
            <a:rect l="l" t="t" r="r" b="b"/>
            <a:pathLst>
              <a:path w="304" h="67" extrusionOk="0">
                <a:moveTo>
                  <a:pt x="304" y="33"/>
                </a:moveTo>
                <a:cubicBezTo>
                  <a:pt x="304" y="20"/>
                  <a:pt x="298" y="8"/>
                  <a:pt x="288" y="0"/>
                </a:cubicBezTo>
                <a:cubicBezTo>
                  <a:pt x="0" y="0"/>
                  <a:pt x="0" y="0"/>
                  <a:pt x="0" y="0"/>
                </a:cubicBezTo>
                <a:cubicBezTo>
                  <a:pt x="7" y="9"/>
                  <a:pt x="10" y="21"/>
                  <a:pt x="10" y="33"/>
                </a:cubicBezTo>
                <a:cubicBezTo>
                  <a:pt x="10" y="46"/>
                  <a:pt x="7" y="57"/>
                  <a:pt x="0" y="67"/>
                </a:cubicBezTo>
                <a:cubicBezTo>
                  <a:pt x="288" y="67"/>
                  <a:pt x="288" y="67"/>
                  <a:pt x="288" y="67"/>
                </a:cubicBezTo>
                <a:cubicBezTo>
                  <a:pt x="298" y="59"/>
                  <a:pt x="304" y="47"/>
                  <a:pt x="304" y="33"/>
                </a:cubicBezTo>
                <a:close/>
              </a:path>
            </a:pathLst>
          </a:custGeom>
          <a:solidFill>
            <a:srgbClr val="FFCC5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1" name="Google Shape;1731;p62"/>
          <p:cNvSpPr/>
          <p:nvPr/>
        </p:nvSpPr>
        <p:spPr>
          <a:xfrm>
            <a:off x="3343275" y="3282950"/>
            <a:ext cx="1362075" cy="301625"/>
          </a:xfrm>
          <a:custGeom>
            <a:avLst/>
            <a:gdLst/>
            <a:ahLst/>
            <a:cxnLst/>
            <a:rect l="l" t="t" r="r" b="b"/>
            <a:pathLst>
              <a:path w="303" h="67" extrusionOk="0">
                <a:moveTo>
                  <a:pt x="303" y="33"/>
                </a:moveTo>
                <a:cubicBezTo>
                  <a:pt x="303" y="20"/>
                  <a:pt x="297" y="8"/>
                  <a:pt x="288" y="0"/>
                </a:cubicBezTo>
                <a:cubicBezTo>
                  <a:pt x="0" y="0"/>
                  <a:pt x="0" y="0"/>
                  <a:pt x="0" y="0"/>
                </a:cubicBezTo>
                <a:cubicBezTo>
                  <a:pt x="6" y="9"/>
                  <a:pt x="10" y="21"/>
                  <a:pt x="10" y="33"/>
                </a:cubicBezTo>
                <a:cubicBezTo>
                  <a:pt x="10" y="46"/>
                  <a:pt x="6" y="57"/>
                  <a:pt x="0" y="67"/>
                </a:cubicBezTo>
                <a:cubicBezTo>
                  <a:pt x="288" y="67"/>
                  <a:pt x="288" y="67"/>
                  <a:pt x="288" y="67"/>
                </a:cubicBezTo>
                <a:cubicBezTo>
                  <a:pt x="297" y="59"/>
                  <a:pt x="303" y="47"/>
                  <a:pt x="303" y="33"/>
                </a:cubicBezTo>
                <a:close/>
              </a:path>
            </a:pathLst>
          </a:cu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62"/>
          <p:cNvSpPr/>
          <p:nvPr/>
        </p:nvSpPr>
        <p:spPr>
          <a:xfrm>
            <a:off x="1947862" y="3282950"/>
            <a:ext cx="1363662" cy="301625"/>
          </a:xfrm>
          <a:custGeom>
            <a:avLst/>
            <a:gdLst/>
            <a:ahLst/>
            <a:cxnLst/>
            <a:rect l="l" t="t" r="r" b="b"/>
            <a:pathLst>
              <a:path w="303" h="67" extrusionOk="0">
                <a:moveTo>
                  <a:pt x="303" y="33"/>
                </a:moveTo>
                <a:cubicBezTo>
                  <a:pt x="303" y="20"/>
                  <a:pt x="297" y="8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6" y="9"/>
                  <a:pt x="10" y="21"/>
                  <a:pt x="10" y="33"/>
                </a:cubicBezTo>
                <a:cubicBezTo>
                  <a:pt x="10" y="46"/>
                  <a:pt x="6" y="57"/>
                  <a:pt x="0" y="67"/>
                </a:cubicBezTo>
                <a:cubicBezTo>
                  <a:pt x="287" y="67"/>
                  <a:pt x="287" y="67"/>
                  <a:pt x="287" y="67"/>
                </a:cubicBezTo>
                <a:cubicBezTo>
                  <a:pt x="297" y="59"/>
                  <a:pt x="303" y="47"/>
                  <a:pt x="303" y="33"/>
                </a:cubicBezTo>
                <a:close/>
              </a:path>
            </a:pathLst>
          </a:custGeom>
          <a:solidFill>
            <a:srgbClr val="69D1D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62"/>
          <p:cNvSpPr/>
          <p:nvPr/>
        </p:nvSpPr>
        <p:spPr>
          <a:xfrm>
            <a:off x="7526337" y="3282950"/>
            <a:ext cx="1368425" cy="301625"/>
          </a:xfrm>
          <a:custGeom>
            <a:avLst/>
            <a:gdLst/>
            <a:ahLst/>
            <a:cxnLst/>
            <a:rect l="l" t="t" r="r" b="b"/>
            <a:pathLst>
              <a:path w="304" h="67" extrusionOk="0">
                <a:moveTo>
                  <a:pt x="304" y="33"/>
                </a:moveTo>
                <a:cubicBezTo>
                  <a:pt x="304" y="20"/>
                  <a:pt x="298" y="8"/>
                  <a:pt x="288" y="0"/>
                </a:cubicBezTo>
                <a:cubicBezTo>
                  <a:pt x="0" y="0"/>
                  <a:pt x="0" y="0"/>
                  <a:pt x="0" y="0"/>
                </a:cubicBezTo>
                <a:cubicBezTo>
                  <a:pt x="7" y="9"/>
                  <a:pt x="11" y="21"/>
                  <a:pt x="11" y="33"/>
                </a:cubicBezTo>
                <a:cubicBezTo>
                  <a:pt x="11" y="46"/>
                  <a:pt x="7" y="57"/>
                  <a:pt x="0" y="67"/>
                </a:cubicBezTo>
                <a:cubicBezTo>
                  <a:pt x="288" y="67"/>
                  <a:pt x="288" y="67"/>
                  <a:pt x="288" y="67"/>
                </a:cubicBezTo>
                <a:cubicBezTo>
                  <a:pt x="298" y="59"/>
                  <a:pt x="304" y="47"/>
                  <a:pt x="304" y="33"/>
                </a:cubicBezTo>
                <a:close/>
              </a:path>
            </a:pathLst>
          </a:custGeom>
          <a:solidFill>
            <a:srgbClr val="FF94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62"/>
          <p:cNvSpPr/>
          <p:nvPr/>
        </p:nvSpPr>
        <p:spPr>
          <a:xfrm>
            <a:off x="508000" y="3282950"/>
            <a:ext cx="1408112" cy="301625"/>
          </a:xfrm>
          <a:custGeom>
            <a:avLst/>
            <a:gdLst/>
            <a:ahLst/>
            <a:cxnLst/>
            <a:rect l="l" t="t" r="r" b="b"/>
            <a:pathLst>
              <a:path w="313" h="67" extrusionOk="0">
                <a:moveTo>
                  <a:pt x="0" y="67"/>
                </a:moveTo>
                <a:cubicBezTo>
                  <a:pt x="297" y="67"/>
                  <a:pt x="297" y="67"/>
                  <a:pt x="297" y="67"/>
                </a:cubicBezTo>
                <a:cubicBezTo>
                  <a:pt x="307" y="59"/>
                  <a:pt x="313" y="47"/>
                  <a:pt x="313" y="33"/>
                </a:cubicBezTo>
                <a:cubicBezTo>
                  <a:pt x="313" y="20"/>
                  <a:pt x="307" y="8"/>
                  <a:pt x="297" y="0"/>
                </a:cubicBezTo>
                <a:cubicBezTo>
                  <a:pt x="0" y="0"/>
                  <a:pt x="0" y="0"/>
                  <a:pt x="0" y="0"/>
                </a:cubicBezTo>
                <a:lnTo>
                  <a:pt x="0" y="67"/>
                </a:lnTo>
                <a:close/>
              </a:path>
            </a:pathLst>
          </a:custGeom>
          <a:solidFill>
            <a:srgbClr val="69DAA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62"/>
          <p:cNvSpPr/>
          <p:nvPr/>
        </p:nvSpPr>
        <p:spPr>
          <a:xfrm>
            <a:off x="8926512" y="3282950"/>
            <a:ext cx="1362075" cy="301625"/>
          </a:xfrm>
          <a:custGeom>
            <a:avLst/>
            <a:gdLst/>
            <a:ahLst/>
            <a:cxnLst/>
            <a:rect l="l" t="t" r="r" b="b"/>
            <a:pathLst>
              <a:path w="303" h="67" extrusionOk="0">
                <a:moveTo>
                  <a:pt x="303" y="33"/>
                </a:moveTo>
                <a:cubicBezTo>
                  <a:pt x="303" y="20"/>
                  <a:pt x="297" y="8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6" y="9"/>
                  <a:pt x="10" y="21"/>
                  <a:pt x="10" y="33"/>
                </a:cubicBezTo>
                <a:cubicBezTo>
                  <a:pt x="10" y="46"/>
                  <a:pt x="6" y="57"/>
                  <a:pt x="0" y="67"/>
                </a:cubicBezTo>
                <a:cubicBezTo>
                  <a:pt x="287" y="67"/>
                  <a:pt x="287" y="67"/>
                  <a:pt x="287" y="67"/>
                </a:cubicBezTo>
                <a:cubicBezTo>
                  <a:pt x="297" y="59"/>
                  <a:pt x="303" y="47"/>
                  <a:pt x="303" y="33"/>
                </a:cubicBezTo>
                <a:close/>
              </a:path>
            </a:pathLst>
          </a:custGeom>
          <a:solidFill>
            <a:srgbClr val="E24E5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62"/>
          <p:cNvSpPr/>
          <p:nvPr/>
        </p:nvSpPr>
        <p:spPr>
          <a:xfrm>
            <a:off x="10320337" y="3282950"/>
            <a:ext cx="1363662" cy="301625"/>
          </a:xfrm>
          <a:custGeom>
            <a:avLst/>
            <a:gdLst/>
            <a:ahLst/>
            <a:cxnLst/>
            <a:rect l="l" t="t" r="r" b="b"/>
            <a:pathLst>
              <a:path w="303" h="67" extrusionOk="0">
                <a:moveTo>
                  <a:pt x="303" y="33"/>
                </a:moveTo>
                <a:cubicBezTo>
                  <a:pt x="303" y="20"/>
                  <a:pt x="297" y="8"/>
                  <a:pt x="288" y="0"/>
                </a:cubicBezTo>
                <a:cubicBezTo>
                  <a:pt x="0" y="0"/>
                  <a:pt x="0" y="0"/>
                  <a:pt x="0" y="0"/>
                </a:cubicBezTo>
                <a:cubicBezTo>
                  <a:pt x="6" y="9"/>
                  <a:pt x="10" y="21"/>
                  <a:pt x="10" y="33"/>
                </a:cubicBezTo>
                <a:cubicBezTo>
                  <a:pt x="10" y="46"/>
                  <a:pt x="6" y="57"/>
                  <a:pt x="0" y="67"/>
                </a:cubicBezTo>
                <a:cubicBezTo>
                  <a:pt x="288" y="67"/>
                  <a:pt x="288" y="67"/>
                  <a:pt x="288" y="67"/>
                </a:cubicBezTo>
                <a:cubicBezTo>
                  <a:pt x="297" y="59"/>
                  <a:pt x="303" y="47"/>
                  <a:pt x="303" y="33"/>
                </a:cubicBezTo>
                <a:close/>
              </a:path>
            </a:pathLst>
          </a:custGeom>
          <a:solidFill>
            <a:srgbClr val="8C133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A2A9AA10-2BE4-6848-89A0-1158744F4D8B}"/>
              </a:ext>
            </a:extLst>
          </p:cNvPr>
          <p:cNvGrpSpPr/>
          <p:nvPr/>
        </p:nvGrpSpPr>
        <p:grpSpPr>
          <a:xfrm>
            <a:off x="2000250" y="879475"/>
            <a:ext cx="1274762" cy="2381249"/>
            <a:chOff x="2000250" y="879475"/>
            <a:chExt cx="1274762" cy="2381249"/>
          </a:xfrm>
        </p:grpSpPr>
        <p:sp>
          <p:nvSpPr>
            <p:cNvPr id="1728" name="Google Shape;1728;p62"/>
            <p:cNvSpPr txBox="1"/>
            <p:nvPr/>
          </p:nvSpPr>
          <p:spPr>
            <a:xfrm>
              <a:off x="2000250" y="879475"/>
              <a:ext cx="1227137" cy="954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400"/>
              </a:pPr>
              <a:r>
                <a:rPr lang="en-IN" dirty="0"/>
                <a:t> </a:t>
              </a:r>
              <a:endParaRPr dirty="0"/>
            </a:p>
          </p:txBody>
        </p:sp>
        <p:sp>
          <p:nvSpPr>
            <p:cNvPr id="1739" name="Google Shape;1739;p62"/>
            <p:cNvSpPr txBox="1"/>
            <p:nvPr/>
          </p:nvSpPr>
          <p:spPr>
            <a:xfrm>
              <a:off x="2168525" y="2662237"/>
              <a:ext cx="1106487" cy="598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24242"/>
                </a:buClr>
                <a:buSzPts val="3100"/>
                <a:buFont typeface="Montserrat"/>
                <a:buNone/>
              </a:pPr>
              <a:r>
                <a:rPr lang="en-US" sz="3100" b="0" i="0" u="none" dirty="0">
                  <a:solidFill>
                    <a:srgbClr val="42424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/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639ABEE2-366C-5146-AB5E-E752200282D9}"/>
              </a:ext>
            </a:extLst>
          </p:cNvPr>
          <p:cNvGrpSpPr/>
          <p:nvPr/>
        </p:nvGrpSpPr>
        <p:grpSpPr>
          <a:xfrm>
            <a:off x="3635375" y="969962"/>
            <a:ext cx="777875" cy="2035175"/>
            <a:chOff x="3635375" y="969962"/>
            <a:chExt cx="777875" cy="2035175"/>
          </a:xfrm>
        </p:grpSpPr>
        <p:cxnSp>
          <p:nvCxnSpPr>
            <p:cNvPr id="1747" name="Google Shape;1747;p62"/>
            <p:cNvCxnSpPr/>
            <p:nvPr/>
          </p:nvCxnSpPr>
          <p:spPr>
            <a:xfrm rot="10800000">
              <a:off x="4025900" y="1919287"/>
              <a:ext cx="0" cy="1085850"/>
            </a:xfrm>
            <a:prstGeom prst="straightConnector1">
              <a:avLst/>
            </a:prstGeom>
            <a:noFill/>
            <a:ln w="34925" cap="flat" cmpd="sng">
              <a:solidFill>
                <a:srgbClr val="41404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755" name="Google Shape;1755;p62"/>
            <p:cNvSpPr/>
            <p:nvPr/>
          </p:nvSpPr>
          <p:spPr>
            <a:xfrm>
              <a:off x="3635375" y="969962"/>
              <a:ext cx="777875" cy="774700"/>
            </a:xfrm>
            <a:prstGeom prst="ellipse">
              <a:avLst/>
            </a:prstGeom>
            <a:solidFill>
              <a:srgbClr val="34B2E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1" name="Google Shape;1761;p62"/>
            <p:cNvSpPr/>
            <p:nvPr/>
          </p:nvSpPr>
          <p:spPr>
            <a:xfrm>
              <a:off x="3833812" y="1127125"/>
              <a:ext cx="382587" cy="458787"/>
            </a:xfrm>
            <a:custGeom>
              <a:avLst/>
              <a:gdLst/>
              <a:ahLst/>
              <a:cxnLst/>
              <a:rect l="l" t="t" r="r" b="b"/>
              <a:pathLst>
                <a:path w="85" h="102" extrusionOk="0">
                  <a:moveTo>
                    <a:pt x="57" y="99"/>
                  </a:moveTo>
                  <a:cubicBezTo>
                    <a:pt x="57" y="101"/>
                    <a:pt x="55" y="102"/>
                    <a:pt x="53" y="102"/>
                  </a:cubicBezTo>
                  <a:cubicBezTo>
                    <a:pt x="32" y="102"/>
                    <a:pt x="32" y="102"/>
                    <a:pt x="32" y="102"/>
                  </a:cubicBezTo>
                  <a:cubicBezTo>
                    <a:pt x="30" y="102"/>
                    <a:pt x="28" y="101"/>
                    <a:pt x="28" y="99"/>
                  </a:cubicBezTo>
                  <a:cubicBezTo>
                    <a:pt x="28" y="99"/>
                    <a:pt x="28" y="99"/>
                    <a:pt x="28" y="99"/>
                  </a:cubicBezTo>
                  <a:cubicBezTo>
                    <a:pt x="28" y="97"/>
                    <a:pt x="30" y="95"/>
                    <a:pt x="32" y="95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5" y="95"/>
                    <a:pt x="57" y="97"/>
                    <a:pt x="57" y="99"/>
                  </a:cubicBezTo>
                  <a:close/>
                  <a:moveTo>
                    <a:pt x="57" y="89"/>
                  </a:moveTo>
                  <a:cubicBezTo>
                    <a:pt x="57" y="87"/>
                    <a:pt x="55" y="86"/>
                    <a:pt x="53" y="86"/>
                  </a:cubicBezTo>
                  <a:cubicBezTo>
                    <a:pt x="32" y="86"/>
                    <a:pt x="32" y="86"/>
                    <a:pt x="32" y="86"/>
                  </a:cubicBezTo>
                  <a:cubicBezTo>
                    <a:pt x="30" y="86"/>
                    <a:pt x="28" y="87"/>
                    <a:pt x="28" y="89"/>
                  </a:cubicBezTo>
                  <a:cubicBezTo>
                    <a:pt x="28" y="89"/>
                    <a:pt x="28" y="89"/>
                    <a:pt x="28" y="89"/>
                  </a:cubicBezTo>
                  <a:cubicBezTo>
                    <a:pt x="28" y="91"/>
                    <a:pt x="30" y="93"/>
                    <a:pt x="32" y="9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5" y="93"/>
                    <a:pt x="57" y="91"/>
                    <a:pt x="57" y="89"/>
                  </a:cubicBezTo>
                  <a:close/>
                  <a:moveTo>
                    <a:pt x="46" y="50"/>
                  </a:moveTo>
                  <a:cubicBezTo>
                    <a:pt x="41" y="50"/>
                    <a:pt x="41" y="50"/>
                    <a:pt x="41" y="50"/>
                  </a:cubicBezTo>
                  <a:cubicBezTo>
                    <a:pt x="39" y="50"/>
                    <a:pt x="39" y="50"/>
                    <a:pt x="39" y="50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40" y="84"/>
                    <a:pt x="41" y="84"/>
                    <a:pt x="42" y="84"/>
                  </a:cubicBezTo>
                  <a:cubicBezTo>
                    <a:pt x="42" y="84"/>
                    <a:pt x="42" y="84"/>
                    <a:pt x="42" y="84"/>
                  </a:cubicBezTo>
                  <a:cubicBezTo>
                    <a:pt x="43" y="84"/>
                    <a:pt x="43" y="84"/>
                    <a:pt x="43" y="84"/>
                  </a:cubicBezTo>
                  <a:cubicBezTo>
                    <a:pt x="43" y="84"/>
                    <a:pt x="43" y="84"/>
                    <a:pt x="43" y="84"/>
                  </a:cubicBezTo>
                  <a:cubicBezTo>
                    <a:pt x="43" y="84"/>
                    <a:pt x="43" y="84"/>
                    <a:pt x="43" y="84"/>
                  </a:cubicBezTo>
                  <a:cubicBezTo>
                    <a:pt x="44" y="84"/>
                    <a:pt x="45" y="84"/>
                    <a:pt x="46" y="84"/>
                  </a:cubicBezTo>
                  <a:lnTo>
                    <a:pt x="46" y="50"/>
                  </a:lnTo>
                  <a:close/>
                  <a:moveTo>
                    <a:pt x="31" y="37"/>
                  </a:moveTo>
                  <a:cubicBezTo>
                    <a:pt x="28" y="37"/>
                    <a:pt x="26" y="39"/>
                    <a:pt x="26" y="42"/>
                  </a:cubicBezTo>
                  <a:cubicBezTo>
                    <a:pt x="26" y="45"/>
                    <a:pt x="28" y="47"/>
                    <a:pt x="31" y="47"/>
                  </a:cubicBezTo>
                  <a:cubicBezTo>
                    <a:pt x="36" y="47"/>
                    <a:pt x="36" y="47"/>
                    <a:pt x="36" y="47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6" y="39"/>
                    <a:pt x="34" y="37"/>
                    <a:pt x="31" y="37"/>
                  </a:cubicBezTo>
                  <a:close/>
                  <a:moveTo>
                    <a:pt x="60" y="42"/>
                  </a:moveTo>
                  <a:cubicBezTo>
                    <a:pt x="60" y="39"/>
                    <a:pt x="57" y="37"/>
                    <a:pt x="54" y="37"/>
                  </a:cubicBezTo>
                  <a:cubicBezTo>
                    <a:pt x="52" y="37"/>
                    <a:pt x="49" y="39"/>
                    <a:pt x="49" y="42"/>
                  </a:cubicBezTo>
                  <a:cubicBezTo>
                    <a:pt x="49" y="47"/>
                    <a:pt x="49" y="47"/>
                    <a:pt x="49" y="47"/>
                  </a:cubicBezTo>
                  <a:cubicBezTo>
                    <a:pt x="54" y="47"/>
                    <a:pt x="54" y="47"/>
                    <a:pt x="54" y="47"/>
                  </a:cubicBezTo>
                  <a:cubicBezTo>
                    <a:pt x="57" y="47"/>
                    <a:pt x="60" y="45"/>
                    <a:pt x="60" y="42"/>
                  </a:cubicBezTo>
                  <a:close/>
                  <a:moveTo>
                    <a:pt x="71" y="33"/>
                  </a:moveTo>
                  <a:cubicBezTo>
                    <a:pt x="69" y="24"/>
                    <a:pt x="58" y="14"/>
                    <a:pt x="43" y="14"/>
                  </a:cubicBezTo>
                  <a:cubicBezTo>
                    <a:pt x="28" y="14"/>
                    <a:pt x="17" y="24"/>
                    <a:pt x="14" y="33"/>
                  </a:cubicBezTo>
                  <a:cubicBezTo>
                    <a:pt x="13" y="40"/>
                    <a:pt x="14" y="46"/>
                    <a:pt x="18" y="53"/>
                  </a:cubicBezTo>
                  <a:cubicBezTo>
                    <a:pt x="21" y="58"/>
                    <a:pt x="24" y="63"/>
                    <a:pt x="26" y="69"/>
                  </a:cubicBezTo>
                  <a:cubicBezTo>
                    <a:pt x="28" y="72"/>
                    <a:pt x="28" y="77"/>
                    <a:pt x="29" y="80"/>
                  </a:cubicBezTo>
                  <a:cubicBezTo>
                    <a:pt x="30" y="83"/>
                    <a:pt x="31" y="84"/>
                    <a:pt x="34" y="84"/>
                  </a:cubicBezTo>
                  <a:cubicBezTo>
                    <a:pt x="35" y="84"/>
                    <a:pt x="35" y="84"/>
                    <a:pt x="36" y="84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9" y="50"/>
                    <a:pt x="26" y="50"/>
                    <a:pt x="25" y="48"/>
                  </a:cubicBezTo>
                  <a:cubicBezTo>
                    <a:pt x="23" y="46"/>
                    <a:pt x="22" y="44"/>
                    <a:pt x="22" y="42"/>
                  </a:cubicBezTo>
                  <a:cubicBezTo>
                    <a:pt x="22" y="40"/>
                    <a:pt x="23" y="38"/>
                    <a:pt x="25" y="36"/>
                  </a:cubicBezTo>
                  <a:cubicBezTo>
                    <a:pt x="26" y="34"/>
                    <a:pt x="29" y="33"/>
                    <a:pt x="31" y="33"/>
                  </a:cubicBezTo>
                  <a:cubicBezTo>
                    <a:pt x="35" y="33"/>
                    <a:pt x="39" y="37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7"/>
                    <a:pt x="39" y="47"/>
                    <a:pt x="39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6" y="40"/>
                    <a:pt x="47" y="38"/>
                    <a:pt x="48" y="36"/>
                  </a:cubicBezTo>
                  <a:cubicBezTo>
                    <a:pt x="50" y="34"/>
                    <a:pt x="52" y="33"/>
                    <a:pt x="54" y="33"/>
                  </a:cubicBezTo>
                  <a:cubicBezTo>
                    <a:pt x="57" y="33"/>
                    <a:pt x="59" y="34"/>
                    <a:pt x="60" y="36"/>
                  </a:cubicBezTo>
                  <a:cubicBezTo>
                    <a:pt x="62" y="38"/>
                    <a:pt x="63" y="40"/>
                    <a:pt x="63" y="42"/>
                  </a:cubicBezTo>
                  <a:cubicBezTo>
                    <a:pt x="63" y="44"/>
                    <a:pt x="62" y="46"/>
                    <a:pt x="60" y="48"/>
                  </a:cubicBezTo>
                  <a:cubicBezTo>
                    <a:pt x="59" y="50"/>
                    <a:pt x="57" y="50"/>
                    <a:pt x="54" y="50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9" y="84"/>
                    <a:pt x="49" y="84"/>
                    <a:pt x="49" y="84"/>
                  </a:cubicBezTo>
                  <a:cubicBezTo>
                    <a:pt x="50" y="84"/>
                    <a:pt x="51" y="84"/>
                    <a:pt x="51" y="84"/>
                  </a:cubicBezTo>
                  <a:cubicBezTo>
                    <a:pt x="55" y="84"/>
                    <a:pt x="56" y="83"/>
                    <a:pt x="56" y="80"/>
                  </a:cubicBezTo>
                  <a:cubicBezTo>
                    <a:pt x="57" y="77"/>
                    <a:pt x="58" y="72"/>
                    <a:pt x="59" y="69"/>
                  </a:cubicBezTo>
                  <a:cubicBezTo>
                    <a:pt x="62" y="63"/>
                    <a:pt x="65" y="58"/>
                    <a:pt x="68" y="53"/>
                  </a:cubicBezTo>
                  <a:cubicBezTo>
                    <a:pt x="71" y="46"/>
                    <a:pt x="73" y="40"/>
                    <a:pt x="71" y="33"/>
                  </a:cubicBezTo>
                  <a:close/>
                  <a:moveTo>
                    <a:pt x="46" y="3"/>
                  </a:moveTo>
                  <a:cubicBezTo>
                    <a:pt x="46" y="2"/>
                    <a:pt x="44" y="0"/>
                    <a:pt x="4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1" y="0"/>
                    <a:pt x="40" y="2"/>
                    <a:pt x="40" y="3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40" y="11"/>
                    <a:pt x="41" y="12"/>
                    <a:pt x="43" y="12"/>
                  </a:cubicBezTo>
                  <a:cubicBezTo>
                    <a:pt x="43" y="12"/>
                    <a:pt x="43" y="12"/>
                    <a:pt x="43" y="12"/>
                  </a:cubicBezTo>
                  <a:cubicBezTo>
                    <a:pt x="44" y="12"/>
                    <a:pt x="46" y="11"/>
                    <a:pt x="46" y="9"/>
                  </a:cubicBezTo>
                  <a:lnTo>
                    <a:pt x="46" y="3"/>
                  </a:lnTo>
                  <a:close/>
                  <a:moveTo>
                    <a:pt x="63" y="8"/>
                  </a:moveTo>
                  <a:cubicBezTo>
                    <a:pt x="64" y="7"/>
                    <a:pt x="63" y="5"/>
                    <a:pt x="62" y="4"/>
                  </a:cubicBezTo>
                  <a:cubicBezTo>
                    <a:pt x="62" y="4"/>
                    <a:pt x="62" y="4"/>
                    <a:pt x="62" y="4"/>
                  </a:cubicBezTo>
                  <a:cubicBezTo>
                    <a:pt x="60" y="3"/>
                    <a:pt x="58" y="4"/>
                    <a:pt x="57" y="5"/>
                  </a:cubicBezTo>
                  <a:cubicBezTo>
                    <a:pt x="55" y="10"/>
                    <a:pt x="55" y="10"/>
                    <a:pt x="55" y="10"/>
                  </a:cubicBezTo>
                  <a:cubicBezTo>
                    <a:pt x="54" y="12"/>
                    <a:pt x="54" y="14"/>
                    <a:pt x="56" y="15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8" y="15"/>
                    <a:pt x="59" y="15"/>
                    <a:pt x="60" y="13"/>
                  </a:cubicBezTo>
                  <a:lnTo>
                    <a:pt x="63" y="8"/>
                  </a:lnTo>
                  <a:close/>
                  <a:moveTo>
                    <a:pt x="76" y="18"/>
                  </a:moveTo>
                  <a:cubicBezTo>
                    <a:pt x="77" y="17"/>
                    <a:pt x="77" y="15"/>
                    <a:pt x="76" y="14"/>
                  </a:cubicBezTo>
                  <a:cubicBezTo>
                    <a:pt x="76" y="14"/>
                    <a:pt x="76" y="14"/>
                    <a:pt x="76" y="14"/>
                  </a:cubicBezTo>
                  <a:cubicBezTo>
                    <a:pt x="75" y="13"/>
                    <a:pt x="73" y="13"/>
                    <a:pt x="72" y="14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9"/>
                    <a:pt x="66" y="21"/>
                    <a:pt x="67" y="22"/>
                  </a:cubicBezTo>
                  <a:cubicBezTo>
                    <a:pt x="67" y="22"/>
                    <a:pt x="67" y="22"/>
                    <a:pt x="67" y="22"/>
                  </a:cubicBezTo>
                  <a:cubicBezTo>
                    <a:pt x="68" y="23"/>
                    <a:pt x="70" y="23"/>
                    <a:pt x="71" y="22"/>
                  </a:cubicBezTo>
                  <a:lnTo>
                    <a:pt x="76" y="18"/>
                  </a:lnTo>
                  <a:close/>
                  <a:moveTo>
                    <a:pt x="82" y="34"/>
                  </a:moveTo>
                  <a:cubicBezTo>
                    <a:pt x="84" y="33"/>
                    <a:pt x="85" y="32"/>
                    <a:pt x="85" y="30"/>
                  </a:cubicBezTo>
                  <a:cubicBezTo>
                    <a:pt x="85" y="30"/>
                    <a:pt x="85" y="30"/>
                    <a:pt x="85" y="30"/>
                  </a:cubicBezTo>
                  <a:cubicBezTo>
                    <a:pt x="85" y="28"/>
                    <a:pt x="83" y="27"/>
                    <a:pt x="81" y="27"/>
                  </a:cubicBezTo>
                  <a:cubicBezTo>
                    <a:pt x="76" y="28"/>
                    <a:pt x="76" y="28"/>
                    <a:pt x="76" y="28"/>
                  </a:cubicBezTo>
                  <a:cubicBezTo>
                    <a:pt x="74" y="29"/>
                    <a:pt x="73" y="30"/>
                    <a:pt x="73" y="32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3" y="34"/>
                    <a:pt x="75" y="35"/>
                    <a:pt x="77" y="35"/>
                  </a:cubicBezTo>
                  <a:lnTo>
                    <a:pt x="82" y="34"/>
                  </a:lnTo>
                  <a:close/>
                  <a:moveTo>
                    <a:pt x="81" y="50"/>
                  </a:moveTo>
                  <a:cubicBezTo>
                    <a:pt x="83" y="51"/>
                    <a:pt x="84" y="49"/>
                    <a:pt x="85" y="48"/>
                  </a:cubicBezTo>
                  <a:cubicBezTo>
                    <a:pt x="85" y="48"/>
                    <a:pt x="85" y="48"/>
                    <a:pt x="85" y="48"/>
                  </a:cubicBezTo>
                  <a:cubicBezTo>
                    <a:pt x="85" y="46"/>
                    <a:pt x="84" y="44"/>
                    <a:pt x="82" y="44"/>
                  </a:cubicBezTo>
                  <a:cubicBezTo>
                    <a:pt x="77" y="43"/>
                    <a:pt x="77" y="43"/>
                    <a:pt x="77" y="43"/>
                  </a:cubicBezTo>
                  <a:cubicBezTo>
                    <a:pt x="75" y="43"/>
                    <a:pt x="73" y="44"/>
                    <a:pt x="73" y="45"/>
                  </a:cubicBezTo>
                  <a:cubicBezTo>
                    <a:pt x="73" y="45"/>
                    <a:pt x="73" y="45"/>
                    <a:pt x="73" y="45"/>
                  </a:cubicBezTo>
                  <a:cubicBezTo>
                    <a:pt x="73" y="47"/>
                    <a:pt x="74" y="49"/>
                    <a:pt x="75" y="49"/>
                  </a:cubicBezTo>
                  <a:lnTo>
                    <a:pt x="81" y="50"/>
                  </a:lnTo>
                  <a:close/>
                  <a:moveTo>
                    <a:pt x="25" y="13"/>
                  </a:moveTo>
                  <a:cubicBezTo>
                    <a:pt x="25" y="15"/>
                    <a:pt x="27" y="15"/>
                    <a:pt x="29" y="15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30" y="14"/>
                    <a:pt x="31" y="12"/>
                    <a:pt x="30" y="10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7" y="4"/>
                    <a:pt x="25" y="3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2" y="5"/>
                    <a:pt x="21" y="7"/>
                    <a:pt x="22" y="8"/>
                  </a:cubicBezTo>
                  <a:lnTo>
                    <a:pt x="25" y="13"/>
                  </a:lnTo>
                  <a:close/>
                  <a:moveTo>
                    <a:pt x="13" y="22"/>
                  </a:moveTo>
                  <a:cubicBezTo>
                    <a:pt x="15" y="23"/>
                    <a:pt x="17" y="23"/>
                    <a:pt x="18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9" y="21"/>
                    <a:pt x="19" y="19"/>
                    <a:pt x="18" y="18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3"/>
                    <a:pt x="10" y="13"/>
                    <a:pt x="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8" y="15"/>
                    <a:pt x="8" y="17"/>
                    <a:pt x="9" y="18"/>
                  </a:cubicBezTo>
                  <a:lnTo>
                    <a:pt x="13" y="22"/>
                  </a:lnTo>
                  <a:close/>
                  <a:moveTo>
                    <a:pt x="8" y="35"/>
                  </a:moveTo>
                  <a:cubicBezTo>
                    <a:pt x="10" y="35"/>
                    <a:pt x="11" y="34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2" y="30"/>
                    <a:pt x="11" y="29"/>
                    <a:pt x="9" y="28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2" y="27"/>
                    <a:pt x="0" y="28"/>
                    <a:pt x="0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2"/>
                    <a:pt x="1" y="33"/>
                    <a:pt x="2" y="34"/>
                  </a:cubicBezTo>
                  <a:lnTo>
                    <a:pt x="8" y="35"/>
                  </a:lnTo>
                  <a:close/>
                  <a:moveTo>
                    <a:pt x="9" y="49"/>
                  </a:moveTo>
                  <a:cubicBezTo>
                    <a:pt x="11" y="49"/>
                    <a:pt x="12" y="47"/>
                    <a:pt x="12" y="45"/>
                  </a:cubicBezTo>
                  <a:cubicBezTo>
                    <a:pt x="12" y="45"/>
                    <a:pt x="12" y="45"/>
                    <a:pt x="12" y="45"/>
                  </a:cubicBezTo>
                  <a:cubicBezTo>
                    <a:pt x="12" y="44"/>
                    <a:pt x="10" y="43"/>
                    <a:pt x="8" y="43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1" y="44"/>
                    <a:pt x="0" y="46"/>
                    <a:pt x="0" y="48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1" y="49"/>
                    <a:pt x="2" y="51"/>
                    <a:pt x="4" y="50"/>
                  </a:cubicBezTo>
                  <a:lnTo>
                    <a:pt x="9" y="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8ADEAD2F-940E-5B40-97BB-906E15C147E6}"/>
              </a:ext>
            </a:extLst>
          </p:cNvPr>
          <p:cNvGrpSpPr/>
          <p:nvPr/>
        </p:nvGrpSpPr>
        <p:grpSpPr>
          <a:xfrm>
            <a:off x="823912" y="969962"/>
            <a:ext cx="777875" cy="2035175"/>
            <a:chOff x="823912" y="969962"/>
            <a:chExt cx="777875" cy="2035175"/>
          </a:xfrm>
        </p:grpSpPr>
        <p:cxnSp>
          <p:nvCxnSpPr>
            <p:cNvPr id="1751" name="Google Shape;1751;p62"/>
            <p:cNvCxnSpPr/>
            <p:nvPr/>
          </p:nvCxnSpPr>
          <p:spPr>
            <a:xfrm rot="10800000">
              <a:off x="1211262" y="1919287"/>
              <a:ext cx="0" cy="1085850"/>
            </a:xfrm>
            <a:prstGeom prst="straightConnector1">
              <a:avLst/>
            </a:prstGeom>
            <a:noFill/>
            <a:ln w="34925" cap="flat" cmpd="sng">
              <a:solidFill>
                <a:srgbClr val="41404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759" name="Google Shape;1759;p62"/>
            <p:cNvSpPr/>
            <p:nvPr/>
          </p:nvSpPr>
          <p:spPr>
            <a:xfrm>
              <a:off x="823912" y="969962"/>
              <a:ext cx="777875" cy="774700"/>
            </a:xfrm>
            <a:prstGeom prst="ellipse">
              <a:avLst/>
            </a:prstGeom>
            <a:solidFill>
              <a:srgbClr val="69DAA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2" name="Google Shape;1762;p62"/>
            <p:cNvSpPr/>
            <p:nvPr/>
          </p:nvSpPr>
          <p:spPr>
            <a:xfrm>
              <a:off x="963612" y="1212850"/>
              <a:ext cx="539750" cy="360362"/>
            </a:xfrm>
            <a:custGeom>
              <a:avLst/>
              <a:gdLst/>
              <a:ahLst/>
              <a:cxnLst/>
              <a:rect l="l" t="t" r="r" b="b"/>
              <a:pathLst>
                <a:path w="120" h="80" extrusionOk="0">
                  <a:moveTo>
                    <a:pt x="95" y="8"/>
                  </a:moveTo>
                  <a:cubicBezTo>
                    <a:pt x="106" y="36"/>
                    <a:pt x="106" y="36"/>
                    <a:pt x="106" y="36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5" y="35"/>
                    <a:pt x="63" y="16"/>
                    <a:pt x="61" y="16"/>
                  </a:cubicBezTo>
                  <a:cubicBezTo>
                    <a:pt x="59" y="16"/>
                    <a:pt x="52" y="18"/>
                    <a:pt x="52" y="18"/>
                  </a:cubicBezTo>
                  <a:cubicBezTo>
                    <a:pt x="51" y="18"/>
                    <a:pt x="47" y="20"/>
                    <a:pt x="44" y="20"/>
                  </a:cubicBezTo>
                  <a:cubicBezTo>
                    <a:pt x="42" y="20"/>
                    <a:pt x="40" y="19"/>
                    <a:pt x="40" y="19"/>
                  </a:cubicBezTo>
                  <a:cubicBezTo>
                    <a:pt x="39" y="18"/>
                    <a:pt x="38" y="18"/>
                    <a:pt x="38" y="17"/>
                  </a:cubicBezTo>
                  <a:cubicBezTo>
                    <a:pt x="38" y="15"/>
                    <a:pt x="40" y="14"/>
                    <a:pt x="41" y="14"/>
                  </a:cubicBezTo>
                  <a:cubicBezTo>
                    <a:pt x="47" y="10"/>
                    <a:pt x="63" y="4"/>
                    <a:pt x="64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8" y="4"/>
                    <a:pt x="92" y="8"/>
                    <a:pt x="95" y="8"/>
                  </a:cubicBezTo>
                  <a:close/>
                  <a:moveTo>
                    <a:pt x="105" y="0"/>
                  </a:moveTo>
                  <a:cubicBezTo>
                    <a:pt x="105" y="0"/>
                    <a:pt x="104" y="0"/>
                    <a:pt x="104" y="0"/>
                  </a:cubicBezTo>
                  <a:cubicBezTo>
                    <a:pt x="99" y="2"/>
                    <a:pt x="99" y="2"/>
                    <a:pt x="99" y="2"/>
                  </a:cubicBezTo>
                  <a:cubicBezTo>
                    <a:pt x="99" y="3"/>
                    <a:pt x="98" y="3"/>
                    <a:pt x="98" y="4"/>
                  </a:cubicBezTo>
                  <a:cubicBezTo>
                    <a:pt x="97" y="5"/>
                    <a:pt x="97" y="5"/>
                    <a:pt x="98" y="6"/>
                  </a:cubicBezTo>
                  <a:cubicBezTo>
                    <a:pt x="109" y="35"/>
                    <a:pt x="109" y="35"/>
                    <a:pt x="109" y="35"/>
                  </a:cubicBezTo>
                  <a:cubicBezTo>
                    <a:pt x="110" y="37"/>
                    <a:pt x="111" y="38"/>
                    <a:pt x="113" y="37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8" y="35"/>
                    <a:pt x="119" y="34"/>
                    <a:pt x="119" y="34"/>
                  </a:cubicBezTo>
                  <a:cubicBezTo>
                    <a:pt x="120" y="33"/>
                    <a:pt x="120" y="32"/>
                    <a:pt x="119" y="31"/>
                  </a:cubicBezTo>
                  <a:cubicBezTo>
                    <a:pt x="108" y="2"/>
                    <a:pt x="108" y="2"/>
                    <a:pt x="108" y="2"/>
                  </a:cubicBezTo>
                  <a:cubicBezTo>
                    <a:pt x="107" y="1"/>
                    <a:pt x="106" y="0"/>
                    <a:pt x="105" y="0"/>
                  </a:cubicBezTo>
                  <a:close/>
                  <a:moveTo>
                    <a:pt x="0" y="40"/>
                  </a:moveTo>
                  <a:cubicBezTo>
                    <a:pt x="0" y="41"/>
                    <a:pt x="0" y="42"/>
                    <a:pt x="1" y="42"/>
                  </a:cubicBezTo>
                  <a:cubicBezTo>
                    <a:pt x="2" y="43"/>
                    <a:pt x="2" y="43"/>
                    <a:pt x="3" y="43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10" y="44"/>
                    <a:pt x="11" y="43"/>
                    <a:pt x="11" y="41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7"/>
                    <a:pt x="14" y="7"/>
                    <a:pt x="13" y="6"/>
                  </a:cubicBezTo>
                  <a:cubicBezTo>
                    <a:pt x="13" y="5"/>
                    <a:pt x="12" y="5"/>
                    <a:pt x="11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4" y="5"/>
                    <a:pt x="3" y="6"/>
                    <a:pt x="3" y="7"/>
                  </a:cubicBezTo>
                  <a:lnTo>
                    <a:pt x="0" y="40"/>
                  </a:lnTo>
                  <a:close/>
                  <a:moveTo>
                    <a:pt x="49" y="69"/>
                  </a:moveTo>
                  <a:cubicBezTo>
                    <a:pt x="49" y="68"/>
                    <a:pt x="48" y="67"/>
                    <a:pt x="47" y="66"/>
                  </a:cubicBezTo>
                  <a:cubicBezTo>
                    <a:pt x="45" y="64"/>
                    <a:pt x="43" y="65"/>
                    <a:pt x="41" y="67"/>
                  </a:cubicBezTo>
                  <a:cubicBezTo>
                    <a:pt x="39" y="70"/>
                    <a:pt x="39" y="70"/>
                    <a:pt x="39" y="70"/>
                  </a:cubicBezTo>
                  <a:cubicBezTo>
                    <a:pt x="39" y="70"/>
                    <a:pt x="39" y="70"/>
                    <a:pt x="39" y="70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4" y="76"/>
                    <a:pt x="37" y="78"/>
                    <a:pt x="38" y="79"/>
                  </a:cubicBezTo>
                  <a:cubicBezTo>
                    <a:pt x="39" y="80"/>
                    <a:pt x="40" y="80"/>
                    <a:pt x="40" y="80"/>
                  </a:cubicBezTo>
                  <a:cubicBezTo>
                    <a:pt x="42" y="80"/>
                    <a:pt x="43" y="79"/>
                    <a:pt x="44" y="78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47" y="74"/>
                    <a:pt x="47" y="74"/>
                    <a:pt x="47" y="74"/>
                  </a:cubicBezTo>
                  <a:cubicBezTo>
                    <a:pt x="48" y="73"/>
                    <a:pt x="48" y="73"/>
                    <a:pt x="48" y="73"/>
                  </a:cubicBezTo>
                  <a:cubicBezTo>
                    <a:pt x="49" y="71"/>
                    <a:pt x="50" y="70"/>
                    <a:pt x="49" y="69"/>
                  </a:cubicBezTo>
                  <a:close/>
                  <a:moveTo>
                    <a:pt x="26" y="67"/>
                  </a:moveTo>
                  <a:cubicBezTo>
                    <a:pt x="24" y="69"/>
                    <a:pt x="25" y="71"/>
                    <a:pt x="27" y="73"/>
                  </a:cubicBezTo>
                  <a:cubicBezTo>
                    <a:pt x="29" y="75"/>
                    <a:pt x="32" y="74"/>
                    <a:pt x="33" y="72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42" y="62"/>
                    <a:pt x="39" y="60"/>
                    <a:pt x="38" y="59"/>
                  </a:cubicBezTo>
                  <a:cubicBezTo>
                    <a:pt x="36" y="57"/>
                    <a:pt x="34" y="58"/>
                    <a:pt x="32" y="60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29" y="64"/>
                    <a:pt x="29" y="64"/>
                  </a:cubicBezTo>
                  <a:lnTo>
                    <a:pt x="26" y="67"/>
                  </a:lnTo>
                  <a:close/>
                  <a:moveTo>
                    <a:pt x="18" y="59"/>
                  </a:moveTo>
                  <a:cubicBezTo>
                    <a:pt x="17" y="60"/>
                    <a:pt x="17" y="61"/>
                    <a:pt x="17" y="62"/>
                  </a:cubicBezTo>
                  <a:cubicBezTo>
                    <a:pt x="17" y="64"/>
                    <a:pt x="18" y="65"/>
                    <a:pt x="19" y="65"/>
                  </a:cubicBezTo>
                  <a:cubicBezTo>
                    <a:pt x="21" y="67"/>
                    <a:pt x="23" y="67"/>
                    <a:pt x="25" y="65"/>
                  </a:cubicBezTo>
                  <a:cubicBezTo>
                    <a:pt x="31" y="57"/>
                    <a:pt x="31" y="57"/>
                    <a:pt x="31" y="57"/>
                  </a:cubicBezTo>
                  <a:cubicBezTo>
                    <a:pt x="32" y="56"/>
                    <a:pt x="32" y="55"/>
                    <a:pt x="32" y="54"/>
                  </a:cubicBezTo>
                  <a:cubicBezTo>
                    <a:pt x="32" y="53"/>
                    <a:pt x="31" y="52"/>
                    <a:pt x="30" y="51"/>
                  </a:cubicBezTo>
                  <a:cubicBezTo>
                    <a:pt x="28" y="49"/>
                    <a:pt x="26" y="49"/>
                    <a:pt x="24" y="52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1" y="56"/>
                    <a:pt x="21" y="56"/>
                    <a:pt x="21" y="56"/>
                  </a:cubicBezTo>
                  <a:lnTo>
                    <a:pt x="18" y="59"/>
                  </a:lnTo>
                  <a:close/>
                  <a:moveTo>
                    <a:pt x="16" y="56"/>
                  </a:moveTo>
                  <a:cubicBezTo>
                    <a:pt x="23" y="49"/>
                    <a:pt x="23" y="49"/>
                    <a:pt x="23" y="49"/>
                  </a:cubicBezTo>
                  <a:cubicBezTo>
                    <a:pt x="25" y="46"/>
                    <a:pt x="23" y="43"/>
                    <a:pt x="22" y="43"/>
                  </a:cubicBezTo>
                  <a:cubicBezTo>
                    <a:pt x="20" y="41"/>
                    <a:pt x="18" y="41"/>
                    <a:pt x="16" y="43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10" y="51"/>
                    <a:pt x="9" y="52"/>
                    <a:pt x="9" y="53"/>
                  </a:cubicBezTo>
                  <a:cubicBezTo>
                    <a:pt x="9" y="54"/>
                    <a:pt x="10" y="55"/>
                    <a:pt x="11" y="56"/>
                  </a:cubicBezTo>
                  <a:cubicBezTo>
                    <a:pt x="12" y="56"/>
                    <a:pt x="13" y="57"/>
                    <a:pt x="14" y="57"/>
                  </a:cubicBezTo>
                  <a:cubicBezTo>
                    <a:pt x="15" y="57"/>
                    <a:pt x="16" y="57"/>
                    <a:pt x="16" y="56"/>
                  </a:cubicBezTo>
                  <a:close/>
                  <a:moveTo>
                    <a:pt x="91" y="50"/>
                  </a:moveTo>
                  <a:cubicBezTo>
                    <a:pt x="92" y="48"/>
                    <a:pt x="93" y="46"/>
                    <a:pt x="90" y="44"/>
                  </a:cubicBezTo>
                  <a:cubicBezTo>
                    <a:pt x="88" y="41"/>
                    <a:pt x="88" y="41"/>
                    <a:pt x="88" y="41"/>
                  </a:cubicBezTo>
                  <a:cubicBezTo>
                    <a:pt x="77" y="32"/>
                    <a:pt x="63" y="21"/>
                    <a:pt x="60" y="19"/>
                  </a:cubicBezTo>
                  <a:cubicBezTo>
                    <a:pt x="59" y="19"/>
                    <a:pt x="55" y="20"/>
                    <a:pt x="52" y="21"/>
                  </a:cubicBezTo>
                  <a:cubicBezTo>
                    <a:pt x="52" y="21"/>
                    <a:pt x="52" y="21"/>
                    <a:pt x="52" y="21"/>
                  </a:cubicBezTo>
                  <a:cubicBezTo>
                    <a:pt x="52" y="21"/>
                    <a:pt x="48" y="23"/>
                    <a:pt x="44" y="23"/>
                  </a:cubicBezTo>
                  <a:cubicBezTo>
                    <a:pt x="41" y="23"/>
                    <a:pt x="39" y="22"/>
                    <a:pt x="38" y="21"/>
                  </a:cubicBezTo>
                  <a:cubicBezTo>
                    <a:pt x="36" y="20"/>
                    <a:pt x="35" y="18"/>
                    <a:pt x="35" y="17"/>
                  </a:cubicBezTo>
                  <a:cubicBezTo>
                    <a:pt x="36" y="14"/>
                    <a:pt x="38" y="12"/>
                    <a:pt x="39" y="11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6" y="39"/>
                    <a:pt x="18" y="39"/>
                    <a:pt x="19" y="39"/>
                  </a:cubicBezTo>
                  <a:cubicBezTo>
                    <a:pt x="21" y="39"/>
                    <a:pt x="22" y="39"/>
                    <a:pt x="24" y="40"/>
                  </a:cubicBezTo>
                  <a:cubicBezTo>
                    <a:pt x="26" y="42"/>
                    <a:pt x="27" y="45"/>
                    <a:pt x="27" y="47"/>
                  </a:cubicBezTo>
                  <a:cubicBezTo>
                    <a:pt x="28" y="47"/>
                    <a:pt x="30" y="47"/>
                    <a:pt x="32" y="49"/>
                  </a:cubicBezTo>
                  <a:cubicBezTo>
                    <a:pt x="34" y="50"/>
                    <a:pt x="35" y="53"/>
                    <a:pt x="35" y="55"/>
                  </a:cubicBezTo>
                  <a:cubicBezTo>
                    <a:pt x="37" y="55"/>
                    <a:pt x="38" y="55"/>
                    <a:pt x="40" y="57"/>
                  </a:cubicBezTo>
                  <a:cubicBezTo>
                    <a:pt x="42" y="58"/>
                    <a:pt x="43" y="60"/>
                    <a:pt x="43" y="63"/>
                  </a:cubicBezTo>
                  <a:cubicBezTo>
                    <a:pt x="45" y="62"/>
                    <a:pt x="47" y="62"/>
                    <a:pt x="49" y="64"/>
                  </a:cubicBezTo>
                  <a:cubicBezTo>
                    <a:pt x="52" y="66"/>
                    <a:pt x="53" y="69"/>
                    <a:pt x="52" y="72"/>
                  </a:cubicBezTo>
                  <a:cubicBezTo>
                    <a:pt x="54" y="74"/>
                    <a:pt x="54" y="74"/>
                    <a:pt x="54" y="74"/>
                  </a:cubicBezTo>
                  <a:cubicBezTo>
                    <a:pt x="54" y="74"/>
                    <a:pt x="54" y="74"/>
                    <a:pt x="54" y="74"/>
                  </a:cubicBezTo>
                  <a:cubicBezTo>
                    <a:pt x="54" y="74"/>
                    <a:pt x="54" y="74"/>
                    <a:pt x="54" y="74"/>
                  </a:cubicBezTo>
                  <a:cubicBezTo>
                    <a:pt x="55" y="74"/>
                    <a:pt x="56" y="75"/>
                    <a:pt x="57" y="75"/>
                  </a:cubicBezTo>
                  <a:cubicBezTo>
                    <a:pt x="58" y="75"/>
                    <a:pt x="59" y="74"/>
                    <a:pt x="60" y="73"/>
                  </a:cubicBezTo>
                  <a:cubicBezTo>
                    <a:pt x="61" y="71"/>
                    <a:pt x="62" y="70"/>
                    <a:pt x="60" y="68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50" y="60"/>
                    <a:pt x="50" y="60"/>
                    <a:pt x="50" y="60"/>
                  </a:cubicBezTo>
                  <a:cubicBezTo>
                    <a:pt x="50" y="59"/>
                    <a:pt x="49" y="59"/>
                    <a:pt x="49" y="59"/>
                  </a:cubicBezTo>
                  <a:cubicBezTo>
                    <a:pt x="49" y="58"/>
                    <a:pt x="49" y="58"/>
                    <a:pt x="50" y="57"/>
                  </a:cubicBezTo>
                  <a:cubicBezTo>
                    <a:pt x="50" y="57"/>
                    <a:pt x="51" y="57"/>
                    <a:pt x="52" y="57"/>
                  </a:cubicBezTo>
                  <a:cubicBezTo>
                    <a:pt x="65" y="68"/>
                    <a:pt x="65" y="68"/>
                    <a:pt x="65" y="68"/>
                  </a:cubicBezTo>
                  <a:cubicBezTo>
                    <a:pt x="66" y="69"/>
                    <a:pt x="67" y="69"/>
                    <a:pt x="67" y="69"/>
                  </a:cubicBezTo>
                  <a:cubicBezTo>
                    <a:pt x="69" y="69"/>
                    <a:pt x="70" y="68"/>
                    <a:pt x="71" y="67"/>
                  </a:cubicBezTo>
                  <a:cubicBezTo>
                    <a:pt x="72" y="66"/>
                    <a:pt x="72" y="65"/>
                    <a:pt x="72" y="64"/>
                  </a:cubicBezTo>
                  <a:cubicBezTo>
                    <a:pt x="72" y="63"/>
                    <a:pt x="71" y="62"/>
                    <a:pt x="70" y="61"/>
                  </a:cubicBezTo>
                  <a:cubicBezTo>
                    <a:pt x="69" y="59"/>
                    <a:pt x="69" y="59"/>
                    <a:pt x="69" y="59"/>
                  </a:cubicBezTo>
                  <a:cubicBezTo>
                    <a:pt x="69" y="59"/>
                    <a:pt x="69" y="59"/>
                    <a:pt x="69" y="59"/>
                  </a:cubicBezTo>
                  <a:cubicBezTo>
                    <a:pt x="61" y="53"/>
                    <a:pt x="61" y="53"/>
                    <a:pt x="61" y="53"/>
                  </a:cubicBezTo>
                  <a:cubicBezTo>
                    <a:pt x="61" y="53"/>
                    <a:pt x="61" y="53"/>
                    <a:pt x="61" y="52"/>
                  </a:cubicBezTo>
                  <a:cubicBezTo>
                    <a:pt x="61" y="52"/>
                    <a:pt x="61" y="51"/>
                    <a:pt x="61" y="51"/>
                  </a:cubicBezTo>
                  <a:cubicBezTo>
                    <a:pt x="62" y="50"/>
                    <a:pt x="63" y="50"/>
                    <a:pt x="63" y="51"/>
                  </a:cubicBezTo>
                  <a:cubicBezTo>
                    <a:pt x="75" y="61"/>
                    <a:pt x="75" y="61"/>
                    <a:pt x="75" y="61"/>
                  </a:cubicBezTo>
                  <a:cubicBezTo>
                    <a:pt x="76" y="61"/>
                    <a:pt x="77" y="62"/>
                    <a:pt x="78" y="62"/>
                  </a:cubicBezTo>
                  <a:cubicBezTo>
                    <a:pt x="80" y="62"/>
                    <a:pt x="81" y="61"/>
                    <a:pt x="82" y="60"/>
                  </a:cubicBezTo>
                  <a:cubicBezTo>
                    <a:pt x="83" y="59"/>
                    <a:pt x="84" y="57"/>
                    <a:pt x="83" y="56"/>
                  </a:cubicBezTo>
                  <a:cubicBezTo>
                    <a:pt x="83" y="55"/>
                    <a:pt x="83" y="54"/>
                    <a:pt x="82" y="53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8" y="50"/>
                    <a:pt x="78" y="50"/>
                    <a:pt x="78" y="50"/>
                  </a:cubicBezTo>
                  <a:cubicBezTo>
                    <a:pt x="72" y="45"/>
                    <a:pt x="72" y="45"/>
                    <a:pt x="72" y="45"/>
                  </a:cubicBezTo>
                  <a:cubicBezTo>
                    <a:pt x="71" y="45"/>
                    <a:pt x="71" y="44"/>
                    <a:pt x="71" y="43"/>
                  </a:cubicBezTo>
                  <a:cubicBezTo>
                    <a:pt x="72" y="42"/>
                    <a:pt x="73" y="42"/>
                    <a:pt x="74" y="43"/>
                  </a:cubicBezTo>
                  <a:cubicBezTo>
                    <a:pt x="84" y="51"/>
                    <a:pt x="84" y="51"/>
                    <a:pt x="84" y="51"/>
                  </a:cubicBezTo>
                  <a:cubicBezTo>
                    <a:pt x="86" y="53"/>
                    <a:pt x="89" y="52"/>
                    <a:pt x="91" y="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D419B53C-F246-8A4D-96D5-F9F9FF6FF257}"/>
              </a:ext>
            </a:extLst>
          </p:cNvPr>
          <p:cNvGrpSpPr/>
          <p:nvPr/>
        </p:nvGrpSpPr>
        <p:grpSpPr>
          <a:xfrm>
            <a:off x="9218612" y="969962"/>
            <a:ext cx="777875" cy="2035175"/>
            <a:chOff x="9218612" y="969962"/>
            <a:chExt cx="777875" cy="2035175"/>
          </a:xfrm>
        </p:grpSpPr>
        <p:cxnSp>
          <p:nvCxnSpPr>
            <p:cNvPr id="1745" name="Google Shape;1745;p62"/>
            <p:cNvCxnSpPr/>
            <p:nvPr/>
          </p:nvCxnSpPr>
          <p:spPr>
            <a:xfrm rot="10800000">
              <a:off x="9604375" y="1919287"/>
              <a:ext cx="0" cy="1085850"/>
            </a:xfrm>
            <a:prstGeom prst="straightConnector1">
              <a:avLst/>
            </a:prstGeom>
            <a:noFill/>
            <a:ln w="34925" cap="flat" cmpd="sng">
              <a:solidFill>
                <a:srgbClr val="41404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753" name="Google Shape;1753;p62"/>
            <p:cNvSpPr/>
            <p:nvPr/>
          </p:nvSpPr>
          <p:spPr>
            <a:xfrm>
              <a:off x="9218612" y="969962"/>
              <a:ext cx="777875" cy="774700"/>
            </a:xfrm>
            <a:prstGeom prst="ellipse">
              <a:avLst/>
            </a:prstGeom>
            <a:solidFill>
              <a:srgbClr val="E24E5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3" name="Google Shape;1763;p62"/>
            <p:cNvSpPr/>
            <p:nvPr/>
          </p:nvSpPr>
          <p:spPr>
            <a:xfrm>
              <a:off x="9388475" y="1154112"/>
              <a:ext cx="463550" cy="392112"/>
            </a:xfrm>
            <a:custGeom>
              <a:avLst/>
              <a:gdLst/>
              <a:ahLst/>
              <a:cxnLst/>
              <a:rect l="l" t="t" r="r" b="b"/>
              <a:pathLst>
                <a:path w="103" h="87" extrusionOk="0">
                  <a:moveTo>
                    <a:pt x="14" y="71"/>
                  </a:moveTo>
                  <a:cubicBezTo>
                    <a:pt x="14" y="47"/>
                    <a:pt x="14" y="47"/>
                    <a:pt x="14" y="47"/>
                  </a:cubicBezTo>
                  <a:cubicBezTo>
                    <a:pt x="14" y="46"/>
                    <a:pt x="15" y="44"/>
                    <a:pt x="17" y="44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5" y="44"/>
                    <a:pt x="26" y="46"/>
                    <a:pt x="26" y="47"/>
                  </a:cubicBezTo>
                  <a:cubicBezTo>
                    <a:pt x="26" y="71"/>
                    <a:pt x="26" y="71"/>
                    <a:pt x="26" y="71"/>
                  </a:cubicBezTo>
                  <a:cubicBezTo>
                    <a:pt x="26" y="73"/>
                    <a:pt x="25" y="74"/>
                    <a:pt x="23" y="74"/>
                  </a:cubicBezTo>
                  <a:cubicBezTo>
                    <a:pt x="17" y="74"/>
                    <a:pt x="17" y="74"/>
                    <a:pt x="17" y="74"/>
                  </a:cubicBezTo>
                  <a:cubicBezTo>
                    <a:pt x="15" y="74"/>
                    <a:pt x="14" y="73"/>
                    <a:pt x="14" y="71"/>
                  </a:cubicBezTo>
                  <a:close/>
                  <a:moveTo>
                    <a:pt x="38" y="36"/>
                  </a:moveTo>
                  <a:cubicBezTo>
                    <a:pt x="36" y="36"/>
                    <a:pt x="34" y="37"/>
                    <a:pt x="34" y="39"/>
                  </a:cubicBezTo>
                  <a:cubicBezTo>
                    <a:pt x="34" y="71"/>
                    <a:pt x="34" y="71"/>
                    <a:pt x="34" y="71"/>
                  </a:cubicBezTo>
                  <a:cubicBezTo>
                    <a:pt x="34" y="73"/>
                    <a:pt x="36" y="74"/>
                    <a:pt x="38" y="74"/>
                  </a:cubicBezTo>
                  <a:cubicBezTo>
                    <a:pt x="43" y="74"/>
                    <a:pt x="43" y="74"/>
                    <a:pt x="43" y="74"/>
                  </a:cubicBezTo>
                  <a:cubicBezTo>
                    <a:pt x="45" y="74"/>
                    <a:pt x="47" y="73"/>
                    <a:pt x="47" y="71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47" y="37"/>
                    <a:pt x="45" y="36"/>
                    <a:pt x="43" y="36"/>
                  </a:cubicBezTo>
                  <a:lnTo>
                    <a:pt x="38" y="36"/>
                  </a:lnTo>
                  <a:close/>
                  <a:moveTo>
                    <a:pt x="58" y="29"/>
                  </a:moveTo>
                  <a:cubicBezTo>
                    <a:pt x="56" y="29"/>
                    <a:pt x="55" y="30"/>
                    <a:pt x="55" y="32"/>
                  </a:cubicBezTo>
                  <a:cubicBezTo>
                    <a:pt x="55" y="71"/>
                    <a:pt x="55" y="71"/>
                    <a:pt x="55" y="71"/>
                  </a:cubicBezTo>
                  <a:cubicBezTo>
                    <a:pt x="55" y="73"/>
                    <a:pt x="56" y="74"/>
                    <a:pt x="58" y="74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66" y="74"/>
                    <a:pt x="67" y="73"/>
                    <a:pt x="67" y="71"/>
                  </a:cubicBezTo>
                  <a:cubicBezTo>
                    <a:pt x="67" y="32"/>
                    <a:pt x="67" y="32"/>
                    <a:pt x="67" y="32"/>
                  </a:cubicBezTo>
                  <a:cubicBezTo>
                    <a:pt x="67" y="30"/>
                    <a:pt x="66" y="29"/>
                    <a:pt x="64" y="29"/>
                  </a:cubicBezTo>
                  <a:lnTo>
                    <a:pt x="58" y="29"/>
                  </a:lnTo>
                  <a:close/>
                  <a:moveTo>
                    <a:pt x="79" y="21"/>
                  </a:moveTo>
                  <a:cubicBezTo>
                    <a:pt x="77" y="21"/>
                    <a:pt x="76" y="23"/>
                    <a:pt x="76" y="25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6" y="73"/>
                    <a:pt x="77" y="74"/>
                    <a:pt x="79" y="74"/>
                  </a:cubicBezTo>
                  <a:cubicBezTo>
                    <a:pt x="85" y="74"/>
                    <a:pt x="85" y="74"/>
                    <a:pt x="85" y="74"/>
                  </a:cubicBezTo>
                  <a:cubicBezTo>
                    <a:pt x="87" y="74"/>
                    <a:pt x="88" y="73"/>
                    <a:pt x="88" y="71"/>
                  </a:cubicBezTo>
                  <a:cubicBezTo>
                    <a:pt x="88" y="25"/>
                    <a:pt x="88" y="25"/>
                    <a:pt x="88" y="25"/>
                  </a:cubicBezTo>
                  <a:cubicBezTo>
                    <a:pt x="88" y="23"/>
                    <a:pt x="87" y="21"/>
                    <a:pt x="85" y="21"/>
                  </a:cubicBezTo>
                  <a:lnTo>
                    <a:pt x="79" y="21"/>
                  </a:lnTo>
                  <a:close/>
                  <a:moveTo>
                    <a:pt x="15" y="35"/>
                  </a:moveTo>
                  <a:cubicBezTo>
                    <a:pt x="37" y="31"/>
                    <a:pt x="58" y="23"/>
                    <a:pt x="77" y="12"/>
                  </a:cubicBezTo>
                  <a:cubicBezTo>
                    <a:pt x="78" y="15"/>
                    <a:pt x="78" y="15"/>
                    <a:pt x="78" y="15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4" y="8"/>
                    <a:pt x="74" y="8"/>
                    <a:pt x="74" y="8"/>
                  </a:cubicBezTo>
                  <a:cubicBezTo>
                    <a:pt x="56" y="19"/>
                    <a:pt x="36" y="26"/>
                    <a:pt x="15" y="30"/>
                  </a:cubicBezTo>
                  <a:lnTo>
                    <a:pt x="15" y="35"/>
                  </a:lnTo>
                  <a:close/>
                  <a:moveTo>
                    <a:pt x="103" y="81"/>
                  </a:moveTo>
                  <a:cubicBezTo>
                    <a:pt x="93" y="75"/>
                    <a:pt x="93" y="75"/>
                    <a:pt x="93" y="75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78"/>
                    <a:pt x="4" y="78"/>
                    <a:pt x="4" y="78"/>
                  </a:cubicBezTo>
                  <a:cubicBezTo>
                    <a:pt x="4" y="81"/>
                    <a:pt x="4" y="81"/>
                    <a:pt x="4" y="81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93" y="83"/>
                    <a:pt x="93" y="83"/>
                    <a:pt x="93" y="83"/>
                  </a:cubicBezTo>
                  <a:cubicBezTo>
                    <a:pt x="93" y="87"/>
                    <a:pt x="93" y="87"/>
                    <a:pt x="93" y="87"/>
                  </a:cubicBezTo>
                  <a:lnTo>
                    <a:pt x="103" y="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E85E3F7E-A64F-7645-987D-36D573F0BD62}"/>
              </a:ext>
            </a:extLst>
          </p:cNvPr>
          <p:cNvGrpSpPr/>
          <p:nvPr/>
        </p:nvGrpSpPr>
        <p:grpSpPr>
          <a:xfrm>
            <a:off x="7800975" y="3859212"/>
            <a:ext cx="774700" cy="2039938"/>
            <a:chOff x="7800975" y="3859212"/>
            <a:chExt cx="774700" cy="2039938"/>
          </a:xfrm>
        </p:grpSpPr>
        <p:cxnSp>
          <p:nvCxnSpPr>
            <p:cNvPr id="1750" name="Google Shape;1750;p62"/>
            <p:cNvCxnSpPr/>
            <p:nvPr/>
          </p:nvCxnSpPr>
          <p:spPr>
            <a:xfrm>
              <a:off x="8188325" y="3859212"/>
              <a:ext cx="0" cy="1090612"/>
            </a:xfrm>
            <a:prstGeom prst="straightConnector1">
              <a:avLst/>
            </a:prstGeom>
            <a:noFill/>
            <a:ln w="34925" cap="flat" cmpd="sng">
              <a:solidFill>
                <a:srgbClr val="41404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758" name="Google Shape;1758;p62"/>
            <p:cNvSpPr/>
            <p:nvPr/>
          </p:nvSpPr>
          <p:spPr>
            <a:xfrm>
              <a:off x="7800975" y="5124450"/>
              <a:ext cx="774700" cy="774700"/>
            </a:xfrm>
            <a:prstGeom prst="ellipse">
              <a:avLst/>
            </a:prstGeom>
            <a:solidFill>
              <a:srgbClr val="FF912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4" name="Google Shape;1764;p62"/>
            <p:cNvSpPr/>
            <p:nvPr/>
          </p:nvSpPr>
          <p:spPr>
            <a:xfrm>
              <a:off x="7877175" y="5305425"/>
              <a:ext cx="635000" cy="333375"/>
            </a:xfrm>
            <a:custGeom>
              <a:avLst/>
              <a:gdLst/>
              <a:ahLst/>
              <a:cxnLst/>
              <a:rect l="l" t="t" r="r" b="b"/>
              <a:pathLst>
                <a:path w="141" h="74" extrusionOk="0">
                  <a:moveTo>
                    <a:pt x="101" y="69"/>
                  </a:moveTo>
                  <a:cubicBezTo>
                    <a:pt x="99" y="70"/>
                    <a:pt x="97" y="71"/>
                    <a:pt x="95" y="71"/>
                  </a:cubicBezTo>
                  <a:cubicBezTo>
                    <a:pt x="88" y="73"/>
                    <a:pt x="81" y="73"/>
                    <a:pt x="72" y="74"/>
                  </a:cubicBezTo>
                  <a:cubicBezTo>
                    <a:pt x="63" y="73"/>
                    <a:pt x="56" y="73"/>
                    <a:pt x="49" y="71"/>
                  </a:cubicBezTo>
                  <a:cubicBezTo>
                    <a:pt x="46" y="71"/>
                    <a:pt x="44" y="70"/>
                    <a:pt x="42" y="69"/>
                  </a:cubicBezTo>
                  <a:cubicBezTo>
                    <a:pt x="36" y="66"/>
                    <a:pt x="36" y="61"/>
                    <a:pt x="40" y="58"/>
                  </a:cubicBezTo>
                  <a:cubicBezTo>
                    <a:pt x="43" y="54"/>
                    <a:pt x="48" y="52"/>
                    <a:pt x="53" y="49"/>
                  </a:cubicBezTo>
                  <a:cubicBezTo>
                    <a:pt x="55" y="48"/>
                    <a:pt x="57" y="48"/>
                    <a:pt x="59" y="47"/>
                  </a:cubicBezTo>
                  <a:cubicBezTo>
                    <a:pt x="63" y="45"/>
                    <a:pt x="64" y="41"/>
                    <a:pt x="61" y="38"/>
                  </a:cubicBezTo>
                  <a:cubicBezTo>
                    <a:pt x="55" y="32"/>
                    <a:pt x="53" y="24"/>
                    <a:pt x="53" y="16"/>
                  </a:cubicBezTo>
                  <a:cubicBezTo>
                    <a:pt x="54" y="7"/>
                    <a:pt x="59" y="3"/>
                    <a:pt x="67" y="1"/>
                  </a:cubicBezTo>
                  <a:cubicBezTo>
                    <a:pt x="69" y="0"/>
                    <a:pt x="70" y="0"/>
                    <a:pt x="72" y="0"/>
                  </a:cubicBezTo>
                  <a:cubicBezTo>
                    <a:pt x="74" y="0"/>
                    <a:pt x="75" y="0"/>
                    <a:pt x="77" y="1"/>
                  </a:cubicBezTo>
                  <a:cubicBezTo>
                    <a:pt x="85" y="3"/>
                    <a:pt x="90" y="7"/>
                    <a:pt x="90" y="16"/>
                  </a:cubicBezTo>
                  <a:cubicBezTo>
                    <a:pt x="91" y="24"/>
                    <a:pt x="88" y="32"/>
                    <a:pt x="82" y="38"/>
                  </a:cubicBezTo>
                  <a:cubicBezTo>
                    <a:pt x="79" y="41"/>
                    <a:pt x="80" y="45"/>
                    <a:pt x="85" y="47"/>
                  </a:cubicBezTo>
                  <a:cubicBezTo>
                    <a:pt x="87" y="48"/>
                    <a:pt x="89" y="48"/>
                    <a:pt x="91" y="49"/>
                  </a:cubicBezTo>
                  <a:cubicBezTo>
                    <a:pt x="96" y="52"/>
                    <a:pt x="100" y="54"/>
                    <a:pt x="104" y="58"/>
                  </a:cubicBezTo>
                  <a:cubicBezTo>
                    <a:pt x="106" y="60"/>
                    <a:pt x="108" y="66"/>
                    <a:pt x="101" y="69"/>
                  </a:cubicBezTo>
                  <a:close/>
                  <a:moveTo>
                    <a:pt x="138" y="63"/>
                  </a:moveTo>
                  <a:cubicBezTo>
                    <a:pt x="136" y="60"/>
                    <a:pt x="133" y="58"/>
                    <a:pt x="129" y="57"/>
                  </a:cubicBezTo>
                  <a:cubicBezTo>
                    <a:pt x="128" y="56"/>
                    <a:pt x="126" y="56"/>
                    <a:pt x="125" y="55"/>
                  </a:cubicBezTo>
                  <a:cubicBezTo>
                    <a:pt x="122" y="54"/>
                    <a:pt x="121" y="51"/>
                    <a:pt x="123" y="49"/>
                  </a:cubicBezTo>
                  <a:cubicBezTo>
                    <a:pt x="128" y="45"/>
                    <a:pt x="129" y="39"/>
                    <a:pt x="129" y="34"/>
                  </a:cubicBezTo>
                  <a:cubicBezTo>
                    <a:pt x="129" y="27"/>
                    <a:pt x="125" y="24"/>
                    <a:pt x="120" y="23"/>
                  </a:cubicBezTo>
                  <a:cubicBezTo>
                    <a:pt x="118" y="23"/>
                    <a:pt x="117" y="22"/>
                    <a:pt x="116" y="22"/>
                  </a:cubicBezTo>
                  <a:cubicBezTo>
                    <a:pt x="115" y="22"/>
                    <a:pt x="114" y="23"/>
                    <a:pt x="112" y="23"/>
                  </a:cubicBezTo>
                  <a:cubicBezTo>
                    <a:pt x="107" y="24"/>
                    <a:pt x="103" y="27"/>
                    <a:pt x="103" y="34"/>
                  </a:cubicBezTo>
                  <a:cubicBezTo>
                    <a:pt x="103" y="39"/>
                    <a:pt x="104" y="45"/>
                    <a:pt x="109" y="49"/>
                  </a:cubicBezTo>
                  <a:cubicBezTo>
                    <a:pt x="111" y="51"/>
                    <a:pt x="110" y="54"/>
                    <a:pt x="107" y="55"/>
                  </a:cubicBezTo>
                  <a:cubicBezTo>
                    <a:pt x="107" y="55"/>
                    <a:pt x="107" y="55"/>
                    <a:pt x="107" y="55"/>
                  </a:cubicBezTo>
                  <a:cubicBezTo>
                    <a:pt x="107" y="55"/>
                    <a:pt x="108" y="56"/>
                    <a:pt x="108" y="56"/>
                  </a:cubicBezTo>
                  <a:cubicBezTo>
                    <a:pt x="110" y="58"/>
                    <a:pt x="111" y="61"/>
                    <a:pt x="111" y="64"/>
                  </a:cubicBezTo>
                  <a:cubicBezTo>
                    <a:pt x="110" y="67"/>
                    <a:pt x="108" y="70"/>
                    <a:pt x="105" y="72"/>
                  </a:cubicBezTo>
                  <a:cubicBezTo>
                    <a:pt x="104" y="72"/>
                    <a:pt x="103" y="72"/>
                    <a:pt x="102" y="73"/>
                  </a:cubicBezTo>
                  <a:cubicBezTo>
                    <a:pt x="106" y="73"/>
                    <a:pt x="111" y="73"/>
                    <a:pt x="116" y="74"/>
                  </a:cubicBezTo>
                  <a:cubicBezTo>
                    <a:pt x="122" y="73"/>
                    <a:pt x="127" y="73"/>
                    <a:pt x="132" y="72"/>
                  </a:cubicBezTo>
                  <a:cubicBezTo>
                    <a:pt x="134" y="72"/>
                    <a:pt x="135" y="71"/>
                    <a:pt x="137" y="71"/>
                  </a:cubicBezTo>
                  <a:cubicBezTo>
                    <a:pt x="141" y="69"/>
                    <a:pt x="140" y="64"/>
                    <a:pt x="138" y="63"/>
                  </a:cubicBezTo>
                  <a:close/>
                  <a:moveTo>
                    <a:pt x="33" y="64"/>
                  </a:moveTo>
                  <a:cubicBezTo>
                    <a:pt x="32" y="62"/>
                    <a:pt x="33" y="59"/>
                    <a:pt x="36" y="56"/>
                  </a:cubicBezTo>
                  <a:cubicBezTo>
                    <a:pt x="37" y="55"/>
                    <a:pt x="38" y="54"/>
                    <a:pt x="39" y="54"/>
                  </a:cubicBezTo>
                  <a:cubicBezTo>
                    <a:pt x="38" y="53"/>
                    <a:pt x="37" y="53"/>
                    <a:pt x="37" y="53"/>
                  </a:cubicBezTo>
                  <a:cubicBezTo>
                    <a:pt x="34" y="52"/>
                    <a:pt x="33" y="48"/>
                    <a:pt x="35" y="46"/>
                  </a:cubicBezTo>
                  <a:cubicBezTo>
                    <a:pt x="40" y="41"/>
                    <a:pt x="42" y="36"/>
                    <a:pt x="41" y="29"/>
                  </a:cubicBezTo>
                  <a:cubicBezTo>
                    <a:pt x="41" y="23"/>
                    <a:pt x="37" y="19"/>
                    <a:pt x="31" y="17"/>
                  </a:cubicBezTo>
                  <a:cubicBezTo>
                    <a:pt x="30" y="17"/>
                    <a:pt x="28" y="17"/>
                    <a:pt x="27" y="17"/>
                  </a:cubicBezTo>
                  <a:cubicBezTo>
                    <a:pt x="26" y="17"/>
                    <a:pt x="24" y="17"/>
                    <a:pt x="23" y="17"/>
                  </a:cubicBezTo>
                  <a:cubicBezTo>
                    <a:pt x="17" y="19"/>
                    <a:pt x="13" y="23"/>
                    <a:pt x="13" y="29"/>
                  </a:cubicBezTo>
                  <a:cubicBezTo>
                    <a:pt x="12" y="36"/>
                    <a:pt x="14" y="41"/>
                    <a:pt x="19" y="46"/>
                  </a:cubicBezTo>
                  <a:cubicBezTo>
                    <a:pt x="21" y="49"/>
                    <a:pt x="20" y="52"/>
                    <a:pt x="17" y="53"/>
                  </a:cubicBezTo>
                  <a:cubicBezTo>
                    <a:pt x="16" y="54"/>
                    <a:pt x="14" y="54"/>
                    <a:pt x="12" y="55"/>
                  </a:cubicBezTo>
                  <a:cubicBezTo>
                    <a:pt x="9" y="57"/>
                    <a:pt x="5" y="59"/>
                    <a:pt x="2" y="62"/>
                  </a:cubicBezTo>
                  <a:cubicBezTo>
                    <a:pt x="0" y="64"/>
                    <a:pt x="0" y="68"/>
                    <a:pt x="4" y="70"/>
                  </a:cubicBezTo>
                  <a:cubicBezTo>
                    <a:pt x="6" y="71"/>
                    <a:pt x="7" y="72"/>
                    <a:pt x="9" y="72"/>
                  </a:cubicBezTo>
                  <a:cubicBezTo>
                    <a:pt x="15" y="73"/>
                    <a:pt x="20" y="73"/>
                    <a:pt x="27" y="74"/>
                  </a:cubicBezTo>
                  <a:cubicBezTo>
                    <a:pt x="33" y="73"/>
                    <a:pt x="37" y="73"/>
                    <a:pt x="42" y="73"/>
                  </a:cubicBezTo>
                  <a:cubicBezTo>
                    <a:pt x="41" y="72"/>
                    <a:pt x="40" y="72"/>
                    <a:pt x="39" y="72"/>
                  </a:cubicBezTo>
                  <a:cubicBezTo>
                    <a:pt x="35" y="70"/>
                    <a:pt x="33" y="67"/>
                    <a:pt x="33" y="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952BA5E4-683B-FE45-BAC5-0CE59CD46382}"/>
              </a:ext>
            </a:extLst>
          </p:cNvPr>
          <p:cNvGrpSpPr/>
          <p:nvPr/>
        </p:nvGrpSpPr>
        <p:grpSpPr>
          <a:xfrm>
            <a:off x="2217737" y="3859212"/>
            <a:ext cx="779462" cy="2039938"/>
            <a:chOff x="2217737" y="3859212"/>
            <a:chExt cx="779462" cy="2039938"/>
          </a:xfrm>
        </p:grpSpPr>
        <p:cxnSp>
          <p:nvCxnSpPr>
            <p:cNvPr id="1748" name="Google Shape;1748;p62"/>
            <p:cNvCxnSpPr/>
            <p:nvPr/>
          </p:nvCxnSpPr>
          <p:spPr>
            <a:xfrm>
              <a:off x="2609850" y="3859212"/>
              <a:ext cx="0" cy="1090612"/>
            </a:xfrm>
            <a:prstGeom prst="straightConnector1">
              <a:avLst/>
            </a:prstGeom>
            <a:noFill/>
            <a:ln w="34925" cap="flat" cmpd="sng">
              <a:solidFill>
                <a:srgbClr val="41404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756" name="Google Shape;1756;p62"/>
            <p:cNvSpPr/>
            <p:nvPr/>
          </p:nvSpPr>
          <p:spPr>
            <a:xfrm>
              <a:off x="2217737" y="5124450"/>
              <a:ext cx="779462" cy="774700"/>
            </a:xfrm>
            <a:prstGeom prst="ellipse">
              <a:avLst/>
            </a:prstGeom>
            <a:solidFill>
              <a:srgbClr val="69D1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5" name="Google Shape;1765;p62"/>
            <p:cNvSpPr/>
            <p:nvPr/>
          </p:nvSpPr>
          <p:spPr>
            <a:xfrm>
              <a:off x="2401887" y="5300662"/>
              <a:ext cx="414337" cy="373062"/>
            </a:xfrm>
            <a:custGeom>
              <a:avLst/>
              <a:gdLst/>
              <a:ahLst/>
              <a:cxnLst/>
              <a:rect l="l" t="t" r="r" b="b"/>
              <a:pathLst>
                <a:path w="92" h="83" extrusionOk="0">
                  <a:moveTo>
                    <a:pt x="62" y="11"/>
                  </a:moveTo>
                  <a:cubicBezTo>
                    <a:pt x="57" y="11"/>
                    <a:pt x="57" y="11"/>
                    <a:pt x="57" y="11"/>
                  </a:cubicBezTo>
                  <a:cubicBezTo>
                    <a:pt x="56" y="8"/>
                    <a:pt x="54" y="5"/>
                    <a:pt x="51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38" y="5"/>
                    <a:pt x="35" y="8"/>
                    <a:pt x="35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5"/>
                    <a:pt x="34" y="0"/>
                    <a:pt x="39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8" y="0"/>
                    <a:pt x="62" y="5"/>
                    <a:pt x="62" y="11"/>
                  </a:cubicBezTo>
                  <a:close/>
                  <a:moveTo>
                    <a:pt x="14" y="46"/>
                  </a:moveTo>
                  <a:cubicBezTo>
                    <a:pt x="37" y="46"/>
                    <a:pt x="37" y="46"/>
                    <a:pt x="37" y="46"/>
                  </a:cubicBezTo>
                  <a:cubicBezTo>
                    <a:pt x="37" y="43"/>
                    <a:pt x="37" y="43"/>
                    <a:pt x="37" y="43"/>
                  </a:cubicBezTo>
                  <a:cubicBezTo>
                    <a:pt x="37" y="40"/>
                    <a:pt x="39" y="38"/>
                    <a:pt x="41" y="38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3" y="38"/>
                    <a:pt x="55" y="40"/>
                    <a:pt x="55" y="43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78" y="46"/>
                    <a:pt x="78" y="46"/>
                    <a:pt x="78" y="46"/>
                  </a:cubicBezTo>
                  <a:cubicBezTo>
                    <a:pt x="85" y="46"/>
                    <a:pt x="91" y="40"/>
                    <a:pt x="92" y="33"/>
                  </a:cubicBezTo>
                  <a:cubicBezTo>
                    <a:pt x="92" y="26"/>
                    <a:pt x="92" y="26"/>
                    <a:pt x="92" y="26"/>
                  </a:cubicBezTo>
                  <a:cubicBezTo>
                    <a:pt x="92" y="19"/>
                    <a:pt x="87" y="14"/>
                    <a:pt x="81" y="14"/>
                  </a:cubicBezTo>
                  <a:cubicBezTo>
                    <a:pt x="76" y="14"/>
                    <a:pt x="76" y="14"/>
                    <a:pt x="76" y="14"/>
                  </a:cubicBezTo>
                  <a:cubicBezTo>
                    <a:pt x="74" y="14"/>
                    <a:pt x="74" y="14"/>
                    <a:pt x="74" y="14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3" y="14"/>
                    <a:pt x="63" y="14"/>
                    <a:pt x="63" y="14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5" y="14"/>
                    <a:pt x="0" y="19"/>
                    <a:pt x="0" y="2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40"/>
                    <a:pt x="7" y="46"/>
                    <a:pt x="14" y="46"/>
                  </a:cubicBezTo>
                  <a:close/>
                  <a:moveTo>
                    <a:pt x="78" y="50"/>
                  </a:moveTo>
                  <a:cubicBezTo>
                    <a:pt x="55" y="50"/>
                    <a:pt x="55" y="50"/>
                    <a:pt x="55" y="50"/>
                  </a:cubicBezTo>
                  <a:cubicBezTo>
                    <a:pt x="55" y="53"/>
                    <a:pt x="55" y="53"/>
                    <a:pt x="55" y="53"/>
                  </a:cubicBezTo>
                  <a:cubicBezTo>
                    <a:pt x="55" y="56"/>
                    <a:pt x="53" y="58"/>
                    <a:pt x="50" y="58"/>
                  </a:cubicBezTo>
                  <a:cubicBezTo>
                    <a:pt x="41" y="58"/>
                    <a:pt x="41" y="58"/>
                    <a:pt x="41" y="58"/>
                  </a:cubicBezTo>
                  <a:cubicBezTo>
                    <a:pt x="39" y="58"/>
                    <a:pt x="37" y="56"/>
                    <a:pt x="37" y="53"/>
                  </a:cubicBezTo>
                  <a:cubicBezTo>
                    <a:pt x="37" y="50"/>
                    <a:pt x="37" y="50"/>
                    <a:pt x="37" y="50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8" y="50"/>
                    <a:pt x="3" y="47"/>
                    <a:pt x="0" y="42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7"/>
                    <a:pt x="5" y="83"/>
                    <a:pt x="10" y="83"/>
                  </a:cubicBezTo>
                  <a:cubicBezTo>
                    <a:pt x="14" y="83"/>
                    <a:pt x="14" y="83"/>
                    <a:pt x="14" y="83"/>
                  </a:cubicBezTo>
                  <a:cubicBezTo>
                    <a:pt x="17" y="83"/>
                    <a:pt x="17" y="83"/>
                    <a:pt x="17" y="83"/>
                  </a:cubicBezTo>
                  <a:cubicBezTo>
                    <a:pt x="21" y="83"/>
                    <a:pt x="21" y="83"/>
                    <a:pt x="21" y="83"/>
                  </a:cubicBezTo>
                  <a:cubicBezTo>
                    <a:pt x="70" y="83"/>
                    <a:pt x="70" y="83"/>
                    <a:pt x="70" y="83"/>
                  </a:cubicBezTo>
                  <a:cubicBezTo>
                    <a:pt x="74" y="83"/>
                    <a:pt x="74" y="83"/>
                    <a:pt x="74" y="83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87" y="83"/>
                    <a:pt x="92" y="77"/>
                    <a:pt x="92" y="71"/>
                  </a:cubicBezTo>
                  <a:cubicBezTo>
                    <a:pt x="92" y="42"/>
                    <a:pt x="92" y="42"/>
                    <a:pt x="92" y="42"/>
                  </a:cubicBezTo>
                  <a:cubicBezTo>
                    <a:pt x="89" y="47"/>
                    <a:pt x="84" y="50"/>
                    <a:pt x="78" y="50"/>
                  </a:cubicBezTo>
                  <a:close/>
                  <a:moveTo>
                    <a:pt x="50" y="42"/>
                  </a:moveTo>
                  <a:cubicBezTo>
                    <a:pt x="41" y="42"/>
                    <a:pt x="41" y="42"/>
                    <a:pt x="41" y="42"/>
                  </a:cubicBezTo>
                  <a:cubicBezTo>
                    <a:pt x="41" y="42"/>
                    <a:pt x="40" y="42"/>
                    <a:pt x="40" y="43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0" y="50"/>
                    <a:pt x="40" y="50"/>
                    <a:pt x="40" y="50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3"/>
                    <a:pt x="40" y="53"/>
                    <a:pt x="40" y="53"/>
                  </a:cubicBezTo>
                  <a:cubicBezTo>
                    <a:pt x="40" y="54"/>
                    <a:pt x="41" y="55"/>
                    <a:pt x="41" y="55"/>
                  </a:cubicBezTo>
                  <a:cubicBezTo>
                    <a:pt x="50" y="55"/>
                    <a:pt x="50" y="55"/>
                    <a:pt x="50" y="55"/>
                  </a:cubicBezTo>
                  <a:cubicBezTo>
                    <a:pt x="51" y="55"/>
                    <a:pt x="52" y="54"/>
                    <a:pt x="52" y="53"/>
                  </a:cubicBezTo>
                  <a:cubicBezTo>
                    <a:pt x="52" y="51"/>
                    <a:pt x="52" y="51"/>
                    <a:pt x="52" y="51"/>
                  </a:cubicBezTo>
                  <a:cubicBezTo>
                    <a:pt x="52" y="50"/>
                    <a:pt x="52" y="50"/>
                    <a:pt x="52" y="50"/>
                  </a:cubicBezTo>
                  <a:cubicBezTo>
                    <a:pt x="52" y="47"/>
                    <a:pt x="52" y="47"/>
                    <a:pt x="52" y="47"/>
                  </a:cubicBezTo>
                  <a:cubicBezTo>
                    <a:pt x="52" y="45"/>
                    <a:pt x="52" y="45"/>
                    <a:pt x="52" y="45"/>
                  </a:cubicBezTo>
                  <a:cubicBezTo>
                    <a:pt x="52" y="43"/>
                    <a:pt x="52" y="43"/>
                    <a:pt x="52" y="43"/>
                  </a:cubicBezTo>
                  <a:cubicBezTo>
                    <a:pt x="52" y="42"/>
                    <a:pt x="51" y="42"/>
                    <a:pt x="50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3AD677D6-8BEC-D643-9DD3-17A31D2B5814}"/>
              </a:ext>
            </a:extLst>
          </p:cNvPr>
          <p:cNvGrpSpPr/>
          <p:nvPr/>
        </p:nvGrpSpPr>
        <p:grpSpPr>
          <a:xfrm>
            <a:off x="10590212" y="3859212"/>
            <a:ext cx="777875" cy="2039938"/>
            <a:chOff x="10590212" y="3859212"/>
            <a:chExt cx="777875" cy="2039938"/>
          </a:xfrm>
        </p:grpSpPr>
        <p:cxnSp>
          <p:nvCxnSpPr>
            <p:cNvPr id="1752" name="Google Shape;1752;p62"/>
            <p:cNvCxnSpPr/>
            <p:nvPr/>
          </p:nvCxnSpPr>
          <p:spPr>
            <a:xfrm>
              <a:off x="10982325" y="3859212"/>
              <a:ext cx="0" cy="1090612"/>
            </a:xfrm>
            <a:prstGeom prst="straightConnector1">
              <a:avLst/>
            </a:prstGeom>
            <a:noFill/>
            <a:ln w="34925" cap="flat" cmpd="sng">
              <a:solidFill>
                <a:srgbClr val="41404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760" name="Google Shape;1760;p62"/>
            <p:cNvSpPr/>
            <p:nvPr/>
          </p:nvSpPr>
          <p:spPr>
            <a:xfrm>
              <a:off x="10590212" y="5124450"/>
              <a:ext cx="777875" cy="774700"/>
            </a:xfrm>
            <a:prstGeom prst="ellipse">
              <a:avLst/>
            </a:prstGeom>
            <a:solidFill>
              <a:srgbClr val="8C133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6" name="Google Shape;1766;p62"/>
            <p:cNvSpPr/>
            <p:nvPr/>
          </p:nvSpPr>
          <p:spPr>
            <a:xfrm>
              <a:off x="10828337" y="5291137"/>
              <a:ext cx="306387" cy="450850"/>
            </a:xfrm>
            <a:custGeom>
              <a:avLst/>
              <a:gdLst/>
              <a:ahLst/>
              <a:cxnLst/>
              <a:rect l="l" t="t" r="r" b="b"/>
              <a:pathLst>
                <a:path w="68" h="100" extrusionOk="0">
                  <a:moveTo>
                    <a:pt x="68" y="66"/>
                  </a:moveTo>
                  <a:cubicBezTo>
                    <a:pt x="68" y="56"/>
                    <a:pt x="60" y="48"/>
                    <a:pt x="44" y="44"/>
                  </a:cubicBezTo>
                  <a:cubicBezTo>
                    <a:pt x="42" y="44"/>
                    <a:pt x="33" y="41"/>
                    <a:pt x="32" y="41"/>
                  </a:cubicBezTo>
                  <a:cubicBezTo>
                    <a:pt x="19" y="38"/>
                    <a:pt x="16" y="36"/>
                    <a:pt x="16" y="33"/>
                  </a:cubicBezTo>
                  <a:cubicBezTo>
                    <a:pt x="16" y="29"/>
                    <a:pt x="20" y="25"/>
                    <a:pt x="33" y="25"/>
                  </a:cubicBezTo>
                  <a:cubicBezTo>
                    <a:pt x="42" y="25"/>
                    <a:pt x="50" y="32"/>
                    <a:pt x="50" y="32"/>
                  </a:cubicBezTo>
                  <a:cubicBezTo>
                    <a:pt x="54" y="34"/>
                    <a:pt x="56" y="34"/>
                    <a:pt x="59" y="31"/>
                  </a:cubicBezTo>
                  <a:cubicBezTo>
                    <a:pt x="59" y="31"/>
                    <a:pt x="63" y="28"/>
                    <a:pt x="63" y="25"/>
                  </a:cubicBezTo>
                  <a:cubicBezTo>
                    <a:pt x="63" y="20"/>
                    <a:pt x="52" y="14"/>
                    <a:pt x="41" y="12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2"/>
                    <a:pt x="39" y="0"/>
                    <a:pt x="36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9" y="0"/>
                    <a:pt x="27" y="2"/>
                    <a:pt x="27" y="4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9" y="13"/>
                    <a:pt x="0" y="22"/>
                    <a:pt x="0" y="33"/>
                  </a:cubicBezTo>
                  <a:cubicBezTo>
                    <a:pt x="0" y="46"/>
                    <a:pt x="12" y="51"/>
                    <a:pt x="25" y="54"/>
                  </a:cubicBezTo>
                  <a:cubicBezTo>
                    <a:pt x="27" y="55"/>
                    <a:pt x="38" y="57"/>
                    <a:pt x="39" y="58"/>
                  </a:cubicBezTo>
                  <a:cubicBezTo>
                    <a:pt x="49" y="60"/>
                    <a:pt x="51" y="64"/>
                    <a:pt x="51" y="66"/>
                  </a:cubicBezTo>
                  <a:cubicBezTo>
                    <a:pt x="51" y="71"/>
                    <a:pt x="47" y="75"/>
                    <a:pt x="34" y="75"/>
                  </a:cubicBezTo>
                  <a:cubicBezTo>
                    <a:pt x="26" y="75"/>
                    <a:pt x="14" y="67"/>
                    <a:pt x="14" y="67"/>
                  </a:cubicBezTo>
                  <a:cubicBezTo>
                    <a:pt x="10" y="65"/>
                    <a:pt x="7" y="66"/>
                    <a:pt x="4" y="69"/>
                  </a:cubicBezTo>
                  <a:cubicBezTo>
                    <a:pt x="4" y="69"/>
                    <a:pt x="2" y="72"/>
                    <a:pt x="2" y="75"/>
                  </a:cubicBezTo>
                  <a:cubicBezTo>
                    <a:pt x="2" y="79"/>
                    <a:pt x="15" y="86"/>
                    <a:pt x="27" y="88"/>
                  </a:cubicBezTo>
                  <a:cubicBezTo>
                    <a:pt x="27" y="96"/>
                    <a:pt x="27" y="96"/>
                    <a:pt x="27" y="96"/>
                  </a:cubicBezTo>
                  <a:cubicBezTo>
                    <a:pt x="27" y="98"/>
                    <a:pt x="29" y="100"/>
                    <a:pt x="31" y="100"/>
                  </a:cubicBezTo>
                  <a:cubicBezTo>
                    <a:pt x="36" y="100"/>
                    <a:pt x="36" y="100"/>
                    <a:pt x="36" y="100"/>
                  </a:cubicBezTo>
                  <a:cubicBezTo>
                    <a:pt x="39" y="100"/>
                    <a:pt x="41" y="98"/>
                    <a:pt x="41" y="96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59" y="87"/>
                    <a:pt x="68" y="77"/>
                    <a:pt x="68" y="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BF462899-5490-4648-9DF7-F49164B3892A}"/>
              </a:ext>
            </a:extLst>
          </p:cNvPr>
          <p:cNvGrpSpPr/>
          <p:nvPr/>
        </p:nvGrpSpPr>
        <p:grpSpPr>
          <a:xfrm>
            <a:off x="6429375" y="969962"/>
            <a:ext cx="773112" cy="2035175"/>
            <a:chOff x="6429375" y="969962"/>
            <a:chExt cx="773112" cy="2035175"/>
          </a:xfrm>
        </p:grpSpPr>
        <p:cxnSp>
          <p:nvCxnSpPr>
            <p:cNvPr id="1746" name="Google Shape;1746;p62"/>
            <p:cNvCxnSpPr/>
            <p:nvPr/>
          </p:nvCxnSpPr>
          <p:spPr>
            <a:xfrm rot="10800000">
              <a:off x="6815137" y="1919287"/>
              <a:ext cx="0" cy="1085850"/>
            </a:xfrm>
            <a:prstGeom prst="straightConnector1">
              <a:avLst/>
            </a:prstGeom>
            <a:noFill/>
            <a:ln w="34925" cap="flat" cmpd="sng">
              <a:solidFill>
                <a:srgbClr val="41404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754" name="Google Shape;1754;p62"/>
            <p:cNvSpPr/>
            <p:nvPr/>
          </p:nvSpPr>
          <p:spPr>
            <a:xfrm>
              <a:off x="6429375" y="969962"/>
              <a:ext cx="773112" cy="774700"/>
            </a:xfrm>
            <a:prstGeom prst="ellipse">
              <a:avLst/>
            </a:prstGeom>
            <a:solidFill>
              <a:srgbClr val="FFCC5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7" name="Google Shape;1767;p62"/>
            <p:cNvSpPr/>
            <p:nvPr/>
          </p:nvSpPr>
          <p:spPr>
            <a:xfrm>
              <a:off x="6626225" y="1141412"/>
              <a:ext cx="406400" cy="404812"/>
            </a:xfrm>
            <a:custGeom>
              <a:avLst/>
              <a:gdLst/>
              <a:ahLst/>
              <a:cxnLst/>
              <a:rect l="l" t="t" r="r" b="b"/>
              <a:pathLst>
                <a:path w="90" h="90" extrusionOk="0">
                  <a:moveTo>
                    <a:pt x="42" y="48"/>
                  </a:moveTo>
                  <a:cubicBezTo>
                    <a:pt x="85" y="48"/>
                    <a:pt x="85" y="48"/>
                    <a:pt x="85" y="48"/>
                  </a:cubicBezTo>
                  <a:cubicBezTo>
                    <a:pt x="85" y="71"/>
                    <a:pt x="66" y="90"/>
                    <a:pt x="42" y="90"/>
                  </a:cubicBezTo>
                  <a:cubicBezTo>
                    <a:pt x="19" y="90"/>
                    <a:pt x="0" y="71"/>
                    <a:pt x="0" y="48"/>
                  </a:cubicBezTo>
                  <a:cubicBezTo>
                    <a:pt x="0" y="24"/>
                    <a:pt x="19" y="5"/>
                    <a:pt x="42" y="5"/>
                  </a:cubicBezTo>
                  <a:lnTo>
                    <a:pt x="42" y="48"/>
                  </a:lnTo>
                  <a:close/>
                  <a:moveTo>
                    <a:pt x="48" y="0"/>
                  </a:moveTo>
                  <a:cubicBezTo>
                    <a:pt x="48" y="43"/>
                    <a:pt x="48" y="43"/>
                    <a:pt x="48" y="43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90" y="19"/>
                    <a:pt x="71" y="0"/>
                    <a:pt x="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47E3386C-FC1A-F54D-BBD9-41A6ECC670D1}"/>
              </a:ext>
            </a:extLst>
          </p:cNvPr>
          <p:cNvGrpSpPr/>
          <p:nvPr/>
        </p:nvGrpSpPr>
        <p:grpSpPr>
          <a:xfrm>
            <a:off x="5011737" y="3859212"/>
            <a:ext cx="774700" cy="2039938"/>
            <a:chOff x="5011737" y="3859212"/>
            <a:chExt cx="774700" cy="2039938"/>
          </a:xfrm>
        </p:grpSpPr>
        <p:cxnSp>
          <p:nvCxnSpPr>
            <p:cNvPr id="1749" name="Google Shape;1749;p62"/>
            <p:cNvCxnSpPr/>
            <p:nvPr/>
          </p:nvCxnSpPr>
          <p:spPr>
            <a:xfrm>
              <a:off x="5399087" y="3859212"/>
              <a:ext cx="0" cy="1090612"/>
            </a:xfrm>
            <a:prstGeom prst="straightConnector1">
              <a:avLst/>
            </a:prstGeom>
            <a:noFill/>
            <a:ln w="34925" cap="flat" cmpd="sng">
              <a:solidFill>
                <a:srgbClr val="41404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757" name="Google Shape;1757;p62"/>
            <p:cNvSpPr/>
            <p:nvPr/>
          </p:nvSpPr>
          <p:spPr>
            <a:xfrm>
              <a:off x="5011737" y="5124450"/>
              <a:ext cx="774700" cy="774700"/>
            </a:xfrm>
            <a:prstGeom prst="ellipse">
              <a:avLst/>
            </a:prstGeom>
            <a:solidFill>
              <a:srgbClr val="065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8" name="Google Shape;1768;p62"/>
            <p:cNvSpPr/>
            <p:nvPr/>
          </p:nvSpPr>
          <p:spPr>
            <a:xfrm>
              <a:off x="5187950" y="5300662"/>
              <a:ext cx="422275" cy="423862"/>
            </a:xfrm>
            <a:custGeom>
              <a:avLst/>
              <a:gdLst/>
              <a:ahLst/>
              <a:cxnLst/>
              <a:rect l="l" t="t" r="r" b="b"/>
              <a:pathLst>
                <a:path w="94" h="94" extrusionOk="0">
                  <a:moveTo>
                    <a:pt x="92" y="40"/>
                  </a:moveTo>
                  <a:cubicBezTo>
                    <a:pt x="81" y="38"/>
                    <a:pt x="81" y="38"/>
                    <a:pt x="81" y="38"/>
                  </a:cubicBezTo>
                  <a:cubicBezTo>
                    <a:pt x="80" y="35"/>
                    <a:pt x="79" y="32"/>
                    <a:pt x="77" y="29"/>
                  </a:cubicBezTo>
                  <a:cubicBezTo>
                    <a:pt x="84" y="19"/>
                    <a:pt x="84" y="19"/>
                    <a:pt x="84" y="19"/>
                  </a:cubicBezTo>
                  <a:cubicBezTo>
                    <a:pt x="84" y="19"/>
                    <a:pt x="84" y="17"/>
                    <a:pt x="84" y="17"/>
                  </a:cubicBezTo>
                  <a:cubicBezTo>
                    <a:pt x="77" y="10"/>
                    <a:pt x="77" y="10"/>
                    <a:pt x="77" y="10"/>
                  </a:cubicBezTo>
                  <a:cubicBezTo>
                    <a:pt x="76" y="9"/>
                    <a:pt x="75" y="9"/>
                    <a:pt x="74" y="10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2" y="15"/>
                    <a:pt x="59" y="14"/>
                    <a:pt x="56" y="13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4" y="0"/>
                    <a:pt x="53" y="0"/>
                    <a:pt x="5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40" y="1"/>
                  </a:cubicBezTo>
                  <a:cubicBezTo>
                    <a:pt x="38" y="13"/>
                    <a:pt x="38" y="13"/>
                    <a:pt x="38" y="13"/>
                  </a:cubicBezTo>
                  <a:cubicBezTo>
                    <a:pt x="35" y="14"/>
                    <a:pt x="32" y="15"/>
                    <a:pt x="29" y="17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19" y="9"/>
                    <a:pt x="18" y="9"/>
                    <a:pt x="17" y="10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9" y="17"/>
                    <a:pt x="9" y="19"/>
                    <a:pt x="10" y="1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5" y="32"/>
                    <a:pt x="14" y="35"/>
                    <a:pt x="13" y="3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53"/>
                    <a:pt x="0" y="53"/>
                    <a:pt x="1" y="54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4" y="59"/>
                    <a:pt x="15" y="62"/>
                    <a:pt x="17" y="64"/>
                  </a:cubicBezTo>
                  <a:cubicBezTo>
                    <a:pt x="10" y="74"/>
                    <a:pt x="10" y="74"/>
                    <a:pt x="10" y="74"/>
                  </a:cubicBezTo>
                  <a:cubicBezTo>
                    <a:pt x="9" y="75"/>
                    <a:pt x="9" y="76"/>
                    <a:pt x="10" y="77"/>
                  </a:cubicBezTo>
                  <a:cubicBezTo>
                    <a:pt x="17" y="84"/>
                    <a:pt x="17" y="84"/>
                    <a:pt x="17" y="84"/>
                  </a:cubicBezTo>
                  <a:cubicBezTo>
                    <a:pt x="18" y="84"/>
                    <a:pt x="19" y="84"/>
                    <a:pt x="20" y="84"/>
                  </a:cubicBezTo>
                  <a:cubicBezTo>
                    <a:pt x="29" y="77"/>
                    <a:pt x="29" y="77"/>
                    <a:pt x="29" y="77"/>
                  </a:cubicBezTo>
                  <a:cubicBezTo>
                    <a:pt x="32" y="78"/>
                    <a:pt x="35" y="80"/>
                    <a:pt x="38" y="80"/>
                  </a:cubicBezTo>
                  <a:cubicBezTo>
                    <a:pt x="40" y="92"/>
                    <a:pt x="40" y="92"/>
                    <a:pt x="40" y="92"/>
                  </a:cubicBezTo>
                  <a:cubicBezTo>
                    <a:pt x="40" y="93"/>
                    <a:pt x="41" y="94"/>
                    <a:pt x="42" y="94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53" y="94"/>
                    <a:pt x="54" y="93"/>
                    <a:pt x="54" y="92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9" y="80"/>
                    <a:pt x="62" y="78"/>
                    <a:pt x="65" y="77"/>
                  </a:cubicBezTo>
                  <a:cubicBezTo>
                    <a:pt x="74" y="84"/>
                    <a:pt x="74" y="84"/>
                    <a:pt x="74" y="84"/>
                  </a:cubicBezTo>
                  <a:cubicBezTo>
                    <a:pt x="75" y="84"/>
                    <a:pt x="76" y="84"/>
                    <a:pt x="77" y="84"/>
                  </a:cubicBezTo>
                  <a:cubicBezTo>
                    <a:pt x="84" y="77"/>
                    <a:pt x="84" y="77"/>
                    <a:pt x="84" y="77"/>
                  </a:cubicBezTo>
                  <a:cubicBezTo>
                    <a:pt x="84" y="76"/>
                    <a:pt x="84" y="75"/>
                    <a:pt x="84" y="74"/>
                  </a:cubicBezTo>
                  <a:cubicBezTo>
                    <a:pt x="77" y="64"/>
                    <a:pt x="77" y="64"/>
                    <a:pt x="77" y="64"/>
                  </a:cubicBezTo>
                  <a:cubicBezTo>
                    <a:pt x="79" y="62"/>
                    <a:pt x="80" y="59"/>
                    <a:pt x="81" y="55"/>
                  </a:cubicBezTo>
                  <a:cubicBezTo>
                    <a:pt x="92" y="54"/>
                    <a:pt x="92" y="54"/>
                    <a:pt x="92" y="54"/>
                  </a:cubicBezTo>
                  <a:cubicBezTo>
                    <a:pt x="93" y="53"/>
                    <a:pt x="94" y="53"/>
                    <a:pt x="94" y="52"/>
                  </a:cubicBezTo>
                  <a:cubicBezTo>
                    <a:pt x="94" y="42"/>
                    <a:pt x="94" y="42"/>
                    <a:pt x="94" y="42"/>
                  </a:cubicBezTo>
                  <a:cubicBezTo>
                    <a:pt x="94" y="41"/>
                    <a:pt x="93" y="40"/>
                    <a:pt x="92" y="40"/>
                  </a:cubicBezTo>
                  <a:close/>
                  <a:moveTo>
                    <a:pt x="47" y="64"/>
                  </a:moveTo>
                  <a:cubicBezTo>
                    <a:pt x="37" y="64"/>
                    <a:pt x="29" y="56"/>
                    <a:pt x="29" y="47"/>
                  </a:cubicBezTo>
                  <a:cubicBezTo>
                    <a:pt x="29" y="37"/>
                    <a:pt x="37" y="29"/>
                    <a:pt x="47" y="29"/>
                  </a:cubicBezTo>
                  <a:cubicBezTo>
                    <a:pt x="57" y="29"/>
                    <a:pt x="64" y="37"/>
                    <a:pt x="64" y="47"/>
                  </a:cubicBezTo>
                  <a:cubicBezTo>
                    <a:pt x="64" y="56"/>
                    <a:pt x="57" y="64"/>
                    <a:pt x="47" y="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DAC02E9F-F0F4-A647-8679-A9A26748AA24}"/>
              </a:ext>
            </a:extLst>
          </p:cNvPr>
          <p:cNvGrpSpPr/>
          <p:nvPr/>
        </p:nvGrpSpPr>
        <p:grpSpPr>
          <a:xfrm>
            <a:off x="4784725" y="879475"/>
            <a:ext cx="1431925" cy="2381249"/>
            <a:chOff x="4784725" y="879475"/>
            <a:chExt cx="1431925" cy="2381249"/>
          </a:xfrm>
        </p:grpSpPr>
        <p:sp>
          <p:nvSpPr>
            <p:cNvPr id="1738" name="Google Shape;1738;p62"/>
            <p:cNvSpPr txBox="1"/>
            <p:nvPr/>
          </p:nvSpPr>
          <p:spPr>
            <a:xfrm>
              <a:off x="4908550" y="2662237"/>
              <a:ext cx="1308100" cy="598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24242"/>
                </a:buClr>
                <a:buSzPts val="3100"/>
                <a:buFont typeface="Montserrat"/>
                <a:buNone/>
              </a:pPr>
              <a:r>
                <a:rPr lang="en-US" sz="3100" b="0" i="0" u="none" dirty="0">
                  <a:solidFill>
                    <a:srgbClr val="42424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/>
            </a:p>
          </p:txBody>
        </p:sp>
        <p:sp>
          <p:nvSpPr>
            <p:cNvPr id="1769" name="Google Shape;1769;p62"/>
            <p:cNvSpPr txBox="1"/>
            <p:nvPr/>
          </p:nvSpPr>
          <p:spPr>
            <a:xfrm>
              <a:off x="4784725" y="879475"/>
              <a:ext cx="1227137" cy="954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400"/>
              </a:pPr>
              <a:r>
                <a:rPr lang="en-IN" dirty="0"/>
                <a:t> </a:t>
              </a:r>
              <a:endParaRPr dirty="0"/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A4763958-C3DF-8E41-A1B0-6DC5B29B347F}"/>
              </a:ext>
            </a:extLst>
          </p:cNvPr>
          <p:cNvGrpSpPr/>
          <p:nvPr/>
        </p:nvGrpSpPr>
        <p:grpSpPr>
          <a:xfrm>
            <a:off x="7583487" y="874712"/>
            <a:ext cx="1296987" cy="2386012"/>
            <a:chOff x="7583487" y="874712"/>
            <a:chExt cx="1296987" cy="2386012"/>
          </a:xfrm>
        </p:grpSpPr>
        <p:sp>
          <p:nvSpPr>
            <p:cNvPr id="1737" name="Google Shape;1737;p62"/>
            <p:cNvSpPr txBox="1"/>
            <p:nvPr/>
          </p:nvSpPr>
          <p:spPr>
            <a:xfrm>
              <a:off x="7742237" y="2662237"/>
              <a:ext cx="1138237" cy="598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24242"/>
                </a:buClr>
                <a:buSzPts val="3100"/>
                <a:buFont typeface="Montserrat"/>
                <a:buNone/>
              </a:pPr>
              <a:r>
                <a:rPr lang="en-US" sz="3100" b="0" i="0" u="none" dirty="0">
                  <a:solidFill>
                    <a:srgbClr val="42424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/>
            </a:p>
          </p:txBody>
        </p:sp>
        <p:sp>
          <p:nvSpPr>
            <p:cNvPr id="1770" name="Google Shape;1770;p62"/>
            <p:cNvSpPr txBox="1"/>
            <p:nvPr/>
          </p:nvSpPr>
          <p:spPr>
            <a:xfrm>
              <a:off x="7583487" y="874712"/>
              <a:ext cx="1227137" cy="954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400"/>
              </a:pPr>
              <a:r>
                <a:rPr lang="en-IN" dirty="0"/>
                <a:t> </a:t>
              </a:r>
              <a:endParaRPr dirty="0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10516FD3-865D-7642-903A-CED622A87F1B}"/>
              </a:ext>
            </a:extLst>
          </p:cNvPr>
          <p:cNvGrpSpPr/>
          <p:nvPr/>
        </p:nvGrpSpPr>
        <p:grpSpPr>
          <a:xfrm>
            <a:off x="10367962" y="874712"/>
            <a:ext cx="1419225" cy="2386012"/>
            <a:chOff x="10367962" y="874712"/>
            <a:chExt cx="1419225" cy="2386012"/>
          </a:xfrm>
        </p:grpSpPr>
        <p:sp>
          <p:nvSpPr>
            <p:cNvPr id="1744" name="Google Shape;1744;p62"/>
            <p:cNvSpPr txBox="1"/>
            <p:nvPr/>
          </p:nvSpPr>
          <p:spPr>
            <a:xfrm>
              <a:off x="10536237" y="2662237"/>
              <a:ext cx="1250950" cy="598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24242"/>
                </a:buClr>
                <a:buSzPts val="3100"/>
                <a:buFont typeface="Montserrat"/>
                <a:buNone/>
              </a:pPr>
              <a:r>
                <a:rPr lang="en-US" sz="3100" b="0" i="0" u="none" dirty="0">
                  <a:solidFill>
                    <a:srgbClr val="42424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/>
            </a:p>
          </p:txBody>
        </p:sp>
        <p:sp>
          <p:nvSpPr>
            <p:cNvPr id="1771" name="Google Shape;1771;p62"/>
            <p:cNvSpPr txBox="1"/>
            <p:nvPr/>
          </p:nvSpPr>
          <p:spPr>
            <a:xfrm>
              <a:off x="10367962" y="874712"/>
              <a:ext cx="1228725" cy="954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400"/>
              </a:pPr>
              <a:r>
                <a:rPr lang="en-IN" dirty="0"/>
                <a:t> </a:t>
              </a:r>
              <a:endParaRPr dirty="0"/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0F9FD50-AF5E-6C4E-A191-66B8B8E76B65}"/>
              </a:ext>
            </a:extLst>
          </p:cNvPr>
          <p:cNvGrpSpPr/>
          <p:nvPr/>
        </p:nvGrpSpPr>
        <p:grpSpPr>
          <a:xfrm>
            <a:off x="633412" y="3679825"/>
            <a:ext cx="1338262" cy="2290762"/>
            <a:chOff x="633412" y="3679825"/>
            <a:chExt cx="1338262" cy="2290762"/>
          </a:xfrm>
        </p:grpSpPr>
        <p:sp>
          <p:nvSpPr>
            <p:cNvPr id="1743" name="Google Shape;1743;p62"/>
            <p:cNvSpPr txBox="1"/>
            <p:nvPr/>
          </p:nvSpPr>
          <p:spPr>
            <a:xfrm>
              <a:off x="801687" y="3679825"/>
              <a:ext cx="1169987" cy="598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24242"/>
                </a:buClr>
                <a:buSzPts val="3100"/>
                <a:buFont typeface="Montserrat"/>
                <a:buNone/>
              </a:pPr>
              <a:r>
                <a:rPr lang="en-US" sz="3100" b="0" i="0" u="none" dirty="0">
                  <a:solidFill>
                    <a:srgbClr val="42424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/>
            </a:p>
          </p:txBody>
        </p:sp>
        <p:sp>
          <p:nvSpPr>
            <p:cNvPr id="1772" name="Google Shape;1772;p62"/>
            <p:cNvSpPr txBox="1"/>
            <p:nvPr/>
          </p:nvSpPr>
          <p:spPr>
            <a:xfrm>
              <a:off x="633412" y="5016500"/>
              <a:ext cx="1227137" cy="954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400"/>
              </a:pPr>
              <a:r>
                <a:rPr lang="en-IN" dirty="0"/>
                <a:t> </a:t>
              </a:r>
              <a:endParaRPr dirty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765881A-E977-8F4E-920C-86D65A7EC284}"/>
              </a:ext>
            </a:extLst>
          </p:cNvPr>
          <p:cNvGrpSpPr/>
          <p:nvPr/>
        </p:nvGrpSpPr>
        <p:grpSpPr>
          <a:xfrm>
            <a:off x="3417887" y="3679825"/>
            <a:ext cx="1346200" cy="2290762"/>
            <a:chOff x="3417887" y="3679825"/>
            <a:chExt cx="1346200" cy="2290762"/>
          </a:xfrm>
        </p:grpSpPr>
        <p:sp>
          <p:nvSpPr>
            <p:cNvPr id="1742" name="Google Shape;1742;p62"/>
            <p:cNvSpPr txBox="1"/>
            <p:nvPr/>
          </p:nvSpPr>
          <p:spPr>
            <a:xfrm>
              <a:off x="3594100" y="3679825"/>
              <a:ext cx="1169987" cy="598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24242"/>
                </a:buClr>
                <a:buSzPts val="3100"/>
                <a:buFont typeface="Montserrat"/>
                <a:buNone/>
              </a:pPr>
              <a:r>
                <a:rPr lang="en-US" sz="3100" b="0" i="0" u="none" dirty="0">
                  <a:solidFill>
                    <a:srgbClr val="42424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/>
            </a:p>
          </p:txBody>
        </p:sp>
        <p:sp>
          <p:nvSpPr>
            <p:cNvPr id="1773" name="Google Shape;1773;p62"/>
            <p:cNvSpPr txBox="1"/>
            <p:nvPr/>
          </p:nvSpPr>
          <p:spPr>
            <a:xfrm>
              <a:off x="3417887" y="5016500"/>
              <a:ext cx="1227137" cy="954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400"/>
              </a:pPr>
              <a:r>
                <a:rPr lang="en-IN" dirty="0"/>
                <a:t> </a:t>
              </a:r>
              <a:endParaRPr dirty="0"/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F7BC583A-8DCC-6B4F-B714-C7F6CC8AF77C}"/>
              </a:ext>
            </a:extLst>
          </p:cNvPr>
          <p:cNvGrpSpPr/>
          <p:nvPr/>
        </p:nvGrpSpPr>
        <p:grpSpPr>
          <a:xfrm>
            <a:off x="6216650" y="3679825"/>
            <a:ext cx="1341437" cy="2285999"/>
            <a:chOff x="6216650" y="3679825"/>
            <a:chExt cx="1341437" cy="2285999"/>
          </a:xfrm>
        </p:grpSpPr>
        <p:sp>
          <p:nvSpPr>
            <p:cNvPr id="1740" name="Google Shape;1740;p62"/>
            <p:cNvSpPr txBox="1"/>
            <p:nvPr/>
          </p:nvSpPr>
          <p:spPr>
            <a:xfrm>
              <a:off x="6370637" y="3679825"/>
              <a:ext cx="1187450" cy="598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24242"/>
                </a:buClr>
                <a:buSzPts val="3100"/>
                <a:buFont typeface="Montserrat"/>
                <a:buNone/>
              </a:pPr>
              <a:r>
                <a:rPr lang="en-US" sz="3100" b="0" i="0" u="none" dirty="0">
                  <a:solidFill>
                    <a:srgbClr val="42424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/>
            </a:p>
          </p:txBody>
        </p:sp>
        <p:sp>
          <p:nvSpPr>
            <p:cNvPr id="1774" name="Google Shape;1774;p62"/>
            <p:cNvSpPr txBox="1"/>
            <p:nvPr/>
          </p:nvSpPr>
          <p:spPr>
            <a:xfrm>
              <a:off x="6216650" y="5011737"/>
              <a:ext cx="1227137" cy="954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400"/>
              </a:pPr>
              <a:r>
                <a:rPr lang="en-IN" dirty="0"/>
                <a:t> </a:t>
              </a:r>
              <a:endParaRPr dirty="0"/>
            </a:p>
          </p:txBody>
        </p:sp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A89567FF-6D0B-F14D-BC56-ED8CA633B780}"/>
              </a:ext>
            </a:extLst>
          </p:cNvPr>
          <p:cNvGrpSpPr/>
          <p:nvPr/>
        </p:nvGrpSpPr>
        <p:grpSpPr>
          <a:xfrm>
            <a:off x="9001125" y="3679825"/>
            <a:ext cx="1277937" cy="2285999"/>
            <a:chOff x="9001125" y="3679825"/>
            <a:chExt cx="1277937" cy="2285999"/>
          </a:xfrm>
        </p:grpSpPr>
        <p:sp>
          <p:nvSpPr>
            <p:cNvPr id="1741" name="Google Shape;1741;p62"/>
            <p:cNvSpPr txBox="1"/>
            <p:nvPr/>
          </p:nvSpPr>
          <p:spPr>
            <a:xfrm>
              <a:off x="9132887" y="3679825"/>
              <a:ext cx="1146175" cy="598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24242"/>
                </a:buClr>
                <a:buSzPts val="3100"/>
                <a:buFont typeface="Montserrat"/>
                <a:buNone/>
              </a:pPr>
              <a:r>
                <a:rPr lang="en-US" sz="3100" b="0" i="0" u="none" dirty="0">
                  <a:solidFill>
                    <a:srgbClr val="42424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/>
            </a:p>
          </p:txBody>
        </p:sp>
        <p:sp>
          <p:nvSpPr>
            <p:cNvPr id="1775" name="Google Shape;1775;p62"/>
            <p:cNvSpPr txBox="1"/>
            <p:nvPr/>
          </p:nvSpPr>
          <p:spPr>
            <a:xfrm>
              <a:off x="9001125" y="5011737"/>
              <a:ext cx="1227137" cy="954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lvl="0" algn="ctr">
                <a:buClr>
                  <a:schemeClr val="dk1"/>
                </a:buClr>
                <a:buSzPts val="1400"/>
              </a:pPr>
              <a:r>
                <a:rPr lang="en-IN" dirty="0"/>
                <a:t> </a:t>
              </a:r>
              <a:endParaRPr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1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2" presetClass="entr" presetSubtype="8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600"/>
                                        <p:tgtEl>
                                          <p:spTgt spid="1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1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"/>
                            </p:stCondLst>
                            <p:childTnLst>
                              <p:par>
                                <p:cTn id="29" presetID="22" presetClass="entr" presetSubtype="8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600"/>
                                        <p:tgtEl>
                                          <p:spTgt spid="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1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0"/>
                            </p:stCondLst>
                            <p:childTnLst>
                              <p:par>
                                <p:cTn id="41" presetID="22" presetClass="entr" presetSubtype="8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600"/>
                                        <p:tgtEl>
                                          <p:spTgt spid="1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400"/>
                            </p:stCondLst>
                            <p:childTnLst>
                              <p:par>
                                <p:cTn id="53" presetID="22" presetClass="entr" presetSubtype="8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600"/>
                                        <p:tgtEl>
                                          <p:spTgt spid="1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1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2" presetClass="entr" presetSubtype="8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600"/>
                                        <p:tgtEl>
                                          <p:spTgt spid="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1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600"/>
                            </p:stCondLst>
                            <p:childTnLst>
                              <p:par>
                                <p:cTn id="77" presetID="22" presetClass="entr" presetSubtype="8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600"/>
                                        <p:tgtEl>
                                          <p:spTgt spid="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1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200"/>
                            </p:stCondLst>
                            <p:childTnLst>
                              <p:par>
                                <p:cTn id="89" presetID="22" presetClass="entr" presetSubtype="8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600"/>
                                        <p:tgtEl>
                                          <p:spTgt spid="1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" presetClass="entr" presetSubtype="4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1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9" grpId="0" animBg="1"/>
      <p:bldP spid="1730" grpId="0" animBg="1"/>
      <p:bldP spid="1731" grpId="0" animBg="1"/>
      <p:bldP spid="1732" grpId="0" animBg="1"/>
      <p:bldP spid="1733" grpId="0" animBg="1"/>
      <p:bldP spid="1734" grpId="0" animBg="1"/>
      <p:bldP spid="1735" grpId="0" animBg="1"/>
      <p:bldP spid="173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72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Montserrat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Gajendrula Vasavi</dc:creator>
  <cp:lastModifiedBy>Gajendrula Vasavi</cp:lastModifiedBy>
  <cp:revision>1</cp:revision>
  <dcterms:created xsi:type="dcterms:W3CDTF">2026-06-20T11:43:23Z</dcterms:created>
  <dcterms:modified xsi:type="dcterms:W3CDTF">2026-06-20T11:53:33Z</dcterms:modified>
</cp:coreProperties>
</file>