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  <p:sldMasterId id="2147483703" r:id="rId2"/>
    <p:sldMasterId id="2147483705" r:id="rId3"/>
  </p:sldMasterIdLst>
  <p:notesMasterIdLst>
    <p:notesMasterId r:id="rId5"/>
  </p:notesMasterIdLst>
  <p:sldIdLst>
    <p:sldId id="42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BA94"/>
    <a:srgbClr val="F595A6"/>
    <a:srgbClr val="CEBA8B"/>
    <a:srgbClr val="941651"/>
    <a:srgbClr val="A26700"/>
    <a:srgbClr val="FF9BA4"/>
    <a:srgbClr val="805AAB"/>
    <a:srgbClr val="254470"/>
    <a:srgbClr val="3BC7E2"/>
    <a:srgbClr val="FFD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5A96C0-E160-42E3-B2E9-575685157AB0}" v="1" dt="2025-06-23T16:17:24.9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91" autoAdjust="0"/>
    <p:restoredTop sz="96292" autoAdjust="0"/>
  </p:normalViewPr>
  <p:slideViewPr>
    <p:cSldViewPr snapToGrid="0" showGuides="1">
      <p:cViewPr varScale="1">
        <p:scale>
          <a:sx n="59" d="100"/>
          <a:sy n="59" d="100"/>
        </p:scale>
        <p:origin x="108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6/11/relationships/changesInfo" Target="changesInfos/changesInfo1.xml"/><Relationship Id="rId1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 Barroche" userId="edb98ab775c6addc" providerId="LiveId" clId="{775A96C0-E160-42E3-B2E9-575685157AB0}"/>
    <pc:docChg chg="custSel addSld delSld modSld">
      <pc:chgData name="Christophe Barroche" userId="edb98ab775c6addc" providerId="LiveId" clId="{775A96C0-E160-42E3-B2E9-575685157AB0}" dt="2025-06-23T16:17:34.029" v="2" actId="700"/>
      <pc:docMkLst>
        <pc:docMk/>
      </pc:docMkLst>
      <pc:sldChg chg="del">
        <pc:chgData name="Christophe Barroche" userId="edb98ab775c6addc" providerId="LiveId" clId="{775A96C0-E160-42E3-B2E9-575685157AB0}" dt="2025-06-23T16:17:30.220" v="1" actId="47"/>
        <pc:sldMkLst>
          <pc:docMk/>
          <pc:sldMk cId="1818489678" sldId="308"/>
        </pc:sldMkLst>
      </pc:sldChg>
      <pc:sldChg chg="del">
        <pc:chgData name="Christophe Barroche" userId="edb98ab775c6addc" providerId="LiveId" clId="{775A96C0-E160-42E3-B2E9-575685157AB0}" dt="2025-06-23T16:17:30.220" v="1" actId="47"/>
        <pc:sldMkLst>
          <pc:docMk/>
          <pc:sldMk cId="3533310325" sldId="311"/>
        </pc:sldMkLst>
      </pc:sldChg>
      <pc:sldChg chg="add">
        <pc:chgData name="Christophe Barroche" userId="edb98ab775c6addc" providerId="LiveId" clId="{775A96C0-E160-42E3-B2E9-575685157AB0}" dt="2025-06-23T16:17:24.917" v="0"/>
        <pc:sldMkLst>
          <pc:docMk/>
          <pc:sldMk cId="2227345063" sldId="348"/>
        </pc:sldMkLst>
      </pc:sldChg>
      <pc:sldChg chg="modSp add mod modClrScheme chgLayout">
        <pc:chgData name="Christophe Barroche" userId="edb98ab775c6addc" providerId="LiveId" clId="{775A96C0-E160-42E3-B2E9-575685157AB0}" dt="2025-06-23T16:17:34.029" v="2" actId="700"/>
        <pc:sldMkLst>
          <pc:docMk/>
          <pc:sldMk cId="2648282390" sldId="349"/>
        </pc:sldMkLst>
        <pc:spChg chg="mod ord">
          <ac:chgData name="Christophe Barroche" userId="edb98ab775c6addc" providerId="LiveId" clId="{775A96C0-E160-42E3-B2E9-575685157AB0}" dt="2025-06-23T16:17:34.029" v="2" actId="700"/>
          <ac:spMkLst>
            <pc:docMk/>
            <pc:sldMk cId="2648282390" sldId="349"/>
            <ac:spMk id="2" creationId="{2C2BFAE1-45D3-4B3B-81D2-0BF25FA84FB8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9243F-B1BB-4202-BD78-416ACA55517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D2766-C49B-4C1A-9FEE-6F146754B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041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030BF-8165-EBBB-2838-3B8D7B35D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611D16-572F-33D4-C3BD-2770E4A202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FFDF23-864A-D2E2-E686-52B2B02E70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3CBF06-FD81-D33A-BC36-D582C0AEA1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30388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8695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08921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735481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134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0658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bg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6658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2C0AB-6A94-1487-6831-07A18E272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192E4-1ABD-BAA5-54B8-17805E4B8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0BA8535-5C1F-0426-1EBA-B301D14F2062}"/>
              </a:ext>
            </a:extLst>
          </p:cNvPr>
          <p:cNvGrpSpPr/>
          <p:nvPr/>
        </p:nvGrpSpPr>
        <p:grpSpPr>
          <a:xfrm>
            <a:off x="4330807" y="1002750"/>
            <a:ext cx="2250054" cy="4939741"/>
            <a:chOff x="9290781" y="435072"/>
            <a:chExt cx="2250054" cy="4939741"/>
          </a:xfrm>
        </p:grpSpPr>
        <p:sp>
          <p:nvSpPr>
            <p:cNvPr id="31" name="Forme libre 30">
              <a:extLst>
                <a:ext uri="{FF2B5EF4-FFF2-40B4-BE49-F238E27FC236}">
                  <a16:creationId xmlns:a16="http://schemas.microsoft.com/office/drawing/2014/main" id="{45C2D815-4C48-5414-2FE8-58722EB469B5}"/>
                </a:ext>
              </a:extLst>
            </p:cNvPr>
            <p:cNvSpPr/>
            <p:nvPr/>
          </p:nvSpPr>
          <p:spPr>
            <a:xfrm>
              <a:off x="9290781" y="3921556"/>
              <a:ext cx="1335551" cy="1453257"/>
            </a:xfrm>
            <a:custGeom>
              <a:avLst/>
              <a:gdLst>
                <a:gd name="csX0" fmla="*/ 92 w 952008"/>
                <a:gd name="csY0" fmla="*/ 407859 h 1035911"/>
                <a:gd name="csX1" fmla="*/ 270170 w 952008"/>
                <a:gd name="csY1" fmla="*/ 640780 h 1035911"/>
                <a:gd name="csX2" fmla="*/ 268560 w 952008"/>
                <a:gd name="csY2" fmla="*/ 1035912 h 1035911"/>
                <a:gd name="csX3" fmla="*/ 952008 w 952008"/>
                <a:gd name="csY3" fmla="*/ 356238 h 1035911"/>
                <a:gd name="csX4" fmla="*/ 841428 w 952008"/>
                <a:gd name="csY4" fmla="*/ 75638 h 1035911"/>
                <a:gd name="csX5" fmla="*/ 651009 w 952008"/>
                <a:gd name="csY5" fmla="*/ 16579 h 1035911"/>
                <a:gd name="csX6" fmla="*/ 597694 w 952008"/>
                <a:gd name="csY6" fmla="*/ 0 h 1035911"/>
                <a:gd name="csX7" fmla="*/ 0 w 952008"/>
                <a:gd name="csY7" fmla="*/ 407859 h 10359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952008" h="1035911">
                  <a:moveTo>
                    <a:pt x="92" y="407859"/>
                  </a:moveTo>
                  <a:lnTo>
                    <a:pt x="270170" y="640780"/>
                  </a:lnTo>
                  <a:lnTo>
                    <a:pt x="268560" y="1035912"/>
                  </a:lnTo>
                  <a:cubicBezTo>
                    <a:pt x="540791" y="857479"/>
                    <a:pt x="770637" y="628949"/>
                    <a:pt x="952008" y="356238"/>
                  </a:cubicBezTo>
                  <a:lnTo>
                    <a:pt x="841428" y="75638"/>
                  </a:lnTo>
                  <a:lnTo>
                    <a:pt x="651009" y="16579"/>
                  </a:lnTo>
                  <a:lnTo>
                    <a:pt x="597694" y="0"/>
                  </a:lnTo>
                  <a:cubicBezTo>
                    <a:pt x="424387" y="172607"/>
                    <a:pt x="223397" y="309725"/>
                    <a:pt x="0" y="407859"/>
                  </a:cubicBezTo>
                  <a:close/>
                </a:path>
              </a:pathLst>
            </a:custGeom>
            <a:solidFill>
              <a:schemeClr val="accent1"/>
            </a:solidFill>
            <a:ln w="8960" cap="flat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Forme libre 31">
              <a:extLst>
                <a:ext uri="{FF2B5EF4-FFF2-40B4-BE49-F238E27FC236}">
                  <a16:creationId xmlns:a16="http://schemas.microsoft.com/office/drawing/2014/main" id="{8EB173C9-B0A3-E10E-849A-CF90F72FC12E}"/>
                </a:ext>
              </a:extLst>
            </p:cNvPr>
            <p:cNvSpPr/>
            <p:nvPr/>
          </p:nvSpPr>
          <p:spPr>
            <a:xfrm>
              <a:off x="10760839" y="1969669"/>
              <a:ext cx="432512" cy="1140830"/>
            </a:xfrm>
            <a:custGeom>
              <a:avLst/>
              <a:gdLst>
                <a:gd name="csX0" fmla="*/ 271964 w 308303"/>
                <a:gd name="csY0" fmla="*/ 90 h 813207"/>
                <a:gd name="csX1" fmla="*/ 134505 w 308303"/>
                <a:gd name="csY1" fmla="*/ 90 h 813207"/>
                <a:gd name="csX2" fmla="*/ 0 w 308303"/>
                <a:gd name="csY2" fmla="*/ 703155 h 813207"/>
                <a:gd name="csX3" fmla="*/ 153770 w 308303"/>
                <a:gd name="csY3" fmla="*/ 676179 h 813207"/>
                <a:gd name="csX4" fmla="*/ 274922 w 308303"/>
                <a:gd name="csY4" fmla="*/ 813208 h 813207"/>
                <a:gd name="csX5" fmla="*/ 271964 w 308303"/>
                <a:gd name="csY5" fmla="*/ 0 h 8132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08303" h="813207">
                  <a:moveTo>
                    <a:pt x="271964" y="90"/>
                  </a:moveTo>
                  <a:lnTo>
                    <a:pt x="134505" y="90"/>
                  </a:lnTo>
                  <a:cubicBezTo>
                    <a:pt x="133070" y="241345"/>
                    <a:pt x="87819" y="477672"/>
                    <a:pt x="0" y="703155"/>
                  </a:cubicBezTo>
                  <a:lnTo>
                    <a:pt x="153770" y="676179"/>
                  </a:lnTo>
                  <a:lnTo>
                    <a:pt x="274922" y="813208"/>
                  </a:lnTo>
                  <a:cubicBezTo>
                    <a:pt x="320352" y="543901"/>
                    <a:pt x="319455" y="270561"/>
                    <a:pt x="271964" y="0"/>
                  </a:cubicBezTo>
                  <a:close/>
                </a:path>
              </a:pathLst>
            </a:custGeom>
            <a:solidFill>
              <a:srgbClr val="BE1622"/>
            </a:solidFill>
            <a:ln w="8960" cap="flat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Forme libre 32">
              <a:extLst>
                <a:ext uri="{FF2B5EF4-FFF2-40B4-BE49-F238E27FC236}">
                  <a16:creationId xmlns:a16="http://schemas.microsoft.com/office/drawing/2014/main" id="{B308BCEE-DEBD-F49C-2B9F-6787B113B094}"/>
                </a:ext>
              </a:extLst>
            </p:cNvPr>
            <p:cNvSpPr/>
            <p:nvPr/>
          </p:nvSpPr>
          <p:spPr>
            <a:xfrm>
              <a:off x="10158312" y="2957745"/>
              <a:ext cx="980160" cy="1426353"/>
            </a:xfrm>
            <a:custGeom>
              <a:avLst/>
              <a:gdLst>
                <a:gd name="csX0" fmla="*/ 242749 w 698678"/>
                <a:gd name="csY0" fmla="*/ 741602 h 1016733"/>
                <a:gd name="csX1" fmla="*/ 351177 w 698678"/>
                <a:gd name="csY1" fmla="*/ 1016733 h 1016733"/>
                <a:gd name="csX2" fmla="*/ 698679 w 698678"/>
                <a:gd name="csY2" fmla="*/ 141598 h 1016733"/>
                <a:gd name="csX3" fmla="*/ 573498 w 698678"/>
                <a:gd name="csY3" fmla="*/ 0 h 1016733"/>
                <a:gd name="csX4" fmla="*/ 418292 w 698678"/>
                <a:gd name="csY4" fmla="*/ 27155 h 1016733"/>
                <a:gd name="csX5" fmla="*/ 0 w 698678"/>
                <a:gd name="csY5" fmla="*/ 666231 h 1016733"/>
                <a:gd name="csX6" fmla="*/ 242749 w 698678"/>
                <a:gd name="csY6" fmla="*/ 741602 h 10167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98678" h="1016733">
                  <a:moveTo>
                    <a:pt x="242749" y="741602"/>
                  </a:moveTo>
                  <a:lnTo>
                    <a:pt x="351177" y="1016733"/>
                  </a:lnTo>
                  <a:cubicBezTo>
                    <a:pt x="524567" y="748771"/>
                    <a:pt x="641418" y="454460"/>
                    <a:pt x="698679" y="141598"/>
                  </a:cubicBezTo>
                  <a:lnTo>
                    <a:pt x="573498" y="0"/>
                  </a:lnTo>
                  <a:lnTo>
                    <a:pt x="418292" y="27155"/>
                  </a:lnTo>
                  <a:cubicBezTo>
                    <a:pt x="320886" y="266618"/>
                    <a:pt x="180202" y="481436"/>
                    <a:pt x="0" y="666231"/>
                  </a:cubicBezTo>
                  <a:lnTo>
                    <a:pt x="242749" y="7416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8960" cap="flat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grpSp>
          <p:nvGrpSpPr>
            <p:cNvPr id="3" name="Graphique 4">
              <a:extLst>
                <a:ext uri="{FF2B5EF4-FFF2-40B4-BE49-F238E27FC236}">
                  <a16:creationId xmlns:a16="http://schemas.microsoft.com/office/drawing/2014/main" id="{2EE812C8-4C4E-3AC2-B746-A15C2FD4114A}"/>
                </a:ext>
              </a:extLst>
            </p:cNvPr>
            <p:cNvGrpSpPr/>
            <p:nvPr/>
          </p:nvGrpSpPr>
          <p:grpSpPr>
            <a:xfrm>
              <a:off x="10564388" y="435072"/>
              <a:ext cx="976447" cy="1818987"/>
              <a:chOff x="-11665108" y="-9925570"/>
              <a:chExt cx="696031" cy="1296611"/>
            </a:xfrm>
          </p:grpSpPr>
          <p:sp>
            <p:nvSpPr>
              <p:cNvPr id="4" name="Forme libre 34">
                <a:extLst>
                  <a:ext uri="{FF2B5EF4-FFF2-40B4-BE49-F238E27FC236}">
                    <a16:creationId xmlns:a16="http://schemas.microsoft.com/office/drawing/2014/main" id="{FB4A16B0-FBF4-EC8C-6B3D-82E4DEDEBCF0}"/>
                  </a:ext>
                </a:extLst>
              </p:cNvPr>
              <p:cNvSpPr/>
              <p:nvPr/>
            </p:nvSpPr>
            <p:spPr>
              <a:xfrm>
                <a:off x="-11515520" y="-9675177"/>
                <a:ext cx="435161" cy="826291"/>
              </a:xfrm>
              <a:custGeom>
                <a:avLst/>
                <a:gdLst>
                  <a:gd name="csX0" fmla="*/ 360534 w 435161"/>
                  <a:gd name="csY0" fmla="*/ 0 h 826291"/>
                  <a:gd name="csX1" fmla="*/ 431053 w 435161"/>
                  <a:gd name="csY1" fmla="*/ 516119 h 826291"/>
                  <a:gd name="csX2" fmla="*/ 377646 w 435161"/>
                  <a:gd name="csY2" fmla="*/ 772072 h 826291"/>
                  <a:gd name="csX3" fmla="*/ 353096 w 435161"/>
                  <a:gd name="csY3" fmla="*/ 826023 h 826291"/>
                  <a:gd name="csX4" fmla="*/ 234184 w 435161"/>
                  <a:gd name="csY4" fmla="*/ 826292 h 826291"/>
                  <a:gd name="csX5" fmla="*/ 231227 w 435161"/>
                  <a:gd name="csY5" fmla="*/ 565051 h 826291"/>
                  <a:gd name="csX6" fmla="*/ 190990 w 435161"/>
                  <a:gd name="csY6" fmla="*/ 530099 h 826291"/>
                  <a:gd name="csX7" fmla="*/ 166348 w 435161"/>
                  <a:gd name="csY7" fmla="*/ 559315 h 826291"/>
                  <a:gd name="csX8" fmla="*/ 150578 w 435161"/>
                  <a:gd name="csY8" fmla="*/ 591757 h 826291"/>
                  <a:gd name="csX9" fmla="*/ 144037 w 435161"/>
                  <a:gd name="csY9" fmla="*/ 654670 h 826291"/>
                  <a:gd name="csX10" fmla="*/ 144484 w 435161"/>
                  <a:gd name="csY10" fmla="*/ 824231 h 826291"/>
                  <a:gd name="csX11" fmla="*/ 104072 w 435161"/>
                  <a:gd name="csY11" fmla="*/ 824231 h 826291"/>
                  <a:gd name="csX12" fmla="*/ 65717 w 435161"/>
                  <a:gd name="csY12" fmla="*/ 726814 h 826291"/>
                  <a:gd name="csX13" fmla="*/ 20733 w 435161"/>
                  <a:gd name="csY13" fmla="*/ 108439 h 826291"/>
                  <a:gd name="csX14" fmla="*/ 46364 w 435161"/>
                  <a:gd name="csY14" fmla="*/ 717 h 826291"/>
                  <a:gd name="csX15" fmla="*/ 360534 w 435161"/>
                  <a:gd name="csY15" fmla="*/ 89 h 826291"/>
                  <a:gd name="csX16" fmla="*/ 67064 w 435161"/>
                  <a:gd name="csY16" fmla="*/ 227275 h 826291"/>
                  <a:gd name="csX17" fmla="*/ 105415 w 435161"/>
                  <a:gd name="csY17" fmla="*/ 358567 h 826291"/>
                  <a:gd name="csX18" fmla="*/ 329705 w 435161"/>
                  <a:gd name="csY18" fmla="*/ 265005 h 826291"/>
                  <a:gd name="csX19" fmla="*/ 281137 w 435161"/>
                  <a:gd name="csY19" fmla="*/ 137207 h 826291"/>
                  <a:gd name="csX20" fmla="*/ 67064 w 435161"/>
                  <a:gd name="csY20" fmla="*/ 227365 h 8262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435161" h="826291">
                    <a:moveTo>
                      <a:pt x="360534" y="0"/>
                    </a:moveTo>
                    <a:cubicBezTo>
                      <a:pt x="416719" y="155759"/>
                      <a:pt x="446647" y="350681"/>
                      <a:pt x="431053" y="516119"/>
                    </a:cubicBezTo>
                    <a:cubicBezTo>
                      <a:pt x="424065" y="590592"/>
                      <a:pt x="401663" y="701273"/>
                      <a:pt x="377646" y="772072"/>
                    </a:cubicBezTo>
                    <a:cubicBezTo>
                      <a:pt x="372361" y="787755"/>
                      <a:pt x="360893" y="810877"/>
                      <a:pt x="353096" y="826023"/>
                    </a:cubicBezTo>
                    <a:lnTo>
                      <a:pt x="234184" y="826292"/>
                    </a:lnTo>
                    <a:cubicBezTo>
                      <a:pt x="237409" y="751997"/>
                      <a:pt x="243683" y="636657"/>
                      <a:pt x="231227" y="565051"/>
                    </a:cubicBezTo>
                    <a:cubicBezTo>
                      <a:pt x="227372" y="543184"/>
                      <a:pt x="215545" y="523288"/>
                      <a:pt x="190990" y="530099"/>
                    </a:cubicBezTo>
                    <a:cubicBezTo>
                      <a:pt x="174683" y="534669"/>
                      <a:pt x="169664" y="543005"/>
                      <a:pt x="166348" y="559315"/>
                    </a:cubicBezTo>
                    <a:cubicBezTo>
                      <a:pt x="161600" y="569711"/>
                      <a:pt x="153803" y="580644"/>
                      <a:pt x="150578" y="591757"/>
                    </a:cubicBezTo>
                    <a:cubicBezTo>
                      <a:pt x="145652" y="608785"/>
                      <a:pt x="144663" y="636477"/>
                      <a:pt x="144037" y="654670"/>
                    </a:cubicBezTo>
                    <a:cubicBezTo>
                      <a:pt x="141884" y="710951"/>
                      <a:pt x="146098" y="767860"/>
                      <a:pt x="144484" y="824231"/>
                    </a:cubicBezTo>
                    <a:lnTo>
                      <a:pt x="104072" y="824231"/>
                    </a:lnTo>
                    <a:cubicBezTo>
                      <a:pt x="92153" y="791519"/>
                      <a:pt x="77097" y="759883"/>
                      <a:pt x="65717" y="726814"/>
                    </a:cubicBezTo>
                    <a:cubicBezTo>
                      <a:pt x="-1398" y="532788"/>
                      <a:pt x="-18423" y="310263"/>
                      <a:pt x="20733" y="108439"/>
                    </a:cubicBezTo>
                    <a:cubicBezTo>
                      <a:pt x="27812" y="72143"/>
                      <a:pt x="38567" y="36834"/>
                      <a:pt x="46364" y="717"/>
                    </a:cubicBezTo>
                    <a:cubicBezTo>
                      <a:pt x="151025" y="537"/>
                      <a:pt x="255869" y="358"/>
                      <a:pt x="360534" y="89"/>
                    </a:cubicBezTo>
                    <a:close/>
                    <a:moveTo>
                      <a:pt x="67064" y="227275"/>
                    </a:moveTo>
                    <a:cubicBezTo>
                      <a:pt x="54787" y="276924"/>
                      <a:pt x="66347" y="324871"/>
                      <a:pt x="105415" y="358567"/>
                    </a:cubicBezTo>
                    <a:cubicBezTo>
                      <a:pt x="190456" y="431786"/>
                      <a:pt x="320569" y="376670"/>
                      <a:pt x="329705" y="265005"/>
                    </a:cubicBezTo>
                    <a:cubicBezTo>
                      <a:pt x="333918" y="213473"/>
                      <a:pt x="323076" y="170635"/>
                      <a:pt x="281137" y="137207"/>
                    </a:cubicBezTo>
                    <a:cubicBezTo>
                      <a:pt x="199863" y="72322"/>
                      <a:pt x="74319" y="123674"/>
                      <a:pt x="67064" y="227365"/>
                    </a:cubicBezTo>
                    <a:close/>
                  </a:path>
                </a:pathLst>
              </a:custGeom>
              <a:solidFill>
                <a:schemeClr val="bg1"/>
              </a:solidFill>
              <a:ln w="896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" name="Forme libre 35">
                <a:extLst>
                  <a:ext uri="{FF2B5EF4-FFF2-40B4-BE49-F238E27FC236}">
                    <a16:creationId xmlns:a16="http://schemas.microsoft.com/office/drawing/2014/main" id="{A09C62D2-9473-3089-9949-651ACD5CE6F4}"/>
                  </a:ext>
                </a:extLst>
              </p:cNvPr>
              <p:cNvSpPr/>
              <p:nvPr/>
            </p:nvSpPr>
            <p:spPr>
              <a:xfrm>
                <a:off x="-11482597" y="-9925570"/>
                <a:ext cx="327611" cy="251019"/>
              </a:xfrm>
              <a:custGeom>
                <a:avLst/>
                <a:gdLst>
                  <a:gd name="csX0" fmla="*/ 327611 w 327611"/>
                  <a:gd name="csY0" fmla="*/ 250393 h 251019"/>
                  <a:gd name="csX1" fmla="*/ 13441 w 327611"/>
                  <a:gd name="csY1" fmla="*/ 251020 h 251019"/>
                  <a:gd name="csX2" fmla="*/ 0 w 327611"/>
                  <a:gd name="csY2" fmla="*/ 251020 h 251019"/>
                  <a:gd name="csX3" fmla="*/ 145256 w 327611"/>
                  <a:gd name="csY3" fmla="*/ 4835 h 251019"/>
                  <a:gd name="csX4" fmla="*/ 206101 w 327611"/>
                  <a:gd name="csY4" fmla="*/ 25000 h 251019"/>
                  <a:gd name="csX5" fmla="*/ 327611 w 327611"/>
                  <a:gd name="csY5" fmla="*/ 250393 h 2510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327611" h="251019">
                    <a:moveTo>
                      <a:pt x="327611" y="250393"/>
                    </a:moveTo>
                    <a:cubicBezTo>
                      <a:pt x="222946" y="250571"/>
                      <a:pt x="118102" y="250751"/>
                      <a:pt x="13441" y="251020"/>
                    </a:cubicBezTo>
                    <a:lnTo>
                      <a:pt x="0" y="251020"/>
                    </a:lnTo>
                    <a:cubicBezTo>
                      <a:pt x="20162" y="195367"/>
                      <a:pt x="94807" y="30914"/>
                      <a:pt x="145256" y="4835"/>
                    </a:cubicBezTo>
                    <a:cubicBezTo>
                      <a:pt x="170257" y="-8070"/>
                      <a:pt x="189343" y="6986"/>
                      <a:pt x="206101" y="25000"/>
                    </a:cubicBezTo>
                    <a:cubicBezTo>
                      <a:pt x="256729" y="79578"/>
                      <a:pt x="302430" y="180400"/>
                      <a:pt x="327611" y="250393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896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" name="Forme libre 36">
                <a:extLst>
                  <a:ext uri="{FF2B5EF4-FFF2-40B4-BE49-F238E27FC236}">
                    <a16:creationId xmlns:a16="http://schemas.microsoft.com/office/drawing/2014/main" id="{2A88E7CA-B2B6-E6FE-3080-4FD4E72D27C6}"/>
                  </a:ext>
                </a:extLst>
              </p:cNvPr>
              <p:cNvSpPr/>
              <p:nvPr/>
            </p:nvSpPr>
            <p:spPr>
              <a:xfrm>
                <a:off x="-11665108" y="-9158252"/>
                <a:ext cx="168260" cy="471566"/>
              </a:xfrm>
              <a:custGeom>
                <a:avLst/>
                <a:gdLst>
                  <a:gd name="csX0" fmla="*/ 168260 w 168260"/>
                  <a:gd name="csY0" fmla="*/ 255775 h 471566"/>
                  <a:gd name="csX1" fmla="*/ 91108 w 168260"/>
                  <a:gd name="csY1" fmla="*/ 392802 h 471566"/>
                  <a:gd name="csX2" fmla="*/ 78922 w 168260"/>
                  <a:gd name="csY2" fmla="*/ 463602 h 471566"/>
                  <a:gd name="csX3" fmla="*/ 58043 w 168260"/>
                  <a:gd name="csY3" fmla="*/ 471041 h 471566"/>
                  <a:gd name="csX4" fmla="*/ 24260 w 168260"/>
                  <a:gd name="csY4" fmla="*/ 405887 h 471566"/>
                  <a:gd name="csX5" fmla="*/ 116109 w 168260"/>
                  <a:gd name="csY5" fmla="*/ 0 h 471566"/>
                  <a:gd name="csX6" fmla="*/ 168173 w 168260"/>
                  <a:gd name="csY6" fmla="*/ 255775 h 4715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68260" h="471566">
                    <a:moveTo>
                      <a:pt x="168260" y="255775"/>
                    </a:moveTo>
                    <a:cubicBezTo>
                      <a:pt x="121845" y="281495"/>
                      <a:pt x="101504" y="343333"/>
                      <a:pt x="91108" y="392802"/>
                    </a:cubicBezTo>
                    <a:cubicBezTo>
                      <a:pt x="88063" y="407410"/>
                      <a:pt x="84300" y="456164"/>
                      <a:pt x="78922" y="463602"/>
                    </a:cubicBezTo>
                    <a:cubicBezTo>
                      <a:pt x="74171" y="470323"/>
                      <a:pt x="65927" y="472743"/>
                      <a:pt x="58043" y="471041"/>
                    </a:cubicBezTo>
                    <a:cubicBezTo>
                      <a:pt x="41735" y="467456"/>
                      <a:pt x="29007" y="421391"/>
                      <a:pt x="24260" y="405887"/>
                    </a:cubicBezTo>
                    <a:cubicBezTo>
                      <a:pt x="-19468" y="263751"/>
                      <a:pt x="-12568" y="94639"/>
                      <a:pt x="116109" y="0"/>
                    </a:cubicBezTo>
                    <a:cubicBezTo>
                      <a:pt x="124444" y="84332"/>
                      <a:pt x="144248" y="175923"/>
                      <a:pt x="168173" y="255775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896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" name="Forme libre 37">
                <a:extLst>
                  <a:ext uri="{FF2B5EF4-FFF2-40B4-BE49-F238E27FC236}">
                    <a16:creationId xmlns:a16="http://schemas.microsoft.com/office/drawing/2014/main" id="{D81C66C5-39CC-1241-69DF-C4F0E6DB1828}"/>
                  </a:ext>
                </a:extLst>
              </p:cNvPr>
              <p:cNvSpPr/>
              <p:nvPr/>
            </p:nvSpPr>
            <p:spPr>
              <a:xfrm>
                <a:off x="-11137782" y="-9159058"/>
                <a:ext cx="168705" cy="471475"/>
              </a:xfrm>
              <a:custGeom>
                <a:avLst/>
                <a:gdLst>
                  <a:gd name="csX0" fmla="*/ 0 w 168705"/>
                  <a:gd name="csY0" fmla="*/ 255953 h 471475"/>
                  <a:gd name="csX1" fmla="*/ 53407 w 168705"/>
                  <a:gd name="csY1" fmla="*/ 0 h 471475"/>
                  <a:gd name="csX2" fmla="*/ 142298 w 168705"/>
                  <a:gd name="csY2" fmla="*/ 412250 h 471475"/>
                  <a:gd name="csX3" fmla="*/ 111022 w 168705"/>
                  <a:gd name="csY3" fmla="*/ 470861 h 471475"/>
                  <a:gd name="csX4" fmla="*/ 83068 w 168705"/>
                  <a:gd name="csY4" fmla="*/ 421122 h 471475"/>
                  <a:gd name="csX5" fmla="*/ 0 w 168705"/>
                  <a:gd name="csY5" fmla="*/ 255953 h 4714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168705" h="471475">
                    <a:moveTo>
                      <a:pt x="0" y="255953"/>
                    </a:moveTo>
                    <a:cubicBezTo>
                      <a:pt x="23925" y="185154"/>
                      <a:pt x="46415" y="74473"/>
                      <a:pt x="53407" y="0"/>
                    </a:cubicBezTo>
                    <a:cubicBezTo>
                      <a:pt x="184324" y="98761"/>
                      <a:pt x="187728" y="267066"/>
                      <a:pt x="142298" y="412250"/>
                    </a:cubicBezTo>
                    <a:cubicBezTo>
                      <a:pt x="137818" y="426679"/>
                      <a:pt x="126437" y="467634"/>
                      <a:pt x="111022" y="470861"/>
                    </a:cubicBezTo>
                    <a:cubicBezTo>
                      <a:pt x="82258" y="476776"/>
                      <a:pt x="86113" y="438418"/>
                      <a:pt x="83068" y="421122"/>
                    </a:cubicBezTo>
                    <a:cubicBezTo>
                      <a:pt x="73030" y="364393"/>
                      <a:pt x="55647" y="283914"/>
                      <a:pt x="0" y="255953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896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" name="Forme libre 38">
                <a:extLst>
                  <a:ext uri="{FF2B5EF4-FFF2-40B4-BE49-F238E27FC236}">
                    <a16:creationId xmlns:a16="http://schemas.microsoft.com/office/drawing/2014/main" id="{4F09D0FA-A50E-8B88-E8EC-2BE5A13CBFD1}"/>
                  </a:ext>
                </a:extLst>
              </p:cNvPr>
              <p:cNvSpPr/>
              <p:nvPr/>
            </p:nvSpPr>
            <p:spPr>
              <a:xfrm>
                <a:off x="-11553815" y="-9674639"/>
                <a:ext cx="204642" cy="830504"/>
              </a:xfrm>
              <a:custGeom>
                <a:avLst/>
                <a:gdLst>
                  <a:gd name="csX0" fmla="*/ 84659 w 204642"/>
                  <a:gd name="csY0" fmla="*/ 90 h 830504"/>
                  <a:gd name="csX1" fmla="*/ 59028 w 204642"/>
                  <a:gd name="csY1" fmla="*/ 107813 h 830504"/>
                  <a:gd name="csX2" fmla="*/ 104012 w 204642"/>
                  <a:gd name="csY2" fmla="*/ 726187 h 830504"/>
                  <a:gd name="csX3" fmla="*/ 142367 w 204642"/>
                  <a:gd name="csY3" fmla="*/ 823694 h 830504"/>
                  <a:gd name="csX4" fmla="*/ 182778 w 204642"/>
                  <a:gd name="csY4" fmla="*/ 823694 h 830504"/>
                  <a:gd name="csX5" fmla="*/ 182332 w 204642"/>
                  <a:gd name="csY5" fmla="*/ 654043 h 830504"/>
                  <a:gd name="csX6" fmla="*/ 188873 w 204642"/>
                  <a:gd name="csY6" fmla="*/ 591130 h 830504"/>
                  <a:gd name="csX7" fmla="*/ 204642 w 204642"/>
                  <a:gd name="csY7" fmla="*/ 558688 h 830504"/>
                  <a:gd name="csX8" fmla="*/ 198013 w 204642"/>
                  <a:gd name="csY8" fmla="*/ 660765 h 830504"/>
                  <a:gd name="csX9" fmla="*/ 200700 w 204642"/>
                  <a:gd name="csY9" fmla="*/ 825844 h 830504"/>
                  <a:gd name="csX10" fmla="*/ 91738 w 204642"/>
                  <a:gd name="csY10" fmla="*/ 826024 h 830504"/>
                  <a:gd name="csX11" fmla="*/ 84029 w 204642"/>
                  <a:gd name="csY11" fmla="*/ 830505 h 830504"/>
                  <a:gd name="csX12" fmla="*/ 56967 w 204642"/>
                  <a:gd name="csY12" fmla="*/ 772162 h 830504"/>
                  <a:gd name="csX13" fmla="*/ 4908 w 204642"/>
                  <a:gd name="csY13" fmla="*/ 516388 h 830504"/>
                  <a:gd name="csX14" fmla="*/ 71218 w 204642"/>
                  <a:gd name="csY14" fmla="*/ 0 h 830504"/>
                  <a:gd name="csX15" fmla="*/ 84659 w 204642"/>
                  <a:gd name="csY15" fmla="*/ 0 h 8305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204642" h="830504">
                    <a:moveTo>
                      <a:pt x="84659" y="90"/>
                    </a:moveTo>
                    <a:cubicBezTo>
                      <a:pt x="76862" y="36207"/>
                      <a:pt x="66020" y="71516"/>
                      <a:pt x="59028" y="107813"/>
                    </a:cubicBezTo>
                    <a:cubicBezTo>
                      <a:pt x="19872" y="309636"/>
                      <a:pt x="36805" y="532071"/>
                      <a:pt x="104012" y="726187"/>
                    </a:cubicBezTo>
                    <a:cubicBezTo>
                      <a:pt x="115484" y="759257"/>
                      <a:pt x="130448" y="790892"/>
                      <a:pt x="142367" y="823694"/>
                    </a:cubicBezTo>
                    <a:lnTo>
                      <a:pt x="182778" y="823694"/>
                    </a:lnTo>
                    <a:cubicBezTo>
                      <a:pt x="184393" y="767233"/>
                      <a:pt x="180271" y="710414"/>
                      <a:pt x="182332" y="654043"/>
                    </a:cubicBezTo>
                    <a:cubicBezTo>
                      <a:pt x="183049" y="635850"/>
                      <a:pt x="184034" y="608158"/>
                      <a:pt x="188873" y="591130"/>
                    </a:cubicBezTo>
                    <a:cubicBezTo>
                      <a:pt x="192098" y="580017"/>
                      <a:pt x="199895" y="569084"/>
                      <a:pt x="204642" y="558688"/>
                    </a:cubicBezTo>
                    <a:cubicBezTo>
                      <a:pt x="199090" y="585843"/>
                      <a:pt x="198731" y="631818"/>
                      <a:pt x="198013" y="660765"/>
                    </a:cubicBezTo>
                    <a:cubicBezTo>
                      <a:pt x="196578" y="715522"/>
                      <a:pt x="198101" y="771445"/>
                      <a:pt x="200700" y="825844"/>
                    </a:cubicBezTo>
                    <a:cubicBezTo>
                      <a:pt x="164498" y="826830"/>
                      <a:pt x="128028" y="824769"/>
                      <a:pt x="91738" y="826024"/>
                    </a:cubicBezTo>
                    <a:cubicBezTo>
                      <a:pt x="87437" y="826203"/>
                      <a:pt x="82686" y="823783"/>
                      <a:pt x="84029" y="830505"/>
                    </a:cubicBezTo>
                    <a:cubicBezTo>
                      <a:pt x="77938" y="819213"/>
                      <a:pt x="59925" y="782110"/>
                      <a:pt x="56967" y="772162"/>
                    </a:cubicBezTo>
                    <a:cubicBezTo>
                      <a:pt x="32954" y="692311"/>
                      <a:pt x="13151" y="600720"/>
                      <a:pt x="4908" y="516388"/>
                    </a:cubicBezTo>
                    <a:cubicBezTo>
                      <a:pt x="-11583" y="349337"/>
                      <a:pt x="14223" y="157640"/>
                      <a:pt x="71218" y="0"/>
                    </a:cubicBezTo>
                    <a:lnTo>
                      <a:pt x="84659" y="0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896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" name="Forme libre 39">
                <a:extLst>
                  <a:ext uri="{FF2B5EF4-FFF2-40B4-BE49-F238E27FC236}">
                    <a16:creationId xmlns:a16="http://schemas.microsoft.com/office/drawing/2014/main" id="{3603AA3D-7672-7018-046E-844386C32E80}"/>
                  </a:ext>
                </a:extLst>
              </p:cNvPr>
              <p:cNvSpPr/>
              <p:nvPr/>
            </p:nvSpPr>
            <p:spPr>
              <a:xfrm>
                <a:off x="-11283397" y="-8850871"/>
                <a:ext cx="121059" cy="54344"/>
              </a:xfrm>
              <a:custGeom>
                <a:avLst/>
                <a:gdLst>
                  <a:gd name="csX0" fmla="*/ 121060 w 121059"/>
                  <a:gd name="csY0" fmla="*/ 90 h 54344"/>
                  <a:gd name="csX1" fmla="*/ 42652 w 121059"/>
                  <a:gd name="csY1" fmla="*/ 54131 h 54344"/>
                  <a:gd name="csX2" fmla="*/ 0 w 121059"/>
                  <a:gd name="csY2" fmla="*/ 54131 h 54344"/>
                  <a:gd name="csX3" fmla="*/ 2148 w 121059"/>
                  <a:gd name="csY3" fmla="*/ 269 h 54344"/>
                  <a:gd name="csX4" fmla="*/ 121060 w 121059"/>
                  <a:gd name="csY4" fmla="*/ 0 h 543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21059" h="54344">
                    <a:moveTo>
                      <a:pt x="121060" y="90"/>
                    </a:moveTo>
                    <a:cubicBezTo>
                      <a:pt x="101795" y="37192"/>
                      <a:pt x="85667" y="52159"/>
                      <a:pt x="42652" y="54131"/>
                    </a:cubicBezTo>
                    <a:cubicBezTo>
                      <a:pt x="28493" y="54757"/>
                      <a:pt x="14159" y="53772"/>
                      <a:pt x="0" y="54131"/>
                    </a:cubicBezTo>
                    <a:cubicBezTo>
                      <a:pt x="1343" y="36296"/>
                      <a:pt x="1343" y="18103"/>
                      <a:pt x="2148" y="269"/>
                    </a:cubicBezTo>
                    <a:lnTo>
                      <a:pt x="121060" y="0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 w="896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" name="Forme libre 40">
                <a:extLst>
                  <a:ext uri="{FF2B5EF4-FFF2-40B4-BE49-F238E27FC236}">
                    <a16:creationId xmlns:a16="http://schemas.microsoft.com/office/drawing/2014/main" id="{8861F930-1CFF-7487-C7A6-BB12AF961A34}"/>
                  </a:ext>
                </a:extLst>
              </p:cNvPr>
              <p:cNvSpPr/>
              <p:nvPr/>
            </p:nvSpPr>
            <p:spPr>
              <a:xfrm>
                <a:off x="-11470082" y="-8850675"/>
                <a:ext cx="119298" cy="54327"/>
              </a:xfrm>
              <a:custGeom>
                <a:avLst/>
                <a:gdLst>
                  <a:gd name="csX0" fmla="*/ 116967 w 119298"/>
                  <a:gd name="csY0" fmla="*/ 252 h 54327"/>
                  <a:gd name="csX1" fmla="*/ 119299 w 119298"/>
                  <a:gd name="csY1" fmla="*/ 54114 h 54327"/>
                  <a:gd name="csX2" fmla="*/ 76643 w 119298"/>
                  <a:gd name="csY2" fmla="*/ 54114 h 54327"/>
                  <a:gd name="csX3" fmla="*/ 208 w 119298"/>
                  <a:gd name="csY3" fmla="*/ 4913 h 54327"/>
                  <a:gd name="csX4" fmla="*/ 7913 w 119298"/>
                  <a:gd name="csY4" fmla="*/ 432 h 54327"/>
                  <a:gd name="csX5" fmla="*/ 116879 w 119298"/>
                  <a:gd name="csY5" fmla="*/ 252 h 543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119298" h="54327">
                    <a:moveTo>
                      <a:pt x="116967" y="252"/>
                    </a:moveTo>
                    <a:cubicBezTo>
                      <a:pt x="117776" y="18086"/>
                      <a:pt x="117956" y="36369"/>
                      <a:pt x="119299" y="54114"/>
                    </a:cubicBezTo>
                    <a:cubicBezTo>
                      <a:pt x="105140" y="53755"/>
                      <a:pt x="90802" y="54741"/>
                      <a:pt x="76643" y="54114"/>
                    </a:cubicBezTo>
                    <a:cubicBezTo>
                      <a:pt x="38292" y="52679"/>
                      <a:pt x="18397" y="38341"/>
                      <a:pt x="208" y="4913"/>
                    </a:cubicBezTo>
                    <a:cubicBezTo>
                      <a:pt x="-1048" y="-1899"/>
                      <a:pt x="3612" y="521"/>
                      <a:pt x="7913" y="432"/>
                    </a:cubicBezTo>
                    <a:cubicBezTo>
                      <a:pt x="44116" y="-823"/>
                      <a:pt x="80677" y="1148"/>
                      <a:pt x="116879" y="252"/>
                    </a:cubicBez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 w="896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" name="Forme libre 41">
                <a:extLst>
                  <a:ext uri="{FF2B5EF4-FFF2-40B4-BE49-F238E27FC236}">
                    <a16:creationId xmlns:a16="http://schemas.microsoft.com/office/drawing/2014/main" id="{3BC22BA3-4EDC-C024-A407-E08A4CE0EF4D}"/>
                  </a:ext>
                </a:extLst>
              </p:cNvPr>
              <p:cNvSpPr/>
              <p:nvPr/>
            </p:nvSpPr>
            <p:spPr>
              <a:xfrm>
                <a:off x="-11449000" y="-9566786"/>
                <a:ext cx="263910" cy="264666"/>
              </a:xfrm>
              <a:custGeom>
                <a:avLst/>
                <a:gdLst>
                  <a:gd name="csX0" fmla="*/ 263097 w 263910"/>
                  <a:gd name="csY0" fmla="*/ 156524 h 264666"/>
                  <a:gd name="csX1" fmla="*/ 453 w 263910"/>
                  <a:gd name="csY1" fmla="*/ 118884 h 264666"/>
                  <a:gd name="csX2" fmla="*/ 214530 w 263910"/>
                  <a:gd name="csY2" fmla="*/ 28726 h 264666"/>
                  <a:gd name="csX3" fmla="*/ 263097 w 263910"/>
                  <a:gd name="csY3" fmla="*/ 156524 h 264666"/>
                  <a:gd name="csX4" fmla="*/ 189708 w 263910"/>
                  <a:gd name="csY4" fmla="*/ 61527 h 264666"/>
                  <a:gd name="csX5" fmla="*/ 48036 w 263910"/>
                  <a:gd name="csY5" fmla="*/ 171222 h 264666"/>
                  <a:gd name="csX6" fmla="*/ 224834 w 263910"/>
                  <a:gd name="csY6" fmla="*/ 119601 h 264666"/>
                  <a:gd name="csX7" fmla="*/ 216949 w 263910"/>
                  <a:gd name="csY7" fmla="*/ 91550 h 264666"/>
                  <a:gd name="csX8" fmla="*/ 189708 w 263910"/>
                  <a:gd name="csY8" fmla="*/ 61527 h 2646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263910" h="264666">
                    <a:moveTo>
                      <a:pt x="263097" y="156524"/>
                    </a:moveTo>
                    <a:cubicBezTo>
                      <a:pt x="225818" y="319453"/>
                      <a:pt x="-11733" y="291312"/>
                      <a:pt x="453" y="118884"/>
                    </a:cubicBezTo>
                    <a:cubicBezTo>
                      <a:pt x="7799" y="15283"/>
                      <a:pt x="133252" y="-36158"/>
                      <a:pt x="214530" y="28726"/>
                    </a:cubicBezTo>
                    <a:cubicBezTo>
                      <a:pt x="256377" y="62154"/>
                      <a:pt x="267219" y="104993"/>
                      <a:pt x="263097" y="156524"/>
                    </a:cubicBezTo>
                    <a:close/>
                    <a:moveTo>
                      <a:pt x="189708" y="61527"/>
                    </a:moveTo>
                    <a:cubicBezTo>
                      <a:pt x="109060" y="318"/>
                      <a:pt x="9147" y="82498"/>
                      <a:pt x="48036" y="171222"/>
                    </a:cubicBezTo>
                    <a:cubicBezTo>
                      <a:pt x="89436" y="265502"/>
                      <a:pt x="234871" y="228668"/>
                      <a:pt x="224834" y="119601"/>
                    </a:cubicBezTo>
                    <a:cubicBezTo>
                      <a:pt x="224388" y="114493"/>
                      <a:pt x="218918" y="97016"/>
                      <a:pt x="216949" y="91550"/>
                    </a:cubicBezTo>
                    <a:cubicBezTo>
                      <a:pt x="211393" y="75956"/>
                      <a:pt x="202073" y="70937"/>
                      <a:pt x="189708" y="61527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896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" name="Forme libre 42">
                <a:extLst>
                  <a:ext uri="{FF2B5EF4-FFF2-40B4-BE49-F238E27FC236}">
                    <a16:creationId xmlns:a16="http://schemas.microsoft.com/office/drawing/2014/main" id="{AC8B0AFA-E8F6-CEC8-D4C9-B852EB2452AA}"/>
                  </a:ext>
                </a:extLst>
              </p:cNvPr>
              <p:cNvSpPr/>
              <p:nvPr/>
            </p:nvSpPr>
            <p:spPr>
              <a:xfrm>
                <a:off x="-11324530" y="-9146527"/>
                <a:ext cx="47689" cy="517568"/>
              </a:xfrm>
              <a:custGeom>
                <a:avLst/>
                <a:gdLst>
                  <a:gd name="csX0" fmla="*/ 43194 w 47689"/>
                  <a:gd name="csY0" fmla="*/ 297552 h 517568"/>
                  <a:gd name="csX1" fmla="*/ 41042 w 47689"/>
                  <a:gd name="csY1" fmla="*/ 351413 h 517568"/>
                  <a:gd name="csX2" fmla="*/ 22674 w 47689"/>
                  <a:gd name="csY2" fmla="*/ 491040 h 517568"/>
                  <a:gd name="csX3" fmla="*/ 7710 w 47689"/>
                  <a:gd name="csY3" fmla="*/ 517568 h 517568"/>
                  <a:gd name="csX4" fmla="*/ 6721 w 47689"/>
                  <a:gd name="csY4" fmla="*/ 6827 h 517568"/>
                  <a:gd name="csX5" fmla="*/ 0 w 47689"/>
                  <a:gd name="csY5" fmla="*/ 1359 h 517568"/>
                  <a:gd name="csX6" fmla="*/ 40237 w 47689"/>
                  <a:gd name="csY6" fmla="*/ 36311 h 517568"/>
                  <a:gd name="csX7" fmla="*/ 43194 w 47689"/>
                  <a:gd name="csY7" fmla="*/ 297552 h 51756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47689" h="517568">
                    <a:moveTo>
                      <a:pt x="43194" y="297552"/>
                    </a:moveTo>
                    <a:cubicBezTo>
                      <a:pt x="42385" y="315386"/>
                      <a:pt x="42385" y="333579"/>
                      <a:pt x="41042" y="351413"/>
                    </a:cubicBezTo>
                    <a:cubicBezTo>
                      <a:pt x="37550" y="396850"/>
                      <a:pt x="33603" y="446769"/>
                      <a:pt x="22674" y="491040"/>
                    </a:cubicBezTo>
                    <a:cubicBezTo>
                      <a:pt x="20700" y="499016"/>
                      <a:pt x="18193" y="517568"/>
                      <a:pt x="7710" y="517568"/>
                    </a:cubicBezTo>
                    <a:lnTo>
                      <a:pt x="6721" y="6827"/>
                    </a:lnTo>
                    <a:lnTo>
                      <a:pt x="0" y="1359"/>
                    </a:lnTo>
                    <a:cubicBezTo>
                      <a:pt x="24555" y="-5451"/>
                      <a:pt x="36382" y="14444"/>
                      <a:pt x="40237" y="36311"/>
                    </a:cubicBezTo>
                    <a:cubicBezTo>
                      <a:pt x="52693" y="107917"/>
                      <a:pt x="46511" y="223257"/>
                      <a:pt x="43194" y="29755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896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" name="Forme libre 43">
                <a:extLst>
                  <a:ext uri="{FF2B5EF4-FFF2-40B4-BE49-F238E27FC236}">
                    <a16:creationId xmlns:a16="http://schemas.microsoft.com/office/drawing/2014/main" id="{B2289ACC-B51E-C337-C172-AD168AE8F450}"/>
                  </a:ext>
                </a:extLst>
              </p:cNvPr>
              <p:cNvSpPr/>
              <p:nvPr/>
            </p:nvSpPr>
            <p:spPr>
              <a:xfrm>
                <a:off x="-11356443" y="-9145168"/>
                <a:ext cx="39622" cy="516209"/>
              </a:xfrm>
              <a:custGeom>
                <a:avLst/>
                <a:gdLst>
                  <a:gd name="csX0" fmla="*/ 31913 w 39622"/>
                  <a:gd name="csY0" fmla="*/ 0 h 516209"/>
                  <a:gd name="csX1" fmla="*/ 38634 w 39622"/>
                  <a:gd name="csY1" fmla="*/ 5468 h 516209"/>
                  <a:gd name="csX2" fmla="*/ 39623 w 39622"/>
                  <a:gd name="csY2" fmla="*/ 516209 h 516209"/>
                  <a:gd name="csX3" fmla="*/ 24479 w 39622"/>
                  <a:gd name="csY3" fmla="*/ 487531 h 516209"/>
                  <a:gd name="csX4" fmla="*/ 5569 w 39622"/>
                  <a:gd name="csY4" fmla="*/ 350234 h 516209"/>
                  <a:gd name="csX5" fmla="*/ 3241 w 39622"/>
                  <a:gd name="csY5" fmla="*/ 296372 h 516209"/>
                  <a:gd name="csX6" fmla="*/ 550 w 39622"/>
                  <a:gd name="csY6" fmla="*/ 131293 h 516209"/>
                  <a:gd name="csX7" fmla="*/ 7183 w 39622"/>
                  <a:gd name="csY7" fmla="*/ 29216 h 516209"/>
                  <a:gd name="csX8" fmla="*/ 31826 w 39622"/>
                  <a:gd name="csY8" fmla="*/ 0 h 51620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9622" h="516209">
                    <a:moveTo>
                      <a:pt x="31913" y="0"/>
                    </a:moveTo>
                    <a:lnTo>
                      <a:pt x="38634" y="5468"/>
                    </a:lnTo>
                    <a:lnTo>
                      <a:pt x="39623" y="516209"/>
                    </a:lnTo>
                    <a:cubicBezTo>
                      <a:pt x="28960" y="516209"/>
                      <a:pt x="26540" y="496135"/>
                      <a:pt x="24479" y="487531"/>
                    </a:cubicBezTo>
                    <a:cubicBezTo>
                      <a:pt x="14980" y="446395"/>
                      <a:pt x="8885" y="392534"/>
                      <a:pt x="5569" y="350234"/>
                    </a:cubicBezTo>
                    <a:cubicBezTo>
                      <a:pt x="4226" y="332489"/>
                      <a:pt x="4046" y="314207"/>
                      <a:pt x="3241" y="296372"/>
                    </a:cubicBezTo>
                    <a:cubicBezTo>
                      <a:pt x="642" y="241973"/>
                      <a:pt x="-881" y="186050"/>
                      <a:pt x="550" y="131293"/>
                    </a:cubicBezTo>
                    <a:cubicBezTo>
                      <a:pt x="1268" y="102436"/>
                      <a:pt x="1627" y="56371"/>
                      <a:pt x="7183" y="29216"/>
                    </a:cubicBezTo>
                    <a:cubicBezTo>
                      <a:pt x="10500" y="12906"/>
                      <a:pt x="15519" y="4571"/>
                      <a:pt x="31826" y="0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896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" name="Forme libre 44">
                <a:extLst>
                  <a:ext uri="{FF2B5EF4-FFF2-40B4-BE49-F238E27FC236}">
                    <a16:creationId xmlns:a16="http://schemas.microsoft.com/office/drawing/2014/main" id="{A27715F6-97BC-97C6-786E-AB7F36679E61}"/>
                  </a:ext>
                </a:extLst>
              </p:cNvPr>
              <p:cNvSpPr/>
              <p:nvPr/>
            </p:nvSpPr>
            <p:spPr>
              <a:xfrm>
                <a:off x="-11453266" y="-9447991"/>
                <a:ext cx="267363" cy="164585"/>
              </a:xfrm>
              <a:custGeom>
                <a:avLst/>
                <a:gdLst>
                  <a:gd name="csX0" fmla="*/ 267363 w 267363"/>
                  <a:gd name="csY0" fmla="*/ 37729 h 164585"/>
                  <a:gd name="csX1" fmla="*/ 43074 w 267363"/>
                  <a:gd name="csY1" fmla="*/ 131293 h 164585"/>
                  <a:gd name="csX2" fmla="*/ 4719 w 267363"/>
                  <a:gd name="csY2" fmla="*/ 0 h 164585"/>
                  <a:gd name="csX3" fmla="*/ 267363 w 267363"/>
                  <a:gd name="csY3" fmla="*/ 37640 h 1645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67363" h="164585">
                    <a:moveTo>
                      <a:pt x="267363" y="37729"/>
                    </a:moveTo>
                    <a:cubicBezTo>
                      <a:pt x="258315" y="149485"/>
                      <a:pt x="128202" y="204601"/>
                      <a:pt x="43074" y="131293"/>
                    </a:cubicBezTo>
                    <a:cubicBezTo>
                      <a:pt x="4001" y="97686"/>
                      <a:pt x="-7646" y="49648"/>
                      <a:pt x="4719" y="0"/>
                    </a:cubicBezTo>
                    <a:cubicBezTo>
                      <a:pt x="-7467" y="172428"/>
                      <a:pt x="230084" y="200569"/>
                      <a:pt x="267363" y="37640"/>
                    </a:cubicBezTo>
                    <a:close/>
                  </a:path>
                </a:pathLst>
              </a:custGeom>
              <a:solidFill>
                <a:srgbClr val="DAD4C2"/>
              </a:solidFill>
              <a:ln w="896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" name="Forme libre 45">
                <a:extLst>
                  <a:ext uri="{FF2B5EF4-FFF2-40B4-BE49-F238E27FC236}">
                    <a16:creationId xmlns:a16="http://schemas.microsoft.com/office/drawing/2014/main" id="{1BB3490C-E58C-8A6D-EA1E-C5881DFEBC35}"/>
                  </a:ext>
                </a:extLst>
              </p:cNvPr>
              <p:cNvSpPr/>
              <p:nvPr/>
            </p:nvSpPr>
            <p:spPr>
              <a:xfrm>
                <a:off x="-11409628" y="-9526395"/>
                <a:ext cx="185948" cy="184785"/>
              </a:xfrm>
              <a:custGeom>
                <a:avLst/>
                <a:gdLst>
                  <a:gd name="csX0" fmla="*/ 150336 w 185948"/>
                  <a:gd name="csY0" fmla="*/ 21137 h 184785"/>
                  <a:gd name="csX1" fmla="*/ 177577 w 185948"/>
                  <a:gd name="csY1" fmla="*/ 51159 h 184785"/>
                  <a:gd name="csX2" fmla="*/ 185462 w 185948"/>
                  <a:gd name="csY2" fmla="*/ 79210 h 184785"/>
                  <a:gd name="csX3" fmla="*/ 8663 w 185948"/>
                  <a:gd name="csY3" fmla="*/ 130831 h 184785"/>
                  <a:gd name="csX4" fmla="*/ 150336 w 185948"/>
                  <a:gd name="csY4" fmla="*/ 21137 h 1847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85948" h="184785">
                    <a:moveTo>
                      <a:pt x="150336" y="21137"/>
                    </a:moveTo>
                    <a:cubicBezTo>
                      <a:pt x="162701" y="30546"/>
                      <a:pt x="172020" y="35565"/>
                      <a:pt x="177577" y="51159"/>
                    </a:cubicBezTo>
                    <a:cubicBezTo>
                      <a:pt x="179546" y="56715"/>
                      <a:pt x="185015" y="74102"/>
                      <a:pt x="185462" y="79210"/>
                    </a:cubicBezTo>
                    <a:cubicBezTo>
                      <a:pt x="195407" y="188188"/>
                      <a:pt x="49972" y="225111"/>
                      <a:pt x="8663" y="130831"/>
                    </a:cubicBezTo>
                    <a:cubicBezTo>
                      <a:pt x="-30226" y="42197"/>
                      <a:pt x="69775" y="-39984"/>
                      <a:pt x="150336" y="21137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896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FR"/>
              </a:p>
            </p:txBody>
          </p:sp>
        </p:grp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3D7E6B-0771-005B-F1A1-09F4FD653012}"/>
              </a:ext>
            </a:extLst>
          </p:cNvPr>
          <p:cNvGrpSpPr/>
          <p:nvPr/>
        </p:nvGrpSpPr>
        <p:grpSpPr>
          <a:xfrm>
            <a:off x="1743678" y="2947244"/>
            <a:ext cx="2926080" cy="736155"/>
            <a:chOff x="332936" y="2947244"/>
            <a:chExt cx="2926080" cy="73615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E2D933C-0513-17F3-9060-E520EB6BA572}"/>
                </a:ext>
              </a:extLst>
            </p:cNvPr>
            <p:cNvSpPr txBox="1"/>
            <p:nvPr/>
          </p:nvSpPr>
          <p:spPr>
            <a:xfrm>
              <a:off x="332936" y="2947244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sz="2400" b="1" dirty="0"/>
                <a:t> 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AB4D5AA-F2AF-5F44-A43F-A495D336082F}"/>
                </a:ext>
              </a:extLst>
            </p:cNvPr>
            <p:cNvSpPr txBox="1"/>
            <p:nvPr/>
          </p:nvSpPr>
          <p:spPr>
            <a:xfrm>
              <a:off x="332936" y="3406400"/>
              <a:ext cx="2926080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ctr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D259E02-D24B-462D-E3E3-AE4CC389C44B}"/>
              </a:ext>
            </a:extLst>
          </p:cNvPr>
          <p:cNvGrpSpPr/>
          <p:nvPr/>
        </p:nvGrpSpPr>
        <p:grpSpPr>
          <a:xfrm>
            <a:off x="6659004" y="4686599"/>
            <a:ext cx="2926080" cy="736155"/>
            <a:chOff x="332936" y="4652338"/>
            <a:chExt cx="2926080" cy="73615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7270B37-DCE3-7671-83DE-EE817077CBA8}"/>
                </a:ext>
              </a:extLst>
            </p:cNvPr>
            <p:cNvSpPr txBox="1"/>
            <p:nvPr/>
          </p:nvSpPr>
          <p:spPr>
            <a:xfrm>
              <a:off x="332936" y="4652338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sz="2400" b="1" dirty="0"/>
                <a:t> 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963C10E-40A4-E95E-9066-2D67FC619E6A}"/>
                </a:ext>
              </a:extLst>
            </p:cNvPr>
            <p:cNvSpPr txBox="1"/>
            <p:nvPr/>
          </p:nvSpPr>
          <p:spPr>
            <a:xfrm>
              <a:off x="332936" y="5111494"/>
              <a:ext cx="2926080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86F1517-5F06-57DD-3E42-29E87029D7E1}"/>
              </a:ext>
            </a:extLst>
          </p:cNvPr>
          <p:cNvGrpSpPr/>
          <p:nvPr/>
        </p:nvGrpSpPr>
        <p:grpSpPr>
          <a:xfrm>
            <a:off x="7522242" y="2379069"/>
            <a:ext cx="2926080" cy="736155"/>
            <a:chOff x="332936" y="2627766"/>
            <a:chExt cx="2926080" cy="736155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CE7C53B-4DA9-F15F-463C-D42E61F4A0F9}"/>
                </a:ext>
              </a:extLst>
            </p:cNvPr>
            <p:cNvSpPr txBox="1"/>
            <p:nvPr/>
          </p:nvSpPr>
          <p:spPr>
            <a:xfrm>
              <a:off x="332936" y="2627766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sz="2400" b="1" noProof="1"/>
                <a:t> 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FA31829-C179-54D2-CE79-04DBEB6DD251}"/>
                </a:ext>
              </a:extLst>
            </p:cNvPr>
            <p:cNvSpPr txBox="1"/>
            <p:nvPr/>
          </p:nvSpPr>
          <p:spPr>
            <a:xfrm>
              <a:off x="332936" y="3086922"/>
              <a:ext cx="2926080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ctr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sp>
        <p:nvSpPr>
          <p:cNvPr id="49" name="Graphic 34" descr="Badge with solid fill">
            <a:extLst>
              <a:ext uri="{FF2B5EF4-FFF2-40B4-BE49-F238E27FC236}">
                <a16:creationId xmlns:a16="http://schemas.microsoft.com/office/drawing/2014/main" id="{CC345D08-6547-7D93-10D6-6B47D9FC459F}"/>
              </a:ext>
            </a:extLst>
          </p:cNvPr>
          <p:cNvSpPr/>
          <p:nvPr/>
        </p:nvSpPr>
        <p:spPr>
          <a:xfrm>
            <a:off x="5596329" y="4002470"/>
            <a:ext cx="274320" cy="274320"/>
          </a:xfrm>
          <a:custGeom>
            <a:avLst/>
            <a:gdLst>
              <a:gd name="csX0" fmla="*/ 361750 w 723499"/>
              <a:gd name="csY0" fmla="*/ 0 h 723499"/>
              <a:gd name="csX1" fmla="*/ 0 w 723499"/>
              <a:gd name="csY1" fmla="*/ 361750 h 723499"/>
              <a:gd name="csX2" fmla="*/ 361750 w 723499"/>
              <a:gd name="csY2" fmla="*/ 723500 h 723499"/>
              <a:gd name="csX3" fmla="*/ 723500 w 723499"/>
              <a:gd name="csY3" fmla="*/ 361750 h 723499"/>
              <a:gd name="csX4" fmla="*/ 723500 w 723499"/>
              <a:gd name="csY4" fmla="*/ 361721 h 723499"/>
              <a:gd name="csX5" fmla="*/ 362026 w 723499"/>
              <a:gd name="csY5" fmla="*/ 0 h 723499"/>
              <a:gd name="csX6" fmla="*/ 361750 w 723499"/>
              <a:gd name="csY6" fmla="*/ 0 h 723499"/>
              <a:gd name="csX7" fmla="*/ 465172 w 723499"/>
              <a:gd name="csY7" fmla="*/ 523961 h 723499"/>
              <a:gd name="csX8" fmla="*/ 258337 w 723499"/>
              <a:gd name="csY8" fmla="*/ 523961 h 723499"/>
              <a:gd name="csX9" fmla="*/ 258337 w 723499"/>
              <a:gd name="csY9" fmla="*/ 493605 h 723499"/>
              <a:gd name="csX10" fmla="*/ 265290 w 723499"/>
              <a:gd name="csY10" fmla="*/ 456457 h 723499"/>
              <a:gd name="csX11" fmla="*/ 284417 w 723499"/>
              <a:gd name="csY11" fmla="*/ 425977 h 723499"/>
              <a:gd name="csX12" fmla="*/ 312734 w 723499"/>
              <a:gd name="csY12" fmla="*/ 400050 h 723499"/>
              <a:gd name="csX13" fmla="*/ 347520 w 723499"/>
              <a:gd name="csY13" fmla="*/ 376647 h 723499"/>
              <a:gd name="csX14" fmla="*/ 377047 w 723499"/>
              <a:gd name="csY14" fmla="*/ 355454 h 723499"/>
              <a:gd name="csX15" fmla="*/ 395421 w 723499"/>
              <a:gd name="csY15" fmla="*/ 335280 h 723499"/>
              <a:gd name="csX16" fmla="*/ 404765 w 723499"/>
              <a:gd name="csY16" fmla="*/ 314877 h 723499"/>
              <a:gd name="csX17" fmla="*/ 407289 w 723499"/>
              <a:gd name="csY17" fmla="*/ 292103 h 723499"/>
              <a:gd name="csX18" fmla="*/ 404127 w 723499"/>
              <a:gd name="csY18" fmla="*/ 272501 h 723499"/>
              <a:gd name="csX19" fmla="*/ 394792 w 723499"/>
              <a:gd name="csY19" fmla="*/ 255899 h 723499"/>
              <a:gd name="csX20" fmla="*/ 378981 w 723499"/>
              <a:gd name="csY20" fmla="*/ 244469 h 723499"/>
              <a:gd name="csX21" fmla="*/ 356692 w 723499"/>
              <a:gd name="csY21" fmla="*/ 240201 h 723499"/>
              <a:gd name="csX22" fmla="*/ 313677 w 723499"/>
              <a:gd name="csY22" fmla="*/ 250327 h 723499"/>
              <a:gd name="csX23" fmla="*/ 275415 w 723499"/>
              <a:gd name="csY23" fmla="*/ 277520 h 723499"/>
              <a:gd name="csX24" fmla="*/ 275415 w 723499"/>
              <a:gd name="csY24" fmla="*/ 228181 h 723499"/>
              <a:gd name="csX25" fmla="*/ 313830 w 723499"/>
              <a:gd name="csY25" fmla="*/ 206045 h 723499"/>
              <a:gd name="csX26" fmla="*/ 361455 w 723499"/>
              <a:gd name="csY26" fmla="*/ 199377 h 723499"/>
              <a:gd name="csX27" fmla="*/ 399402 w 723499"/>
              <a:gd name="csY27" fmla="*/ 205092 h 723499"/>
              <a:gd name="csX28" fmla="*/ 430397 w 723499"/>
              <a:gd name="csY28" fmla="*/ 221694 h 723499"/>
              <a:gd name="csX29" fmla="*/ 451275 w 723499"/>
              <a:gd name="csY29" fmla="*/ 248888 h 723499"/>
              <a:gd name="csX30" fmla="*/ 458895 w 723499"/>
              <a:gd name="csY30" fmla="*/ 286036 h 723499"/>
              <a:gd name="csX31" fmla="*/ 454924 w 723499"/>
              <a:gd name="csY31" fmla="*/ 320183 h 723499"/>
              <a:gd name="csX32" fmla="*/ 441893 w 723499"/>
              <a:gd name="csY32" fmla="*/ 349701 h 723499"/>
              <a:gd name="csX33" fmla="*/ 418348 w 723499"/>
              <a:gd name="csY33" fmla="*/ 376590 h 723499"/>
              <a:gd name="csX34" fmla="*/ 382924 w 723499"/>
              <a:gd name="csY34" fmla="*/ 402831 h 723499"/>
              <a:gd name="csX35" fmla="*/ 352558 w 723499"/>
              <a:gd name="csY35" fmla="*/ 422758 h 723499"/>
              <a:gd name="csX36" fmla="*/ 329936 w 723499"/>
              <a:gd name="csY36" fmla="*/ 440941 h 723499"/>
              <a:gd name="csX37" fmla="*/ 315878 w 723499"/>
              <a:gd name="csY37" fmla="*/ 459600 h 723499"/>
              <a:gd name="csX38" fmla="*/ 311115 w 723499"/>
              <a:gd name="csY38" fmla="*/ 480955 h 723499"/>
              <a:gd name="csX39" fmla="*/ 465134 w 723499"/>
              <a:gd name="csY39" fmla="*/ 480955 h 7234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723499" h="723499">
                <a:moveTo>
                  <a:pt x="361750" y="0"/>
                </a:moveTo>
                <a:cubicBezTo>
                  <a:pt x="161961" y="0"/>
                  <a:pt x="0" y="161961"/>
                  <a:pt x="0" y="361750"/>
                </a:cubicBezTo>
                <a:cubicBezTo>
                  <a:pt x="0" y="561539"/>
                  <a:pt x="161961" y="723500"/>
                  <a:pt x="361750" y="723500"/>
                </a:cubicBezTo>
                <a:cubicBezTo>
                  <a:pt x="561539" y="723500"/>
                  <a:pt x="723500" y="561539"/>
                  <a:pt x="723500" y="361750"/>
                </a:cubicBezTo>
                <a:cubicBezTo>
                  <a:pt x="723500" y="361740"/>
                  <a:pt x="723500" y="361731"/>
                  <a:pt x="723500" y="361721"/>
                </a:cubicBezTo>
                <a:cubicBezTo>
                  <a:pt x="723569" y="162016"/>
                  <a:pt x="561731" y="69"/>
                  <a:pt x="362026" y="0"/>
                </a:cubicBezTo>
                <a:cubicBezTo>
                  <a:pt x="361934" y="0"/>
                  <a:pt x="361842" y="0"/>
                  <a:pt x="361750" y="0"/>
                </a:cubicBezTo>
                <a:close/>
                <a:moveTo>
                  <a:pt x="465172" y="523961"/>
                </a:moveTo>
                <a:lnTo>
                  <a:pt x="258337" y="523961"/>
                </a:lnTo>
                <a:lnTo>
                  <a:pt x="258337" y="493605"/>
                </a:lnTo>
                <a:cubicBezTo>
                  <a:pt x="258148" y="480882"/>
                  <a:pt x="260513" y="468250"/>
                  <a:pt x="265290" y="456457"/>
                </a:cubicBezTo>
                <a:cubicBezTo>
                  <a:pt x="269973" y="445328"/>
                  <a:pt x="276432" y="435033"/>
                  <a:pt x="284417" y="425977"/>
                </a:cubicBezTo>
                <a:cubicBezTo>
                  <a:pt x="292914" y="416360"/>
                  <a:pt x="302406" y="407669"/>
                  <a:pt x="312734" y="400050"/>
                </a:cubicBezTo>
                <a:cubicBezTo>
                  <a:pt x="323491" y="392042"/>
                  <a:pt x="335087" y="384241"/>
                  <a:pt x="347520" y="376647"/>
                </a:cubicBezTo>
                <a:cubicBezTo>
                  <a:pt x="357931" y="370412"/>
                  <a:pt x="367808" y="363324"/>
                  <a:pt x="377047" y="355454"/>
                </a:cubicBezTo>
                <a:cubicBezTo>
                  <a:pt x="383994" y="349527"/>
                  <a:pt x="390167" y="342749"/>
                  <a:pt x="395421" y="335280"/>
                </a:cubicBezTo>
                <a:cubicBezTo>
                  <a:pt x="399745" y="329101"/>
                  <a:pt x="402911" y="322188"/>
                  <a:pt x="404765" y="314877"/>
                </a:cubicBezTo>
                <a:cubicBezTo>
                  <a:pt x="406502" y="307413"/>
                  <a:pt x="407350" y="299768"/>
                  <a:pt x="407289" y="292103"/>
                </a:cubicBezTo>
                <a:cubicBezTo>
                  <a:pt x="407300" y="285441"/>
                  <a:pt x="406233" y="278822"/>
                  <a:pt x="404127" y="272501"/>
                </a:cubicBezTo>
                <a:cubicBezTo>
                  <a:pt x="402144" y="266404"/>
                  <a:pt x="398971" y="260761"/>
                  <a:pt x="394792" y="255899"/>
                </a:cubicBezTo>
                <a:cubicBezTo>
                  <a:pt x="390438" y="250959"/>
                  <a:pt x="385037" y="247054"/>
                  <a:pt x="378981" y="244469"/>
                </a:cubicBezTo>
                <a:cubicBezTo>
                  <a:pt x="371932" y="241502"/>
                  <a:pt x="364339" y="240047"/>
                  <a:pt x="356692" y="240201"/>
                </a:cubicBezTo>
                <a:cubicBezTo>
                  <a:pt x="341757" y="240145"/>
                  <a:pt x="327019" y="243614"/>
                  <a:pt x="313677" y="250327"/>
                </a:cubicBezTo>
                <a:cubicBezTo>
                  <a:pt x="299647" y="257446"/>
                  <a:pt x="286752" y="266610"/>
                  <a:pt x="275415" y="277520"/>
                </a:cubicBezTo>
                <a:lnTo>
                  <a:pt x="275415" y="228181"/>
                </a:lnTo>
                <a:cubicBezTo>
                  <a:pt x="286370" y="217977"/>
                  <a:pt x="299508" y="210405"/>
                  <a:pt x="313830" y="206045"/>
                </a:cubicBezTo>
                <a:cubicBezTo>
                  <a:pt x="329284" y="201462"/>
                  <a:pt x="345336" y="199214"/>
                  <a:pt x="361455" y="199377"/>
                </a:cubicBezTo>
                <a:cubicBezTo>
                  <a:pt x="374325" y="199288"/>
                  <a:pt x="387129" y="201217"/>
                  <a:pt x="399402" y="205092"/>
                </a:cubicBezTo>
                <a:cubicBezTo>
                  <a:pt x="410695" y="208606"/>
                  <a:pt x="421215" y="214241"/>
                  <a:pt x="430397" y="221694"/>
                </a:cubicBezTo>
                <a:cubicBezTo>
                  <a:pt x="439324" y="229062"/>
                  <a:pt x="446463" y="238360"/>
                  <a:pt x="451275" y="248888"/>
                </a:cubicBezTo>
                <a:cubicBezTo>
                  <a:pt x="456514" y="260560"/>
                  <a:pt x="459115" y="273244"/>
                  <a:pt x="458895" y="286036"/>
                </a:cubicBezTo>
                <a:cubicBezTo>
                  <a:pt x="459007" y="297540"/>
                  <a:pt x="457672" y="309012"/>
                  <a:pt x="454924" y="320183"/>
                </a:cubicBezTo>
                <a:cubicBezTo>
                  <a:pt x="452230" y="330671"/>
                  <a:pt x="447828" y="340644"/>
                  <a:pt x="441893" y="349701"/>
                </a:cubicBezTo>
                <a:cubicBezTo>
                  <a:pt x="435278" y="359673"/>
                  <a:pt x="427359" y="368716"/>
                  <a:pt x="418348" y="376590"/>
                </a:cubicBezTo>
                <a:cubicBezTo>
                  <a:pt x="407255" y="386264"/>
                  <a:pt x="395409" y="395038"/>
                  <a:pt x="382924" y="402831"/>
                </a:cubicBezTo>
                <a:cubicBezTo>
                  <a:pt x="371532" y="410006"/>
                  <a:pt x="361410" y="416649"/>
                  <a:pt x="352558" y="422758"/>
                </a:cubicBezTo>
                <a:cubicBezTo>
                  <a:pt x="344540" y="428200"/>
                  <a:pt x="336975" y="434281"/>
                  <a:pt x="329936" y="440941"/>
                </a:cubicBezTo>
                <a:cubicBezTo>
                  <a:pt x="324212" y="446306"/>
                  <a:pt x="319456" y="452619"/>
                  <a:pt x="315878" y="459600"/>
                </a:cubicBezTo>
                <a:cubicBezTo>
                  <a:pt x="312659" y="466254"/>
                  <a:pt x="311029" y="473564"/>
                  <a:pt x="311115" y="480955"/>
                </a:cubicBezTo>
                <a:lnTo>
                  <a:pt x="465134" y="480955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0" name="Graphic 35" descr="Badge 3 with solid fill">
            <a:extLst>
              <a:ext uri="{FF2B5EF4-FFF2-40B4-BE49-F238E27FC236}">
                <a16:creationId xmlns:a16="http://schemas.microsoft.com/office/drawing/2014/main" id="{2F4DC519-3A50-BBB6-53CA-5D31066EA6D4}"/>
              </a:ext>
            </a:extLst>
          </p:cNvPr>
          <p:cNvSpPr/>
          <p:nvPr/>
        </p:nvSpPr>
        <p:spPr>
          <a:xfrm>
            <a:off x="4905909" y="4917431"/>
            <a:ext cx="365760" cy="365760"/>
          </a:xfrm>
          <a:custGeom>
            <a:avLst/>
            <a:gdLst>
              <a:gd name="csX0" fmla="*/ 361769 w 723518"/>
              <a:gd name="csY0" fmla="*/ 0 h 723519"/>
              <a:gd name="csX1" fmla="*/ 0 w 723518"/>
              <a:gd name="csY1" fmla="*/ 361750 h 723519"/>
              <a:gd name="csX2" fmla="*/ 361750 w 723518"/>
              <a:gd name="csY2" fmla="*/ 723519 h 723519"/>
              <a:gd name="csX3" fmla="*/ 723519 w 723518"/>
              <a:gd name="csY3" fmla="*/ 361769 h 723519"/>
              <a:gd name="csX4" fmla="*/ 723519 w 723518"/>
              <a:gd name="csY4" fmla="*/ 361731 h 723519"/>
              <a:gd name="csX5" fmla="*/ 362055 w 723518"/>
              <a:gd name="csY5" fmla="*/ 0 h 723519"/>
              <a:gd name="csX6" fmla="*/ 361769 w 723518"/>
              <a:gd name="csY6" fmla="*/ 0 h 723519"/>
              <a:gd name="csX7" fmla="*/ 457476 w 723518"/>
              <a:gd name="csY7" fmla="*/ 471792 h 723519"/>
              <a:gd name="csX8" fmla="*/ 430425 w 723518"/>
              <a:gd name="csY8" fmla="*/ 501520 h 723519"/>
              <a:gd name="csX9" fmla="*/ 390744 w 723518"/>
              <a:gd name="csY9" fmla="*/ 519703 h 723519"/>
              <a:gd name="csX10" fmla="*/ 343119 w 723518"/>
              <a:gd name="csY10" fmla="*/ 525875 h 723519"/>
              <a:gd name="csX11" fmla="*/ 294732 w 723518"/>
              <a:gd name="csY11" fmla="*/ 521599 h 723519"/>
              <a:gd name="csX12" fmla="*/ 256470 w 723518"/>
              <a:gd name="csY12" fmla="*/ 508797 h 723519"/>
              <a:gd name="csX13" fmla="*/ 256470 w 723518"/>
              <a:gd name="csY13" fmla="*/ 460058 h 723519"/>
              <a:gd name="csX14" fmla="*/ 298380 w 723518"/>
              <a:gd name="csY14" fmla="*/ 479355 h 723519"/>
              <a:gd name="csX15" fmla="*/ 344700 w 723518"/>
              <a:gd name="csY15" fmla="*/ 485680 h 723519"/>
              <a:gd name="csX16" fmla="*/ 367160 w 723518"/>
              <a:gd name="csY16" fmla="*/ 483461 h 723519"/>
              <a:gd name="csX17" fmla="*/ 389468 w 723518"/>
              <a:gd name="csY17" fmla="*/ 475402 h 723519"/>
              <a:gd name="csX18" fmla="*/ 406546 w 723518"/>
              <a:gd name="csY18" fmla="*/ 459429 h 723519"/>
              <a:gd name="csX19" fmla="*/ 413328 w 723518"/>
              <a:gd name="csY19" fmla="*/ 433816 h 723519"/>
              <a:gd name="csX20" fmla="*/ 406860 w 723518"/>
              <a:gd name="csY20" fmla="*/ 407403 h 723519"/>
              <a:gd name="csX21" fmla="*/ 388830 w 723518"/>
              <a:gd name="csY21" fmla="*/ 389696 h 723519"/>
              <a:gd name="csX22" fmla="*/ 361636 w 723518"/>
              <a:gd name="csY22" fmla="*/ 379733 h 723519"/>
              <a:gd name="csX23" fmla="*/ 327622 w 723518"/>
              <a:gd name="csY23" fmla="*/ 376571 h 723519"/>
              <a:gd name="csX24" fmla="*/ 298228 w 723518"/>
              <a:gd name="csY24" fmla="*/ 376571 h 723519"/>
              <a:gd name="csX25" fmla="*/ 298228 w 723518"/>
              <a:gd name="csY25" fmla="*/ 336090 h 723519"/>
              <a:gd name="csX26" fmla="*/ 326060 w 723518"/>
              <a:gd name="csY26" fmla="*/ 336090 h 723519"/>
              <a:gd name="csX27" fmla="*/ 356273 w 723518"/>
              <a:gd name="csY27" fmla="*/ 333232 h 723519"/>
              <a:gd name="csX28" fmla="*/ 379990 w 723518"/>
              <a:gd name="csY28" fmla="*/ 323907 h 723519"/>
              <a:gd name="csX29" fmla="*/ 395488 w 723518"/>
              <a:gd name="csY29" fmla="*/ 307296 h 723519"/>
              <a:gd name="csX30" fmla="*/ 401022 w 723518"/>
              <a:gd name="csY30" fmla="*/ 282635 h 723519"/>
              <a:gd name="csX31" fmla="*/ 395811 w 723518"/>
              <a:gd name="csY31" fmla="*/ 260337 h 723519"/>
              <a:gd name="csX32" fmla="*/ 382476 w 723518"/>
              <a:gd name="csY32" fmla="*/ 246736 h 723519"/>
              <a:gd name="csX33" fmla="*/ 364912 w 723518"/>
              <a:gd name="csY33" fmla="*/ 239935 h 723519"/>
              <a:gd name="csX34" fmla="*/ 346577 w 723518"/>
              <a:gd name="csY34" fmla="*/ 238030 h 723519"/>
              <a:gd name="csX35" fmla="*/ 307353 w 723518"/>
              <a:gd name="csY35" fmla="*/ 243745 h 723519"/>
              <a:gd name="csX36" fmla="*/ 270034 w 723518"/>
              <a:gd name="csY36" fmla="*/ 260814 h 723519"/>
              <a:gd name="csX37" fmla="*/ 270034 w 723518"/>
              <a:gd name="csY37" fmla="*/ 215941 h 723519"/>
              <a:gd name="csX38" fmla="*/ 307610 w 723518"/>
              <a:gd name="csY38" fmla="*/ 202178 h 723519"/>
              <a:gd name="csX39" fmla="*/ 351082 w 723518"/>
              <a:gd name="csY39" fmla="*/ 197596 h 723519"/>
              <a:gd name="csX40" fmla="*/ 389839 w 723518"/>
              <a:gd name="csY40" fmla="*/ 202178 h 723519"/>
              <a:gd name="csX41" fmla="*/ 423177 w 723518"/>
              <a:gd name="csY41" fmla="*/ 216256 h 723519"/>
              <a:gd name="csX42" fmla="*/ 446427 w 723518"/>
              <a:gd name="csY42" fmla="*/ 240287 h 723519"/>
              <a:gd name="csX43" fmla="*/ 455114 w 723518"/>
              <a:gd name="csY43" fmla="*/ 274758 h 723519"/>
              <a:gd name="csX44" fmla="*/ 436940 w 723518"/>
              <a:gd name="csY44" fmla="*/ 326631 h 723519"/>
              <a:gd name="csX45" fmla="*/ 387125 w 723518"/>
              <a:gd name="csY45" fmla="*/ 354140 h 723519"/>
              <a:gd name="csX46" fmla="*/ 417166 w 723518"/>
              <a:gd name="csY46" fmla="*/ 361760 h 723519"/>
              <a:gd name="csX47" fmla="*/ 442951 w 723518"/>
              <a:gd name="csY47" fmla="*/ 377733 h 723519"/>
              <a:gd name="csX48" fmla="*/ 460810 w 723518"/>
              <a:gd name="csY48" fmla="*/ 401136 h 723519"/>
              <a:gd name="csX49" fmla="*/ 467477 w 723518"/>
              <a:gd name="csY49" fmla="*/ 430711 h 723519"/>
              <a:gd name="csX50" fmla="*/ 457476 w 723518"/>
              <a:gd name="csY50" fmla="*/ 471792 h 7235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723518" h="723519">
                <a:moveTo>
                  <a:pt x="361769" y="0"/>
                </a:moveTo>
                <a:cubicBezTo>
                  <a:pt x="161975" y="-5"/>
                  <a:pt x="6" y="161956"/>
                  <a:pt x="0" y="361750"/>
                </a:cubicBezTo>
                <a:cubicBezTo>
                  <a:pt x="-6" y="561545"/>
                  <a:pt x="161955" y="723513"/>
                  <a:pt x="361750" y="723519"/>
                </a:cubicBezTo>
                <a:cubicBezTo>
                  <a:pt x="561545" y="723524"/>
                  <a:pt x="723513" y="561564"/>
                  <a:pt x="723519" y="361769"/>
                </a:cubicBezTo>
                <a:cubicBezTo>
                  <a:pt x="723519" y="361757"/>
                  <a:pt x="723519" y="361743"/>
                  <a:pt x="723519" y="361731"/>
                </a:cubicBezTo>
                <a:cubicBezTo>
                  <a:pt x="723592" y="162026"/>
                  <a:pt x="561760" y="73"/>
                  <a:pt x="362055" y="0"/>
                </a:cubicBezTo>
                <a:cubicBezTo>
                  <a:pt x="361960" y="0"/>
                  <a:pt x="361864" y="0"/>
                  <a:pt x="361769" y="0"/>
                </a:cubicBezTo>
                <a:close/>
                <a:moveTo>
                  <a:pt x="457476" y="471792"/>
                </a:moveTo>
                <a:cubicBezTo>
                  <a:pt x="450821" y="483618"/>
                  <a:pt x="441572" y="493782"/>
                  <a:pt x="430425" y="501520"/>
                </a:cubicBezTo>
                <a:cubicBezTo>
                  <a:pt x="418360" y="509849"/>
                  <a:pt x="404930" y="516002"/>
                  <a:pt x="390744" y="519703"/>
                </a:cubicBezTo>
                <a:cubicBezTo>
                  <a:pt x="375215" y="523877"/>
                  <a:pt x="359198" y="525953"/>
                  <a:pt x="343119" y="525875"/>
                </a:cubicBezTo>
                <a:cubicBezTo>
                  <a:pt x="326893" y="525932"/>
                  <a:pt x="310697" y="524500"/>
                  <a:pt x="294732" y="521599"/>
                </a:cubicBezTo>
                <a:cubicBezTo>
                  <a:pt x="281366" y="519445"/>
                  <a:pt x="268441" y="515121"/>
                  <a:pt x="256470" y="508797"/>
                </a:cubicBezTo>
                <a:lnTo>
                  <a:pt x="256470" y="460058"/>
                </a:lnTo>
                <a:cubicBezTo>
                  <a:pt x="269181" y="468931"/>
                  <a:pt x="283374" y="475466"/>
                  <a:pt x="298380" y="479355"/>
                </a:cubicBezTo>
                <a:cubicBezTo>
                  <a:pt x="313475" y="483490"/>
                  <a:pt x="329050" y="485617"/>
                  <a:pt x="344700" y="485680"/>
                </a:cubicBezTo>
                <a:cubicBezTo>
                  <a:pt x="352239" y="485627"/>
                  <a:pt x="359757" y="484884"/>
                  <a:pt x="367160" y="483461"/>
                </a:cubicBezTo>
                <a:cubicBezTo>
                  <a:pt x="374997" y="482052"/>
                  <a:pt x="382540" y="479328"/>
                  <a:pt x="389468" y="475402"/>
                </a:cubicBezTo>
                <a:cubicBezTo>
                  <a:pt x="396330" y="471486"/>
                  <a:pt x="402180" y="466015"/>
                  <a:pt x="406546" y="459429"/>
                </a:cubicBezTo>
                <a:cubicBezTo>
                  <a:pt x="411320" y="451763"/>
                  <a:pt x="413682" y="442840"/>
                  <a:pt x="413328" y="433816"/>
                </a:cubicBezTo>
                <a:cubicBezTo>
                  <a:pt x="413607" y="424588"/>
                  <a:pt x="411371" y="415459"/>
                  <a:pt x="406860" y="407403"/>
                </a:cubicBezTo>
                <a:cubicBezTo>
                  <a:pt x="402457" y="400061"/>
                  <a:pt x="396250" y="393965"/>
                  <a:pt x="388830" y="389696"/>
                </a:cubicBezTo>
                <a:cubicBezTo>
                  <a:pt x="380382" y="384887"/>
                  <a:pt x="371191" y="381520"/>
                  <a:pt x="361636" y="379733"/>
                </a:cubicBezTo>
                <a:cubicBezTo>
                  <a:pt x="350430" y="377554"/>
                  <a:pt x="339037" y="376495"/>
                  <a:pt x="327622" y="376571"/>
                </a:cubicBezTo>
                <a:lnTo>
                  <a:pt x="298228" y="376571"/>
                </a:lnTo>
                <a:lnTo>
                  <a:pt x="298228" y="336090"/>
                </a:lnTo>
                <a:lnTo>
                  <a:pt x="326060" y="336090"/>
                </a:lnTo>
                <a:cubicBezTo>
                  <a:pt x="336202" y="336164"/>
                  <a:pt x="346325" y="335207"/>
                  <a:pt x="356273" y="333232"/>
                </a:cubicBezTo>
                <a:cubicBezTo>
                  <a:pt x="364693" y="331638"/>
                  <a:pt x="372739" y="328474"/>
                  <a:pt x="379990" y="323907"/>
                </a:cubicBezTo>
                <a:cubicBezTo>
                  <a:pt x="386469" y="319759"/>
                  <a:pt x="391799" y="314047"/>
                  <a:pt x="395488" y="307296"/>
                </a:cubicBezTo>
                <a:cubicBezTo>
                  <a:pt x="399380" y="299673"/>
                  <a:pt x="401284" y="291191"/>
                  <a:pt x="401022" y="282635"/>
                </a:cubicBezTo>
                <a:cubicBezTo>
                  <a:pt x="401339" y="274868"/>
                  <a:pt x="399539" y="267160"/>
                  <a:pt x="395811" y="260337"/>
                </a:cubicBezTo>
                <a:cubicBezTo>
                  <a:pt x="392555" y="254774"/>
                  <a:pt x="387974" y="250102"/>
                  <a:pt x="382476" y="246736"/>
                </a:cubicBezTo>
                <a:cubicBezTo>
                  <a:pt x="377066" y="243456"/>
                  <a:pt x="371121" y="241154"/>
                  <a:pt x="364912" y="239935"/>
                </a:cubicBezTo>
                <a:cubicBezTo>
                  <a:pt x="358878" y="238697"/>
                  <a:pt x="352736" y="238058"/>
                  <a:pt x="346577" y="238030"/>
                </a:cubicBezTo>
                <a:cubicBezTo>
                  <a:pt x="333304" y="238153"/>
                  <a:pt x="320109" y="240076"/>
                  <a:pt x="307353" y="243745"/>
                </a:cubicBezTo>
                <a:cubicBezTo>
                  <a:pt x="294062" y="247351"/>
                  <a:pt x="281454" y="253117"/>
                  <a:pt x="270034" y="260814"/>
                </a:cubicBezTo>
                <a:lnTo>
                  <a:pt x="270034" y="215941"/>
                </a:lnTo>
                <a:cubicBezTo>
                  <a:pt x="281875" y="209666"/>
                  <a:pt x="294517" y="205036"/>
                  <a:pt x="307610" y="202178"/>
                </a:cubicBezTo>
                <a:cubicBezTo>
                  <a:pt x="321888" y="199054"/>
                  <a:pt x="336467" y="197518"/>
                  <a:pt x="351082" y="197596"/>
                </a:cubicBezTo>
                <a:cubicBezTo>
                  <a:pt x="364138" y="197572"/>
                  <a:pt x="377149" y="199111"/>
                  <a:pt x="389839" y="202178"/>
                </a:cubicBezTo>
                <a:cubicBezTo>
                  <a:pt x="401669" y="204946"/>
                  <a:pt x="412943" y="209706"/>
                  <a:pt x="423177" y="216256"/>
                </a:cubicBezTo>
                <a:cubicBezTo>
                  <a:pt x="432670" y="222374"/>
                  <a:pt x="440627" y="230597"/>
                  <a:pt x="446427" y="240287"/>
                </a:cubicBezTo>
                <a:cubicBezTo>
                  <a:pt x="452420" y="250768"/>
                  <a:pt x="455425" y="262690"/>
                  <a:pt x="455114" y="274758"/>
                </a:cubicBezTo>
                <a:cubicBezTo>
                  <a:pt x="455868" y="293730"/>
                  <a:pt x="449370" y="312278"/>
                  <a:pt x="436940" y="326631"/>
                </a:cubicBezTo>
                <a:cubicBezTo>
                  <a:pt x="423629" y="340796"/>
                  <a:pt x="406203" y="350419"/>
                  <a:pt x="387125" y="354140"/>
                </a:cubicBezTo>
                <a:cubicBezTo>
                  <a:pt x="397455" y="355207"/>
                  <a:pt x="407576" y="357774"/>
                  <a:pt x="417166" y="361760"/>
                </a:cubicBezTo>
                <a:cubicBezTo>
                  <a:pt x="426593" y="365607"/>
                  <a:pt x="435309" y="371005"/>
                  <a:pt x="442951" y="377733"/>
                </a:cubicBezTo>
                <a:cubicBezTo>
                  <a:pt x="450369" y="384299"/>
                  <a:pt x="456435" y="392248"/>
                  <a:pt x="460810" y="401136"/>
                </a:cubicBezTo>
                <a:cubicBezTo>
                  <a:pt x="465303" y="410341"/>
                  <a:pt x="467586" y="420468"/>
                  <a:pt x="467477" y="430711"/>
                </a:cubicBezTo>
                <a:cubicBezTo>
                  <a:pt x="467777" y="445042"/>
                  <a:pt x="464329" y="459202"/>
                  <a:pt x="457476" y="471792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1" name="Graphic 36" descr="Badge 1 with solid fill">
            <a:extLst>
              <a:ext uri="{FF2B5EF4-FFF2-40B4-BE49-F238E27FC236}">
                <a16:creationId xmlns:a16="http://schemas.microsoft.com/office/drawing/2014/main" id="{CCECFFF9-BBFD-1995-64A2-AE9CB552B37E}"/>
              </a:ext>
            </a:extLst>
          </p:cNvPr>
          <p:cNvSpPr/>
          <p:nvPr/>
        </p:nvSpPr>
        <p:spPr>
          <a:xfrm>
            <a:off x="5966226" y="3146254"/>
            <a:ext cx="182880" cy="182880"/>
          </a:xfrm>
          <a:custGeom>
            <a:avLst/>
            <a:gdLst>
              <a:gd name="csX0" fmla="*/ 361750 w 723499"/>
              <a:gd name="csY0" fmla="*/ 0 h 723500"/>
              <a:gd name="csX1" fmla="*/ 0 w 723499"/>
              <a:gd name="csY1" fmla="*/ 361750 h 723500"/>
              <a:gd name="csX2" fmla="*/ 361750 w 723499"/>
              <a:gd name="csY2" fmla="*/ 723500 h 723500"/>
              <a:gd name="csX3" fmla="*/ 723500 w 723499"/>
              <a:gd name="csY3" fmla="*/ 361750 h 723500"/>
              <a:gd name="csX4" fmla="*/ 723500 w 723499"/>
              <a:gd name="csY4" fmla="*/ 361712 h 723500"/>
              <a:gd name="csX5" fmla="*/ 362036 w 723499"/>
              <a:gd name="csY5" fmla="*/ 0 h 723500"/>
              <a:gd name="csX6" fmla="*/ 361750 w 723499"/>
              <a:gd name="csY6" fmla="*/ 0 h 723500"/>
              <a:gd name="csX7" fmla="*/ 401431 w 723499"/>
              <a:gd name="csY7" fmla="*/ 515303 h 723500"/>
              <a:gd name="csX8" fmla="*/ 346405 w 723499"/>
              <a:gd name="csY8" fmla="*/ 515303 h 723500"/>
              <a:gd name="csX9" fmla="*/ 346405 w 723499"/>
              <a:gd name="csY9" fmla="*/ 252498 h 723500"/>
              <a:gd name="csX10" fmla="*/ 331689 w 723499"/>
              <a:gd name="csY10" fmla="*/ 261671 h 723500"/>
              <a:gd name="csX11" fmla="*/ 315725 w 723499"/>
              <a:gd name="csY11" fmla="*/ 269577 h 723500"/>
              <a:gd name="csX12" fmla="*/ 297066 w 723499"/>
              <a:gd name="csY12" fmla="*/ 276063 h 723500"/>
              <a:gd name="csX13" fmla="*/ 275558 w 723499"/>
              <a:gd name="csY13" fmla="*/ 281912 h 723500"/>
              <a:gd name="csX14" fmla="*/ 275558 w 723499"/>
              <a:gd name="csY14" fmla="*/ 237954 h 723500"/>
              <a:gd name="csX15" fmla="*/ 289941 w 723499"/>
              <a:gd name="csY15" fmla="*/ 233524 h 723500"/>
              <a:gd name="csX16" fmla="*/ 302762 w 723499"/>
              <a:gd name="csY16" fmla="*/ 229095 h 723500"/>
              <a:gd name="csX17" fmla="*/ 315411 w 723499"/>
              <a:gd name="csY17" fmla="*/ 223876 h 723500"/>
              <a:gd name="csX18" fmla="*/ 328060 w 723499"/>
              <a:gd name="csY18" fmla="*/ 218656 h 723500"/>
              <a:gd name="csX19" fmla="*/ 340224 w 723499"/>
              <a:gd name="csY19" fmla="*/ 212331 h 723500"/>
              <a:gd name="csX20" fmla="*/ 352415 w 723499"/>
              <a:gd name="csY20" fmla="*/ 205664 h 723500"/>
              <a:gd name="csX21" fmla="*/ 365531 w 723499"/>
              <a:gd name="csY21" fmla="*/ 198044 h 723500"/>
              <a:gd name="csX22" fmla="*/ 378666 w 723499"/>
              <a:gd name="csY22" fmla="*/ 190424 h 723500"/>
              <a:gd name="csX23" fmla="*/ 401431 w 723499"/>
              <a:gd name="csY23" fmla="*/ 190424 h 723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723499" h="723500">
                <a:moveTo>
                  <a:pt x="361750" y="0"/>
                </a:moveTo>
                <a:cubicBezTo>
                  <a:pt x="161961" y="0"/>
                  <a:pt x="0" y="161961"/>
                  <a:pt x="0" y="361750"/>
                </a:cubicBezTo>
                <a:cubicBezTo>
                  <a:pt x="0" y="561539"/>
                  <a:pt x="161961" y="723500"/>
                  <a:pt x="361750" y="723500"/>
                </a:cubicBezTo>
                <a:cubicBezTo>
                  <a:pt x="561539" y="723500"/>
                  <a:pt x="723500" y="561539"/>
                  <a:pt x="723500" y="361750"/>
                </a:cubicBezTo>
                <a:cubicBezTo>
                  <a:pt x="723500" y="361738"/>
                  <a:pt x="723500" y="361724"/>
                  <a:pt x="723500" y="361712"/>
                </a:cubicBezTo>
                <a:cubicBezTo>
                  <a:pt x="723569" y="162013"/>
                  <a:pt x="561735" y="69"/>
                  <a:pt x="362036" y="0"/>
                </a:cubicBezTo>
                <a:cubicBezTo>
                  <a:pt x="361940" y="0"/>
                  <a:pt x="361845" y="0"/>
                  <a:pt x="361750" y="0"/>
                </a:cubicBezTo>
                <a:close/>
                <a:moveTo>
                  <a:pt x="401431" y="515303"/>
                </a:moveTo>
                <a:lnTo>
                  <a:pt x="346405" y="515303"/>
                </a:lnTo>
                <a:lnTo>
                  <a:pt x="346405" y="252498"/>
                </a:lnTo>
                <a:cubicBezTo>
                  <a:pt x="341757" y="255673"/>
                  <a:pt x="336852" y="258731"/>
                  <a:pt x="331689" y="261671"/>
                </a:cubicBezTo>
                <a:cubicBezTo>
                  <a:pt x="326529" y="264621"/>
                  <a:pt x="321198" y="267260"/>
                  <a:pt x="315725" y="269577"/>
                </a:cubicBezTo>
                <a:cubicBezTo>
                  <a:pt x="309807" y="271901"/>
                  <a:pt x="303587" y="274063"/>
                  <a:pt x="297066" y="276063"/>
                </a:cubicBezTo>
                <a:cubicBezTo>
                  <a:pt x="290544" y="278063"/>
                  <a:pt x="283375" y="280013"/>
                  <a:pt x="275558" y="281912"/>
                </a:cubicBezTo>
                <a:lnTo>
                  <a:pt x="275558" y="237954"/>
                </a:lnTo>
                <a:cubicBezTo>
                  <a:pt x="280828" y="236474"/>
                  <a:pt x="285623" y="234998"/>
                  <a:pt x="289941" y="233524"/>
                </a:cubicBezTo>
                <a:cubicBezTo>
                  <a:pt x="294259" y="232051"/>
                  <a:pt x="298533" y="230575"/>
                  <a:pt x="302762" y="229095"/>
                </a:cubicBezTo>
                <a:cubicBezTo>
                  <a:pt x="306962" y="227409"/>
                  <a:pt x="311191" y="225676"/>
                  <a:pt x="315411" y="223876"/>
                </a:cubicBezTo>
                <a:cubicBezTo>
                  <a:pt x="319630" y="222075"/>
                  <a:pt x="323840" y="220351"/>
                  <a:pt x="328060" y="218656"/>
                </a:cubicBezTo>
                <a:cubicBezTo>
                  <a:pt x="332061" y="216548"/>
                  <a:pt x="336115" y="214439"/>
                  <a:pt x="340224" y="212331"/>
                </a:cubicBezTo>
                <a:cubicBezTo>
                  <a:pt x="344332" y="210224"/>
                  <a:pt x="348396" y="208000"/>
                  <a:pt x="352415" y="205664"/>
                </a:cubicBezTo>
                <a:cubicBezTo>
                  <a:pt x="356861" y="203352"/>
                  <a:pt x="361233" y="200813"/>
                  <a:pt x="365531" y="198044"/>
                </a:cubicBezTo>
                <a:cubicBezTo>
                  <a:pt x="369830" y="195275"/>
                  <a:pt x="374209" y="192736"/>
                  <a:pt x="378666" y="190424"/>
                </a:cubicBezTo>
                <a:lnTo>
                  <a:pt x="401431" y="190424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8" name="Graphic 34" descr="Badge with solid fill">
            <a:extLst>
              <a:ext uri="{FF2B5EF4-FFF2-40B4-BE49-F238E27FC236}">
                <a16:creationId xmlns:a16="http://schemas.microsoft.com/office/drawing/2014/main" id="{E7CDBB0D-1885-F184-C2E7-ED781DB7A5D7}"/>
              </a:ext>
            </a:extLst>
          </p:cNvPr>
          <p:cNvSpPr/>
          <p:nvPr/>
        </p:nvSpPr>
        <p:spPr>
          <a:xfrm>
            <a:off x="1743678" y="2995196"/>
            <a:ext cx="365760" cy="365760"/>
          </a:xfrm>
          <a:custGeom>
            <a:avLst/>
            <a:gdLst>
              <a:gd name="csX0" fmla="*/ 361750 w 723499"/>
              <a:gd name="csY0" fmla="*/ 0 h 723499"/>
              <a:gd name="csX1" fmla="*/ 0 w 723499"/>
              <a:gd name="csY1" fmla="*/ 361750 h 723499"/>
              <a:gd name="csX2" fmla="*/ 361750 w 723499"/>
              <a:gd name="csY2" fmla="*/ 723500 h 723499"/>
              <a:gd name="csX3" fmla="*/ 723500 w 723499"/>
              <a:gd name="csY3" fmla="*/ 361750 h 723499"/>
              <a:gd name="csX4" fmla="*/ 723500 w 723499"/>
              <a:gd name="csY4" fmla="*/ 361721 h 723499"/>
              <a:gd name="csX5" fmla="*/ 362026 w 723499"/>
              <a:gd name="csY5" fmla="*/ 0 h 723499"/>
              <a:gd name="csX6" fmla="*/ 361750 w 723499"/>
              <a:gd name="csY6" fmla="*/ 0 h 723499"/>
              <a:gd name="csX7" fmla="*/ 465172 w 723499"/>
              <a:gd name="csY7" fmla="*/ 523961 h 723499"/>
              <a:gd name="csX8" fmla="*/ 258337 w 723499"/>
              <a:gd name="csY8" fmla="*/ 523961 h 723499"/>
              <a:gd name="csX9" fmla="*/ 258337 w 723499"/>
              <a:gd name="csY9" fmla="*/ 493605 h 723499"/>
              <a:gd name="csX10" fmla="*/ 265290 w 723499"/>
              <a:gd name="csY10" fmla="*/ 456457 h 723499"/>
              <a:gd name="csX11" fmla="*/ 284417 w 723499"/>
              <a:gd name="csY11" fmla="*/ 425977 h 723499"/>
              <a:gd name="csX12" fmla="*/ 312734 w 723499"/>
              <a:gd name="csY12" fmla="*/ 400050 h 723499"/>
              <a:gd name="csX13" fmla="*/ 347520 w 723499"/>
              <a:gd name="csY13" fmla="*/ 376647 h 723499"/>
              <a:gd name="csX14" fmla="*/ 377047 w 723499"/>
              <a:gd name="csY14" fmla="*/ 355454 h 723499"/>
              <a:gd name="csX15" fmla="*/ 395421 w 723499"/>
              <a:gd name="csY15" fmla="*/ 335280 h 723499"/>
              <a:gd name="csX16" fmla="*/ 404765 w 723499"/>
              <a:gd name="csY16" fmla="*/ 314877 h 723499"/>
              <a:gd name="csX17" fmla="*/ 407289 w 723499"/>
              <a:gd name="csY17" fmla="*/ 292103 h 723499"/>
              <a:gd name="csX18" fmla="*/ 404127 w 723499"/>
              <a:gd name="csY18" fmla="*/ 272501 h 723499"/>
              <a:gd name="csX19" fmla="*/ 394792 w 723499"/>
              <a:gd name="csY19" fmla="*/ 255899 h 723499"/>
              <a:gd name="csX20" fmla="*/ 378981 w 723499"/>
              <a:gd name="csY20" fmla="*/ 244469 h 723499"/>
              <a:gd name="csX21" fmla="*/ 356692 w 723499"/>
              <a:gd name="csY21" fmla="*/ 240201 h 723499"/>
              <a:gd name="csX22" fmla="*/ 313677 w 723499"/>
              <a:gd name="csY22" fmla="*/ 250327 h 723499"/>
              <a:gd name="csX23" fmla="*/ 275415 w 723499"/>
              <a:gd name="csY23" fmla="*/ 277520 h 723499"/>
              <a:gd name="csX24" fmla="*/ 275415 w 723499"/>
              <a:gd name="csY24" fmla="*/ 228181 h 723499"/>
              <a:gd name="csX25" fmla="*/ 313830 w 723499"/>
              <a:gd name="csY25" fmla="*/ 206045 h 723499"/>
              <a:gd name="csX26" fmla="*/ 361455 w 723499"/>
              <a:gd name="csY26" fmla="*/ 199377 h 723499"/>
              <a:gd name="csX27" fmla="*/ 399402 w 723499"/>
              <a:gd name="csY27" fmla="*/ 205092 h 723499"/>
              <a:gd name="csX28" fmla="*/ 430397 w 723499"/>
              <a:gd name="csY28" fmla="*/ 221694 h 723499"/>
              <a:gd name="csX29" fmla="*/ 451275 w 723499"/>
              <a:gd name="csY29" fmla="*/ 248888 h 723499"/>
              <a:gd name="csX30" fmla="*/ 458895 w 723499"/>
              <a:gd name="csY30" fmla="*/ 286036 h 723499"/>
              <a:gd name="csX31" fmla="*/ 454924 w 723499"/>
              <a:gd name="csY31" fmla="*/ 320183 h 723499"/>
              <a:gd name="csX32" fmla="*/ 441893 w 723499"/>
              <a:gd name="csY32" fmla="*/ 349701 h 723499"/>
              <a:gd name="csX33" fmla="*/ 418348 w 723499"/>
              <a:gd name="csY33" fmla="*/ 376590 h 723499"/>
              <a:gd name="csX34" fmla="*/ 382924 w 723499"/>
              <a:gd name="csY34" fmla="*/ 402831 h 723499"/>
              <a:gd name="csX35" fmla="*/ 352558 w 723499"/>
              <a:gd name="csY35" fmla="*/ 422758 h 723499"/>
              <a:gd name="csX36" fmla="*/ 329936 w 723499"/>
              <a:gd name="csY36" fmla="*/ 440941 h 723499"/>
              <a:gd name="csX37" fmla="*/ 315878 w 723499"/>
              <a:gd name="csY37" fmla="*/ 459600 h 723499"/>
              <a:gd name="csX38" fmla="*/ 311115 w 723499"/>
              <a:gd name="csY38" fmla="*/ 480955 h 723499"/>
              <a:gd name="csX39" fmla="*/ 465134 w 723499"/>
              <a:gd name="csY39" fmla="*/ 480955 h 7234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723499" h="723499">
                <a:moveTo>
                  <a:pt x="361750" y="0"/>
                </a:moveTo>
                <a:cubicBezTo>
                  <a:pt x="161961" y="0"/>
                  <a:pt x="0" y="161961"/>
                  <a:pt x="0" y="361750"/>
                </a:cubicBezTo>
                <a:cubicBezTo>
                  <a:pt x="0" y="561539"/>
                  <a:pt x="161961" y="723500"/>
                  <a:pt x="361750" y="723500"/>
                </a:cubicBezTo>
                <a:cubicBezTo>
                  <a:pt x="561539" y="723500"/>
                  <a:pt x="723500" y="561539"/>
                  <a:pt x="723500" y="361750"/>
                </a:cubicBezTo>
                <a:cubicBezTo>
                  <a:pt x="723500" y="361740"/>
                  <a:pt x="723500" y="361731"/>
                  <a:pt x="723500" y="361721"/>
                </a:cubicBezTo>
                <a:cubicBezTo>
                  <a:pt x="723569" y="162016"/>
                  <a:pt x="561731" y="69"/>
                  <a:pt x="362026" y="0"/>
                </a:cubicBezTo>
                <a:cubicBezTo>
                  <a:pt x="361934" y="0"/>
                  <a:pt x="361842" y="0"/>
                  <a:pt x="361750" y="0"/>
                </a:cubicBezTo>
                <a:close/>
                <a:moveTo>
                  <a:pt x="465172" y="523961"/>
                </a:moveTo>
                <a:lnTo>
                  <a:pt x="258337" y="523961"/>
                </a:lnTo>
                <a:lnTo>
                  <a:pt x="258337" y="493605"/>
                </a:lnTo>
                <a:cubicBezTo>
                  <a:pt x="258148" y="480882"/>
                  <a:pt x="260513" y="468250"/>
                  <a:pt x="265290" y="456457"/>
                </a:cubicBezTo>
                <a:cubicBezTo>
                  <a:pt x="269973" y="445328"/>
                  <a:pt x="276432" y="435033"/>
                  <a:pt x="284417" y="425977"/>
                </a:cubicBezTo>
                <a:cubicBezTo>
                  <a:pt x="292914" y="416360"/>
                  <a:pt x="302406" y="407669"/>
                  <a:pt x="312734" y="400050"/>
                </a:cubicBezTo>
                <a:cubicBezTo>
                  <a:pt x="323491" y="392042"/>
                  <a:pt x="335087" y="384241"/>
                  <a:pt x="347520" y="376647"/>
                </a:cubicBezTo>
                <a:cubicBezTo>
                  <a:pt x="357931" y="370412"/>
                  <a:pt x="367808" y="363324"/>
                  <a:pt x="377047" y="355454"/>
                </a:cubicBezTo>
                <a:cubicBezTo>
                  <a:pt x="383994" y="349527"/>
                  <a:pt x="390167" y="342749"/>
                  <a:pt x="395421" y="335280"/>
                </a:cubicBezTo>
                <a:cubicBezTo>
                  <a:pt x="399745" y="329101"/>
                  <a:pt x="402911" y="322188"/>
                  <a:pt x="404765" y="314877"/>
                </a:cubicBezTo>
                <a:cubicBezTo>
                  <a:pt x="406502" y="307413"/>
                  <a:pt x="407350" y="299768"/>
                  <a:pt x="407289" y="292103"/>
                </a:cubicBezTo>
                <a:cubicBezTo>
                  <a:pt x="407300" y="285441"/>
                  <a:pt x="406233" y="278822"/>
                  <a:pt x="404127" y="272501"/>
                </a:cubicBezTo>
                <a:cubicBezTo>
                  <a:pt x="402144" y="266404"/>
                  <a:pt x="398971" y="260761"/>
                  <a:pt x="394792" y="255899"/>
                </a:cubicBezTo>
                <a:cubicBezTo>
                  <a:pt x="390438" y="250959"/>
                  <a:pt x="385037" y="247054"/>
                  <a:pt x="378981" y="244469"/>
                </a:cubicBezTo>
                <a:cubicBezTo>
                  <a:pt x="371932" y="241502"/>
                  <a:pt x="364339" y="240047"/>
                  <a:pt x="356692" y="240201"/>
                </a:cubicBezTo>
                <a:cubicBezTo>
                  <a:pt x="341757" y="240145"/>
                  <a:pt x="327019" y="243614"/>
                  <a:pt x="313677" y="250327"/>
                </a:cubicBezTo>
                <a:cubicBezTo>
                  <a:pt x="299647" y="257446"/>
                  <a:pt x="286752" y="266610"/>
                  <a:pt x="275415" y="277520"/>
                </a:cubicBezTo>
                <a:lnTo>
                  <a:pt x="275415" y="228181"/>
                </a:lnTo>
                <a:cubicBezTo>
                  <a:pt x="286370" y="217977"/>
                  <a:pt x="299508" y="210405"/>
                  <a:pt x="313830" y="206045"/>
                </a:cubicBezTo>
                <a:cubicBezTo>
                  <a:pt x="329284" y="201462"/>
                  <a:pt x="345336" y="199214"/>
                  <a:pt x="361455" y="199377"/>
                </a:cubicBezTo>
                <a:cubicBezTo>
                  <a:pt x="374325" y="199288"/>
                  <a:pt x="387129" y="201217"/>
                  <a:pt x="399402" y="205092"/>
                </a:cubicBezTo>
                <a:cubicBezTo>
                  <a:pt x="410695" y="208606"/>
                  <a:pt x="421215" y="214241"/>
                  <a:pt x="430397" y="221694"/>
                </a:cubicBezTo>
                <a:cubicBezTo>
                  <a:pt x="439324" y="229062"/>
                  <a:pt x="446463" y="238360"/>
                  <a:pt x="451275" y="248888"/>
                </a:cubicBezTo>
                <a:cubicBezTo>
                  <a:pt x="456514" y="260560"/>
                  <a:pt x="459115" y="273244"/>
                  <a:pt x="458895" y="286036"/>
                </a:cubicBezTo>
                <a:cubicBezTo>
                  <a:pt x="459007" y="297540"/>
                  <a:pt x="457672" y="309012"/>
                  <a:pt x="454924" y="320183"/>
                </a:cubicBezTo>
                <a:cubicBezTo>
                  <a:pt x="452230" y="330671"/>
                  <a:pt x="447828" y="340644"/>
                  <a:pt x="441893" y="349701"/>
                </a:cubicBezTo>
                <a:cubicBezTo>
                  <a:pt x="435278" y="359673"/>
                  <a:pt x="427359" y="368716"/>
                  <a:pt x="418348" y="376590"/>
                </a:cubicBezTo>
                <a:cubicBezTo>
                  <a:pt x="407255" y="386264"/>
                  <a:pt x="395409" y="395038"/>
                  <a:pt x="382924" y="402831"/>
                </a:cubicBezTo>
                <a:cubicBezTo>
                  <a:pt x="371532" y="410006"/>
                  <a:pt x="361410" y="416649"/>
                  <a:pt x="352558" y="422758"/>
                </a:cubicBezTo>
                <a:cubicBezTo>
                  <a:pt x="344540" y="428200"/>
                  <a:pt x="336975" y="434281"/>
                  <a:pt x="329936" y="440941"/>
                </a:cubicBezTo>
                <a:cubicBezTo>
                  <a:pt x="324212" y="446306"/>
                  <a:pt x="319456" y="452619"/>
                  <a:pt x="315878" y="459600"/>
                </a:cubicBezTo>
                <a:cubicBezTo>
                  <a:pt x="312659" y="466254"/>
                  <a:pt x="311029" y="473564"/>
                  <a:pt x="311115" y="480955"/>
                </a:cubicBezTo>
                <a:lnTo>
                  <a:pt x="465134" y="480955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9" name="Graphic 35" descr="Badge 3 with solid fill">
            <a:extLst>
              <a:ext uri="{FF2B5EF4-FFF2-40B4-BE49-F238E27FC236}">
                <a16:creationId xmlns:a16="http://schemas.microsoft.com/office/drawing/2014/main" id="{005D57A3-B78D-955C-736C-E9822BBCB7AF}"/>
              </a:ext>
            </a:extLst>
          </p:cNvPr>
          <p:cNvSpPr/>
          <p:nvPr/>
        </p:nvSpPr>
        <p:spPr>
          <a:xfrm>
            <a:off x="6659004" y="4734551"/>
            <a:ext cx="365760" cy="365760"/>
          </a:xfrm>
          <a:custGeom>
            <a:avLst/>
            <a:gdLst>
              <a:gd name="csX0" fmla="*/ 361769 w 723518"/>
              <a:gd name="csY0" fmla="*/ 0 h 723519"/>
              <a:gd name="csX1" fmla="*/ 0 w 723518"/>
              <a:gd name="csY1" fmla="*/ 361750 h 723519"/>
              <a:gd name="csX2" fmla="*/ 361750 w 723518"/>
              <a:gd name="csY2" fmla="*/ 723519 h 723519"/>
              <a:gd name="csX3" fmla="*/ 723519 w 723518"/>
              <a:gd name="csY3" fmla="*/ 361769 h 723519"/>
              <a:gd name="csX4" fmla="*/ 723519 w 723518"/>
              <a:gd name="csY4" fmla="*/ 361731 h 723519"/>
              <a:gd name="csX5" fmla="*/ 362055 w 723518"/>
              <a:gd name="csY5" fmla="*/ 0 h 723519"/>
              <a:gd name="csX6" fmla="*/ 361769 w 723518"/>
              <a:gd name="csY6" fmla="*/ 0 h 723519"/>
              <a:gd name="csX7" fmla="*/ 457476 w 723518"/>
              <a:gd name="csY7" fmla="*/ 471792 h 723519"/>
              <a:gd name="csX8" fmla="*/ 430425 w 723518"/>
              <a:gd name="csY8" fmla="*/ 501520 h 723519"/>
              <a:gd name="csX9" fmla="*/ 390744 w 723518"/>
              <a:gd name="csY9" fmla="*/ 519703 h 723519"/>
              <a:gd name="csX10" fmla="*/ 343119 w 723518"/>
              <a:gd name="csY10" fmla="*/ 525875 h 723519"/>
              <a:gd name="csX11" fmla="*/ 294732 w 723518"/>
              <a:gd name="csY11" fmla="*/ 521599 h 723519"/>
              <a:gd name="csX12" fmla="*/ 256470 w 723518"/>
              <a:gd name="csY12" fmla="*/ 508797 h 723519"/>
              <a:gd name="csX13" fmla="*/ 256470 w 723518"/>
              <a:gd name="csY13" fmla="*/ 460058 h 723519"/>
              <a:gd name="csX14" fmla="*/ 298380 w 723518"/>
              <a:gd name="csY14" fmla="*/ 479355 h 723519"/>
              <a:gd name="csX15" fmla="*/ 344700 w 723518"/>
              <a:gd name="csY15" fmla="*/ 485680 h 723519"/>
              <a:gd name="csX16" fmla="*/ 367160 w 723518"/>
              <a:gd name="csY16" fmla="*/ 483461 h 723519"/>
              <a:gd name="csX17" fmla="*/ 389468 w 723518"/>
              <a:gd name="csY17" fmla="*/ 475402 h 723519"/>
              <a:gd name="csX18" fmla="*/ 406546 w 723518"/>
              <a:gd name="csY18" fmla="*/ 459429 h 723519"/>
              <a:gd name="csX19" fmla="*/ 413328 w 723518"/>
              <a:gd name="csY19" fmla="*/ 433816 h 723519"/>
              <a:gd name="csX20" fmla="*/ 406860 w 723518"/>
              <a:gd name="csY20" fmla="*/ 407403 h 723519"/>
              <a:gd name="csX21" fmla="*/ 388830 w 723518"/>
              <a:gd name="csY21" fmla="*/ 389696 h 723519"/>
              <a:gd name="csX22" fmla="*/ 361636 w 723518"/>
              <a:gd name="csY22" fmla="*/ 379733 h 723519"/>
              <a:gd name="csX23" fmla="*/ 327622 w 723518"/>
              <a:gd name="csY23" fmla="*/ 376571 h 723519"/>
              <a:gd name="csX24" fmla="*/ 298228 w 723518"/>
              <a:gd name="csY24" fmla="*/ 376571 h 723519"/>
              <a:gd name="csX25" fmla="*/ 298228 w 723518"/>
              <a:gd name="csY25" fmla="*/ 336090 h 723519"/>
              <a:gd name="csX26" fmla="*/ 326060 w 723518"/>
              <a:gd name="csY26" fmla="*/ 336090 h 723519"/>
              <a:gd name="csX27" fmla="*/ 356273 w 723518"/>
              <a:gd name="csY27" fmla="*/ 333232 h 723519"/>
              <a:gd name="csX28" fmla="*/ 379990 w 723518"/>
              <a:gd name="csY28" fmla="*/ 323907 h 723519"/>
              <a:gd name="csX29" fmla="*/ 395488 w 723518"/>
              <a:gd name="csY29" fmla="*/ 307296 h 723519"/>
              <a:gd name="csX30" fmla="*/ 401022 w 723518"/>
              <a:gd name="csY30" fmla="*/ 282635 h 723519"/>
              <a:gd name="csX31" fmla="*/ 395811 w 723518"/>
              <a:gd name="csY31" fmla="*/ 260337 h 723519"/>
              <a:gd name="csX32" fmla="*/ 382476 w 723518"/>
              <a:gd name="csY32" fmla="*/ 246736 h 723519"/>
              <a:gd name="csX33" fmla="*/ 364912 w 723518"/>
              <a:gd name="csY33" fmla="*/ 239935 h 723519"/>
              <a:gd name="csX34" fmla="*/ 346577 w 723518"/>
              <a:gd name="csY34" fmla="*/ 238030 h 723519"/>
              <a:gd name="csX35" fmla="*/ 307353 w 723518"/>
              <a:gd name="csY35" fmla="*/ 243745 h 723519"/>
              <a:gd name="csX36" fmla="*/ 270034 w 723518"/>
              <a:gd name="csY36" fmla="*/ 260814 h 723519"/>
              <a:gd name="csX37" fmla="*/ 270034 w 723518"/>
              <a:gd name="csY37" fmla="*/ 215941 h 723519"/>
              <a:gd name="csX38" fmla="*/ 307610 w 723518"/>
              <a:gd name="csY38" fmla="*/ 202178 h 723519"/>
              <a:gd name="csX39" fmla="*/ 351082 w 723518"/>
              <a:gd name="csY39" fmla="*/ 197596 h 723519"/>
              <a:gd name="csX40" fmla="*/ 389839 w 723518"/>
              <a:gd name="csY40" fmla="*/ 202178 h 723519"/>
              <a:gd name="csX41" fmla="*/ 423177 w 723518"/>
              <a:gd name="csY41" fmla="*/ 216256 h 723519"/>
              <a:gd name="csX42" fmla="*/ 446427 w 723518"/>
              <a:gd name="csY42" fmla="*/ 240287 h 723519"/>
              <a:gd name="csX43" fmla="*/ 455114 w 723518"/>
              <a:gd name="csY43" fmla="*/ 274758 h 723519"/>
              <a:gd name="csX44" fmla="*/ 436940 w 723518"/>
              <a:gd name="csY44" fmla="*/ 326631 h 723519"/>
              <a:gd name="csX45" fmla="*/ 387125 w 723518"/>
              <a:gd name="csY45" fmla="*/ 354140 h 723519"/>
              <a:gd name="csX46" fmla="*/ 417166 w 723518"/>
              <a:gd name="csY46" fmla="*/ 361760 h 723519"/>
              <a:gd name="csX47" fmla="*/ 442951 w 723518"/>
              <a:gd name="csY47" fmla="*/ 377733 h 723519"/>
              <a:gd name="csX48" fmla="*/ 460810 w 723518"/>
              <a:gd name="csY48" fmla="*/ 401136 h 723519"/>
              <a:gd name="csX49" fmla="*/ 467477 w 723518"/>
              <a:gd name="csY49" fmla="*/ 430711 h 723519"/>
              <a:gd name="csX50" fmla="*/ 457476 w 723518"/>
              <a:gd name="csY50" fmla="*/ 471792 h 7235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723518" h="723519">
                <a:moveTo>
                  <a:pt x="361769" y="0"/>
                </a:moveTo>
                <a:cubicBezTo>
                  <a:pt x="161975" y="-5"/>
                  <a:pt x="6" y="161956"/>
                  <a:pt x="0" y="361750"/>
                </a:cubicBezTo>
                <a:cubicBezTo>
                  <a:pt x="-6" y="561545"/>
                  <a:pt x="161955" y="723513"/>
                  <a:pt x="361750" y="723519"/>
                </a:cubicBezTo>
                <a:cubicBezTo>
                  <a:pt x="561545" y="723524"/>
                  <a:pt x="723513" y="561564"/>
                  <a:pt x="723519" y="361769"/>
                </a:cubicBezTo>
                <a:cubicBezTo>
                  <a:pt x="723519" y="361757"/>
                  <a:pt x="723519" y="361743"/>
                  <a:pt x="723519" y="361731"/>
                </a:cubicBezTo>
                <a:cubicBezTo>
                  <a:pt x="723592" y="162026"/>
                  <a:pt x="561760" y="73"/>
                  <a:pt x="362055" y="0"/>
                </a:cubicBezTo>
                <a:cubicBezTo>
                  <a:pt x="361960" y="0"/>
                  <a:pt x="361864" y="0"/>
                  <a:pt x="361769" y="0"/>
                </a:cubicBezTo>
                <a:close/>
                <a:moveTo>
                  <a:pt x="457476" y="471792"/>
                </a:moveTo>
                <a:cubicBezTo>
                  <a:pt x="450821" y="483618"/>
                  <a:pt x="441572" y="493782"/>
                  <a:pt x="430425" y="501520"/>
                </a:cubicBezTo>
                <a:cubicBezTo>
                  <a:pt x="418360" y="509849"/>
                  <a:pt x="404930" y="516002"/>
                  <a:pt x="390744" y="519703"/>
                </a:cubicBezTo>
                <a:cubicBezTo>
                  <a:pt x="375215" y="523877"/>
                  <a:pt x="359198" y="525953"/>
                  <a:pt x="343119" y="525875"/>
                </a:cubicBezTo>
                <a:cubicBezTo>
                  <a:pt x="326893" y="525932"/>
                  <a:pt x="310697" y="524500"/>
                  <a:pt x="294732" y="521599"/>
                </a:cubicBezTo>
                <a:cubicBezTo>
                  <a:pt x="281366" y="519445"/>
                  <a:pt x="268441" y="515121"/>
                  <a:pt x="256470" y="508797"/>
                </a:cubicBezTo>
                <a:lnTo>
                  <a:pt x="256470" y="460058"/>
                </a:lnTo>
                <a:cubicBezTo>
                  <a:pt x="269181" y="468931"/>
                  <a:pt x="283374" y="475466"/>
                  <a:pt x="298380" y="479355"/>
                </a:cubicBezTo>
                <a:cubicBezTo>
                  <a:pt x="313475" y="483490"/>
                  <a:pt x="329050" y="485617"/>
                  <a:pt x="344700" y="485680"/>
                </a:cubicBezTo>
                <a:cubicBezTo>
                  <a:pt x="352239" y="485627"/>
                  <a:pt x="359757" y="484884"/>
                  <a:pt x="367160" y="483461"/>
                </a:cubicBezTo>
                <a:cubicBezTo>
                  <a:pt x="374997" y="482052"/>
                  <a:pt x="382540" y="479328"/>
                  <a:pt x="389468" y="475402"/>
                </a:cubicBezTo>
                <a:cubicBezTo>
                  <a:pt x="396330" y="471486"/>
                  <a:pt x="402180" y="466015"/>
                  <a:pt x="406546" y="459429"/>
                </a:cubicBezTo>
                <a:cubicBezTo>
                  <a:pt x="411320" y="451763"/>
                  <a:pt x="413682" y="442840"/>
                  <a:pt x="413328" y="433816"/>
                </a:cubicBezTo>
                <a:cubicBezTo>
                  <a:pt x="413607" y="424588"/>
                  <a:pt x="411371" y="415459"/>
                  <a:pt x="406860" y="407403"/>
                </a:cubicBezTo>
                <a:cubicBezTo>
                  <a:pt x="402457" y="400061"/>
                  <a:pt x="396250" y="393965"/>
                  <a:pt x="388830" y="389696"/>
                </a:cubicBezTo>
                <a:cubicBezTo>
                  <a:pt x="380382" y="384887"/>
                  <a:pt x="371191" y="381520"/>
                  <a:pt x="361636" y="379733"/>
                </a:cubicBezTo>
                <a:cubicBezTo>
                  <a:pt x="350430" y="377554"/>
                  <a:pt x="339037" y="376495"/>
                  <a:pt x="327622" y="376571"/>
                </a:cubicBezTo>
                <a:lnTo>
                  <a:pt x="298228" y="376571"/>
                </a:lnTo>
                <a:lnTo>
                  <a:pt x="298228" y="336090"/>
                </a:lnTo>
                <a:lnTo>
                  <a:pt x="326060" y="336090"/>
                </a:lnTo>
                <a:cubicBezTo>
                  <a:pt x="336202" y="336164"/>
                  <a:pt x="346325" y="335207"/>
                  <a:pt x="356273" y="333232"/>
                </a:cubicBezTo>
                <a:cubicBezTo>
                  <a:pt x="364693" y="331638"/>
                  <a:pt x="372739" y="328474"/>
                  <a:pt x="379990" y="323907"/>
                </a:cubicBezTo>
                <a:cubicBezTo>
                  <a:pt x="386469" y="319759"/>
                  <a:pt x="391799" y="314047"/>
                  <a:pt x="395488" y="307296"/>
                </a:cubicBezTo>
                <a:cubicBezTo>
                  <a:pt x="399380" y="299673"/>
                  <a:pt x="401284" y="291191"/>
                  <a:pt x="401022" y="282635"/>
                </a:cubicBezTo>
                <a:cubicBezTo>
                  <a:pt x="401339" y="274868"/>
                  <a:pt x="399539" y="267160"/>
                  <a:pt x="395811" y="260337"/>
                </a:cubicBezTo>
                <a:cubicBezTo>
                  <a:pt x="392555" y="254774"/>
                  <a:pt x="387974" y="250102"/>
                  <a:pt x="382476" y="246736"/>
                </a:cubicBezTo>
                <a:cubicBezTo>
                  <a:pt x="377066" y="243456"/>
                  <a:pt x="371121" y="241154"/>
                  <a:pt x="364912" y="239935"/>
                </a:cubicBezTo>
                <a:cubicBezTo>
                  <a:pt x="358878" y="238697"/>
                  <a:pt x="352736" y="238058"/>
                  <a:pt x="346577" y="238030"/>
                </a:cubicBezTo>
                <a:cubicBezTo>
                  <a:pt x="333304" y="238153"/>
                  <a:pt x="320109" y="240076"/>
                  <a:pt x="307353" y="243745"/>
                </a:cubicBezTo>
                <a:cubicBezTo>
                  <a:pt x="294062" y="247351"/>
                  <a:pt x="281454" y="253117"/>
                  <a:pt x="270034" y="260814"/>
                </a:cubicBezTo>
                <a:lnTo>
                  <a:pt x="270034" y="215941"/>
                </a:lnTo>
                <a:cubicBezTo>
                  <a:pt x="281875" y="209666"/>
                  <a:pt x="294517" y="205036"/>
                  <a:pt x="307610" y="202178"/>
                </a:cubicBezTo>
                <a:cubicBezTo>
                  <a:pt x="321888" y="199054"/>
                  <a:pt x="336467" y="197518"/>
                  <a:pt x="351082" y="197596"/>
                </a:cubicBezTo>
                <a:cubicBezTo>
                  <a:pt x="364138" y="197572"/>
                  <a:pt x="377149" y="199111"/>
                  <a:pt x="389839" y="202178"/>
                </a:cubicBezTo>
                <a:cubicBezTo>
                  <a:pt x="401669" y="204946"/>
                  <a:pt x="412943" y="209706"/>
                  <a:pt x="423177" y="216256"/>
                </a:cubicBezTo>
                <a:cubicBezTo>
                  <a:pt x="432670" y="222374"/>
                  <a:pt x="440627" y="230597"/>
                  <a:pt x="446427" y="240287"/>
                </a:cubicBezTo>
                <a:cubicBezTo>
                  <a:pt x="452420" y="250768"/>
                  <a:pt x="455425" y="262690"/>
                  <a:pt x="455114" y="274758"/>
                </a:cubicBezTo>
                <a:cubicBezTo>
                  <a:pt x="455868" y="293730"/>
                  <a:pt x="449370" y="312278"/>
                  <a:pt x="436940" y="326631"/>
                </a:cubicBezTo>
                <a:cubicBezTo>
                  <a:pt x="423629" y="340796"/>
                  <a:pt x="406203" y="350419"/>
                  <a:pt x="387125" y="354140"/>
                </a:cubicBezTo>
                <a:cubicBezTo>
                  <a:pt x="397455" y="355207"/>
                  <a:pt x="407576" y="357774"/>
                  <a:pt x="417166" y="361760"/>
                </a:cubicBezTo>
                <a:cubicBezTo>
                  <a:pt x="426593" y="365607"/>
                  <a:pt x="435309" y="371005"/>
                  <a:pt x="442951" y="377733"/>
                </a:cubicBezTo>
                <a:cubicBezTo>
                  <a:pt x="450369" y="384299"/>
                  <a:pt x="456435" y="392248"/>
                  <a:pt x="460810" y="401136"/>
                </a:cubicBezTo>
                <a:cubicBezTo>
                  <a:pt x="465303" y="410341"/>
                  <a:pt x="467586" y="420468"/>
                  <a:pt x="467477" y="430711"/>
                </a:cubicBezTo>
                <a:cubicBezTo>
                  <a:pt x="467777" y="445042"/>
                  <a:pt x="464329" y="459202"/>
                  <a:pt x="457476" y="471792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0" name="Graphic 36" descr="Badge 1 with solid fill">
            <a:extLst>
              <a:ext uri="{FF2B5EF4-FFF2-40B4-BE49-F238E27FC236}">
                <a16:creationId xmlns:a16="http://schemas.microsoft.com/office/drawing/2014/main" id="{10C05DEC-8803-71B2-B571-32BCBD5C0004}"/>
              </a:ext>
            </a:extLst>
          </p:cNvPr>
          <p:cNvSpPr/>
          <p:nvPr/>
        </p:nvSpPr>
        <p:spPr>
          <a:xfrm>
            <a:off x="7529110" y="2427021"/>
            <a:ext cx="365760" cy="365760"/>
          </a:xfrm>
          <a:custGeom>
            <a:avLst/>
            <a:gdLst>
              <a:gd name="csX0" fmla="*/ 361750 w 723499"/>
              <a:gd name="csY0" fmla="*/ 0 h 723500"/>
              <a:gd name="csX1" fmla="*/ 0 w 723499"/>
              <a:gd name="csY1" fmla="*/ 361750 h 723500"/>
              <a:gd name="csX2" fmla="*/ 361750 w 723499"/>
              <a:gd name="csY2" fmla="*/ 723500 h 723500"/>
              <a:gd name="csX3" fmla="*/ 723500 w 723499"/>
              <a:gd name="csY3" fmla="*/ 361750 h 723500"/>
              <a:gd name="csX4" fmla="*/ 723500 w 723499"/>
              <a:gd name="csY4" fmla="*/ 361712 h 723500"/>
              <a:gd name="csX5" fmla="*/ 362036 w 723499"/>
              <a:gd name="csY5" fmla="*/ 0 h 723500"/>
              <a:gd name="csX6" fmla="*/ 361750 w 723499"/>
              <a:gd name="csY6" fmla="*/ 0 h 723500"/>
              <a:gd name="csX7" fmla="*/ 401431 w 723499"/>
              <a:gd name="csY7" fmla="*/ 515303 h 723500"/>
              <a:gd name="csX8" fmla="*/ 346405 w 723499"/>
              <a:gd name="csY8" fmla="*/ 515303 h 723500"/>
              <a:gd name="csX9" fmla="*/ 346405 w 723499"/>
              <a:gd name="csY9" fmla="*/ 252498 h 723500"/>
              <a:gd name="csX10" fmla="*/ 331689 w 723499"/>
              <a:gd name="csY10" fmla="*/ 261671 h 723500"/>
              <a:gd name="csX11" fmla="*/ 315725 w 723499"/>
              <a:gd name="csY11" fmla="*/ 269577 h 723500"/>
              <a:gd name="csX12" fmla="*/ 297066 w 723499"/>
              <a:gd name="csY12" fmla="*/ 276063 h 723500"/>
              <a:gd name="csX13" fmla="*/ 275558 w 723499"/>
              <a:gd name="csY13" fmla="*/ 281912 h 723500"/>
              <a:gd name="csX14" fmla="*/ 275558 w 723499"/>
              <a:gd name="csY14" fmla="*/ 237954 h 723500"/>
              <a:gd name="csX15" fmla="*/ 289941 w 723499"/>
              <a:gd name="csY15" fmla="*/ 233524 h 723500"/>
              <a:gd name="csX16" fmla="*/ 302762 w 723499"/>
              <a:gd name="csY16" fmla="*/ 229095 h 723500"/>
              <a:gd name="csX17" fmla="*/ 315411 w 723499"/>
              <a:gd name="csY17" fmla="*/ 223876 h 723500"/>
              <a:gd name="csX18" fmla="*/ 328060 w 723499"/>
              <a:gd name="csY18" fmla="*/ 218656 h 723500"/>
              <a:gd name="csX19" fmla="*/ 340224 w 723499"/>
              <a:gd name="csY19" fmla="*/ 212331 h 723500"/>
              <a:gd name="csX20" fmla="*/ 352415 w 723499"/>
              <a:gd name="csY20" fmla="*/ 205664 h 723500"/>
              <a:gd name="csX21" fmla="*/ 365531 w 723499"/>
              <a:gd name="csY21" fmla="*/ 198044 h 723500"/>
              <a:gd name="csX22" fmla="*/ 378666 w 723499"/>
              <a:gd name="csY22" fmla="*/ 190424 h 723500"/>
              <a:gd name="csX23" fmla="*/ 401431 w 723499"/>
              <a:gd name="csY23" fmla="*/ 190424 h 723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723499" h="723500">
                <a:moveTo>
                  <a:pt x="361750" y="0"/>
                </a:moveTo>
                <a:cubicBezTo>
                  <a:pt x="161961" y="0"/>
                  <a:pt x="0" y="161961"/>
                  <a:pt x="0" y="361750"/>
                </a:cubicBezTo>
                <a:cubicBezTo>
                  <a:pt x="0" y="561539"/>
                  <a:pt x="161961" y="723500"/>
                  <a:pt x="361750" y="723500"/>
                </a:cubicBezTo>
                <a:cubicBezTo>
                  <a:pt x="561539" y="723500"/>
                  <a:pt x="723500" y="561539"/>
                  <a:pt x="723500" y="361750"/>
                </a:cubicBezTo>
                <a:cubicBezTo>
                  <a:pt x="723500" y="361738"/>
                  <a:pt x="723500" y="361724"/>
                  <a:pt x="723500" y="361712"/>
                </a:cubicBezTo>
                <a:cubicBezTo>
                  <a:pt x="723569" y="162013"/>
                  <a:pt x="561735" y="69"/>
                  <a:pt x="362036" y="0"/>
                </a:cubicBezTo>
                <a:cubicBezTo>
                  <a:pt x="361940" y="0"/>
                  <a:pt x="361845" y="0"/>
                  <a:pt x="361750" y="0"/>
                </a:cubicBezTo>
                <a:close/>
                <a:moveTo>
                  <a:pt x="401431" y="515303"/>
                </a:moveTo>
                <a:lnTo>
                  <a:pt x="346405" y="515303"/>
                </a:lnTo>
                <a:lnTo>
                  <a:pt x="346405" y="252498"/>
                </a:lnTo>
                <a:cubicBezTo>
                  <a:pt x="341757" y="255673"/>
                  <a:pt x="336852" y="258731"/>
                  <a:pt x="331689" y="261671"/>
                </a:cubicBezTo>
                <a:cubicBezTo>
                  <a:pt x="326529" y="264621"/>
                  <a:pt x="321198" y="267260"/>
                  <a:pt x="315725" y="269577"/>
                </a:cubicBezTo>
                <a:cubicBezTo>
                  <a:pt x="309807" y="271901"/>
                  <a:pt x="303587" y="274063"/>
                  <a:pt x="297066" y="276063"/>
                </a:cubicBezTo>
                <a:cubicBezTo>
                  <a:pt x="290544" y="278063"/>
                  <a:pt x="283375" y="280013"/>
                  <a:pt x="275558" y="281912"/>
                </a:cubicBezTo>
                <a:lnTo>
                  <a:pt x="275558" y="237954"/>
                </a:lnTo>
                <a:cubicBezTo>
                  <a:pt x="280828" y="236474"/>
                  <a:pt x="285623" y="234998"/>
                  <a:pt x="289941" y="233524"/>
                </a:cubicBezTo>
                <a:cubicBezTo>
                  <a:pt x="294259" y="232051"/>
                  <a:pt x="298533" y="230575"/>
                  <a:pt x="302762" y="229095"/>
                </a:cubicBezTo>
                <a:cubicBezTo>
                  <a:pt x="306962" y="227409"/>
                  <a:pt x="311191" y="225676"/>
                  <a:pt x="315411" y="223876"/>
                </a:cubicBezTo>
                <a:cubicBezTo>
                  <a:pt x="319630" y="222075"/>
                  <a:pt x="323840" y="220351"/>
                  <a:pt x="328060" y="218656"/>
                </a:cubicBezTo>
                <a:cubicBezTo>
                  <a:pt x="332061" y="216548"/>
                  <a:pt x="336115" y="214439"/>
                  <a:pt x="340224" y="212331"/>
                </a:cubicBezTo>
                <a:cubicBezTo>
                  <a:pt x="344332" y="210224"/>
                  <a:pt x="348396" y="208000"/>
                  <a:pt x="352415" y="205664"/>
                </a:cubicBezTo>
                <a:cubicBezTo>
                  <a:pt x="356861" y="203352"/>
                  <a:pt x="361233" y="200813"/>
                  <a:pt x="365531" y="198044"/>
                </a:cubicBezTo>
                <a:cubicBezTo>
                  <a:pt x="369830" y="195275"/>
                  <a:pt x="374209" y="192736"/>
                  <a:pt x="378666" y="190424"/>
                </a:cubicBezTo>
                <a:lnTo>
                  <a:pt x="401431" y="1904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847697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plate PresentationGO Dark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signed by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345_T_PGO_Hibiscus-Muse-Faces.pptx" id="{FD44498F-482F-4F9E-81B1-5997801C5709}" vid="{D77A0240-FC3B-48C6-9788-DF5B8B2B41D3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TEMPLATE-PGO(16_9)</Template>
  <TotalTime>9578</TotalTime>
  <Words>28</Words>
  <Application>Microsoft Office PowerPoint</Application>
  <PresentationFormat>Widescreen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Helvetica</vt:lpstr>
      <vt:lpstr>Template PresentationGO</vt:lpstr>
      <vt:lpstr>Template PresentationGO Dark</vt:lpstr>
      <vt:lpstr>Designed by PresentationGO</vt:lpstr>
      <vt:lpstr>{{Title}}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3-Step Rocket Launch Process</dc:title>
  <dc:creator>PresentationGO.com</dc:creator>
  <dc:description>© Copyright PresentationGO.com - Do not distribute or sale without written permission.</dc:description>
  <cp:lastModifiedBy>Gajendrula Vasavi</cp:lastModifiedBy>
  <cp:revision>61</cp:revision>
  <dcterms:created xsi:type="dcterms:W3CDTF">2014-11-26T05:14:11Z</dcterms:created>
  <dcterms:modified xsi:type="dcterms:W3CDTF">2026-06-15T11:48:35Z</dcterms:modified>
  <cp:category>Charts &amp; Diagrams;Graphics &amp; Metaphors</cp:category>
</cp:coreProperties>
</file>