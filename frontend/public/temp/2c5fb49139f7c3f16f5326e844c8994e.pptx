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BCDEF-8160-436C-9EAA-3C4A78E3C320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27C03-791A-4ED9-ADD1-B4F3DCBC2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97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0" name="Google Shape;207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5748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FADA-EB8A-BEB6-84C4-AC180D053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A86C9-D607-3246-E315-AF71B7849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DC019-51BB-7E17-8BA1-FD7792F9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3ECE6-456A-6F24-BE6C-E4F0FDEA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F790-5062-560E-4B46-027B25E5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47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3E9F-94CC-1726-6480-07CD40DA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FA1F7-5232-F8B0-58AF-392C8147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3B01D-8631-3EFA-B771-77D2CB9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DDAE6-DCB0-E393-429F-E56C45D3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32742-ED21-C28B-4A5A-7156E3C7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66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CF73-AD4E-454F-32FD-6B134B9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5918D-5CA2-A43A-6EBF-B70B70A31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1C492-B34E-716E-57A5-A1EF0318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442A-1A53-B564-B495-47D9A76C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19F2-5E79-2323-B256-54311BFB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98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1A4F-B003-6277-47D6-D0A85FF0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E592-861A-BDB2-0418-4D43C856F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47A43-D037-DDC5-E207-B27A54955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FD374-D9B3-8263-636F-869A5541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CF0D-0E29-D15B-D3DF-2F2CBBC2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5168F-BBFD-7D84-2213-D6C1F112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2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0BDA-2167-076A-528A-05E2FE5B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FBB2B-0475-718F-35F8-B2F2E8F7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CFD3A-782D-03F5-332D-FE4FC5B53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32064-462A-1201-FCAE-1A96D8353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F3A78-DC47-1C8D-E1C2-F76D00F2B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12C2B-495F-022A-DFF6-27A9CE1A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C690A1-BB9E-C6CB-F08A-4078B4E8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F53C5-A728-A7F8-BD77-CEBB1533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08B6-4474-C104-52B2-F3B0A2AA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38224-595A-C317-F2A7-6073FEE1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C45DF-48BF-2A4E-50B2-D9B7CECC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6549-1CE5-DD12-AC5F-BECB33F9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57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1DE35-DA0B-226E-6369-0F2DE5DB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3D3DA-C01F-AECA-2A92-6BB9B9E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EA8AC-C9F8-63B7-4DAE-1B512D46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10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4BB8-3AB3-06FA-1408-C03BA192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0F55-AC29-108F-5942-1544E2B1F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3FB6C-56AE-3D8E-CAD6-9189DEBC8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50539-A103-6544-0808-74AEFC9FB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2B911-273D-36CD-5586-8325A855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28E6-367B-B9E0-77AD-07BF0E06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122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9F9A-4787-8487-9F4E-3DDCA3B4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7DB9B-EB9D-3C62-C322-83D901A98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D600A-F978-6A70-FB2C-403F1237A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64195-0FFC-CACD-96AE-8958F661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34979-83B3-4781-5D9C-949A138F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E4426-E0FA-0E00-AF87-E8327336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5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3C8F-C830-9E41-FFB6-620D72F0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BAB2F-B255-3349-845F-3989CA143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DDED2-0049-44CE-E2E8-FA94C5DE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E1DA-3ECE-CE3C-AB1E-8600A378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A5A82-09A3-D9E3-07D4-E7B16708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49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00697-628B-59E9-E5CA-ABDC0F825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39C4A-B96E-81DE-A563-62F9AFE47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998C-94A9-C28A-0FCD-BEB3D295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3841F-D7A8-26A4-5B69-0C008CE7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AB8CB-E862-D9EB-4BBF-5FDB4BEE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2012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434B9-5B23-FEC0-2001-8CC0DDB2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FBF89-C157-2749-5DCF-1F96984C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D1A9E-A668-3C35-F47E-7545D3808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A82E0-9271-431A-AA3F-0D4C71E630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1A9E5-CEA7-6915-2E60-2AAA83BB3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6B620-66EA-626F-E30C-2308C7B9B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C11E5-7DDA-4056-8A94-2177A7936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20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69"/>
          <p:cNvSpPr txBox="1"/>
          <p:nvPr/>
        </p:nvSpPr>
        <p:spPr>
          <a:xfrm>
            <a:off x="9639300" y="1225550"/>
            <a:ext cx="2328862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2082" name="Google Shape;2082;p69"/>
          <p:cNvSpPr txBox="1"/>
          <p:nvPr/>
        </p:nvSpPr>
        <p:spPr>
          <a:xfrm>
            <a:off x="9715500" y="877887"/>
            <a:ext cx="1573212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D1DA"/>
              </a:buClr>
              <a:buSzPts val="2400"/>
              <a:buFont typeface="Open Sans SemiBold"/>
              <a:buNone/>
            </a:pPr>
            <a:r>
              <a:rPr lang="en-IN" b="1" dirty="0">
                <a:solidFill>
                  <a:schemeClr val="tx1"/>
                </a:solidFill>
                <a:latin typeface="Montserrat" panose="02000505000000020004" pitchFamily="2" charset="77"/>
              </a:rPr>
              <a:t> </a:t>
            </a:r>
            <a:endParaRPr b="1" dirty="0">
              <a:solidFill>
                <a:schemeClr val="tx1"/>
              </a:solidFill>
              <a:latin typeface="Montserrat" panose="02000505000000020004" pitchFamily="2" charset="77"/>
            </a:endParaRPr>
          </a:p>
        </p:txBody>
      </p:sp>
      <p:sp>
        <p:nvSpPr>
          <p:cNvPr id="2083" name="Google Shape;2083;p69"/>
          <p:cNvSpPr txBox="1"/>
          <p:nvPr/>
        </p:nvSpPr>
        <p:spPr>
          <a:xfrm>
            <a:off x="9705975" y="4619625"/>
            <a:ext cx="168910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400"/>
              <a:buFont typeface="Open Sans SemiBold"/>
              <a:buNone/>
            </a:pPr>
            <a:r>
              <a:rPr lang="en-IN" b="1" dirty="0">
                <a:solidFill>
                  <a:schemeClr val="tx1"/>
                </a:solidFill>
                <a:latin typeface="Montserrat" panose="02000505000000020004" pitchFamily="2" charset="77"/>
              </a:rPr>
              <a:t> </a:t>
            </a:r>
            <a:endParaRPr b="1" dirty="0">
              <a:solidFill>
                <a:schemeClr val="tx1"/>
              </a:solidFill>
              <a:latin typeface="Montserrat" panose="02000505000000020004" pitchFamily="2" charset="77"/>
            </a:endParaRPr>
          </a:p>
        </p:txBody>
      </p:sp>
      <p:sp>
        <p:nvSpPr>
          <p:cNvPr id="2084" name="Google Shape;2084;p69"/>
          <p:cNvSpPr txBox="1"/>
          <p:nvPr/>
        </p:nvSpPr>
        <p:spPr>
          <a:xfrm>
            <a:off x="1172308" y="2710595"/>
            <a:ext cx="135230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400"/>
              <a:buFont typeface="Open Sans SemiBold"/>
              <a:buNone/>
            </a:pPr>
            <a:r>
              <a:rPr lang="en-IN" b="1" dirty="0">
                <a:solidFill>
                  <a:schemeClr val="tx1"/>
                </a:solidFill>
                <a:latin typeface="Montserrat" panose="02000505000000020004" pitchFamily="2" charset="77"/>
              </a:rPr>
              <a:t> </a:t>
            </a:r>
            <a:endParaRPr b="1" dirty="0">
              <a:solidFill>
                <a:schemeClr val="tx1"/>
              </a:solidFill>
              <a:latin typeface="Montserrat" panose="02000505000000020004" pitchFamily="2" charset="77"/>
            </a:endParaRPr>
          </a:p>
        </p:txBody>
      </p:sp>
      <p:sp>
        <p:nvSpPr>
          <p:cNvPr id="2085" name="Google Shape;2085;p69"/>
          <p:cNvSpPr txBox="1"/>
          <p:nvPr/>
        </p:nvSpPr>
        <p:spPr>
          <a:xfrm>
            <a:off x="8659812" y="579437"/>
            <a:ext cx="1035551" cy="178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D1DA"/>
              </a:buClr>
              <a:buSzPts val="12700"/>
              <a:buFont typeface="Montserrat"/>
              <a:buNone/>
            </a:pPr>
            <a:r>
              <a:rPr lang="en-US" sz="12700" i="0" u="none">
                <a:solidFill>
                  <a:srgbClr val="64D1D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2086" name="Google Shape;2086;p69"/>
          <p:cNvSpPr txBox="1"/>
          <p:nvPr/>
        </p:nvSpPr>
        <p:spPr>
          <a:xfrm>
            <a:off x="8691563" y="4311650"/>
            <a:ext cx="1015146" cy="177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12600"/>
              <a:buFont typeface="Montserrat"/>
              <a:buNone/>
            </a:pPr>
            <a:r>
              <a:rPr lang="en-US" sz="12600" i="0" u="none">
                <a:solidFill>
                  <a:srgbClr val="06528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2087" name="Google Shape;2087;p69"/>
          <p:cNvSpPr txBox="1"/>
          <p:nvPr/>
        </p:nvSpPr>
        <p:spPr>
          <a:xfrm>
            <a:off x="2672006" y="2355972"/>
            <a:ext cx="895267" cy="18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13100"/>
              <a:buFont typeface="Montserrat"/>
              <a:buNone/>
            </a:pPr>
            <a:r>
              <a:rPr lang="en-US" sz="13100" i="0" u="none" dirty="0">
                <a:solidFill>
                  <a:srgbClr val="34B2E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7E947C4-A56B-CA4D-B924-EEDFDF3BC71C}"/>
              </a:ext>
            </a:extLst>
          </p:cNvPr>
          <p:cNvGrpSpPr/>
          <p:nvPr/>
        </p:nvGrpSpPr>
        <p:grpSpPr>
          <a:xfrm>
            <a:off x="3595687" y="1366837"/>
            <a:ext cx="2416175" cy="4119563"/>
            <a:chOff x="3595687" y="1366837"/>
            <a:chExt cx="2416175" cy="4119563"/>
          </a:xfrm>
        </p:grpSpPr>
        <p:sp>
          <p:nvSpPr>
            <p:cNvPr id="2079" name="Google Shape;2079;p69"/>
            <p:cNvSpPr/>
            <p:nvPr/>
          </p:nvSpPr>
          <p:spPr>
            <a:xfrm>
              <a:off x="3825875" y="1366837"/>
              <a:ext cx="1679575" cy="1166812"/>
            </a:xfrm>
            <a:custGeom>
              <a:avLst/>
              <a:gdLst/>
              <a:ahLst/>
              <a:cxnLst/>
              <a:rect l="l" t="t" r="r" b="b"/>
              <a:pathLst>
                <a:path w="480" h="333" extrusionOk="0">
                  <a:moveTo>
                    <a:pt x="296" y="14"/>
                  </a:moveTo>
                  <a:cubicBezTo>
                    <a:pt x="290" y="3"/>
                    <a:pt x="275" y="0"/>
                    <a:pt x="265" y="7"/>
                  </a:cubicBezTo>
                  <a:cubicBezTo>
                    <a:pt x="175" y="66"/>
                    <a:pt x="99" y="146"/>
                    <a:pt x="45" y="240"/>
                  </a:cubicBezTo>
                  <a:cubicBezTo>
                    <a:pt x="28" y="270"/>
                    <a:pt x="13" y="301"/>
                    <a:pt x="0" y="333"/>
                  </a:cubicBezTo>
                  <a:cubicBezTo>
                    <a:pt x="480" y="333"/>
                    <a:pt x="480" y="333"/>
                    <a:pt x="480" y="333"/>
                  </a:cubicBezTo>
                  <a:lnTo>
                    <a:pt x="296" y="14"/>
                  </a:lnTo>
                  <a:close/>
                </a:path>
              </a:pathLst>
            </a:custGeom>
            <a:solidFill>
              <a:srgbClr val="68CB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69"/>
            <p:cNvSpPr/>
            <p:nvPr/>
          </p:nvSpPr>
          <p:spPr>
            <a:xfrm>
              <a:off x="3825875" y="4318000"/>
              <a:ext cx="1679575" cy="1168400"/>
            </a:xfrm>
            <a:custGeom>
              <a:avLst/>
              <a:gdLst/>
              <a:ahLst/>
              <a:cxnLst/>
              <a:rect l="l" t="t" r="r" b="b"/>
              <a:pathLst>
                <a:path w="480" h="334" extrusionOk="0">
                  <a:moveTo>
                    <a:pt x="295" y="320"/>
                  </a:moveTo>
                  <a:cubicBezTo>
                    <a:pt x="480" y="0"/>
                    <a:pt x="480" y="0"/>
                    <a:pt x="48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1" y="130"/>
                    <a:pt x="140" y="246"/>
                    <a:pt x="264" y="327"/>
                  </a:cubicBezTo>
                  <a:cubicBezTo>
                    <a:pt x="274" y="334"/>
                    <a:pt x="288" y="331"/>
                    <a:pt x="295" y="320"/>
                  </a:cubicBezTo>
                  <a:close/>
                </a:path>
              </a:pathLst>
            </a:custGeom>
            <a:solidFill>
              <a:srgbClr val="0A98C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69"/>
            <p:cNvSpPr/>
            <p:nvPr/>
          </p:nvSpPr>
          <p:spPr>
            <a:xfrm>
              <a:off x="3595687" y="2533650"/>
              <a:ext cx="2416175" cy="1784350"/>
            </a:xfrm>
            <a:custGeom>
              <a:avLst/>
              <a:gdLst/>
              <a:ahLst/>
              <a:cxnLst/>
              <a:rect l="l" t="t" r="r" b="b"/>
              <a:pathLst>
                <a:path w="691" h="510" extrusionOk="0">
                  <a:moveTo>
                    <a:pt x="546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0" y="167"/>
                    <a:pt x="3" y="350"/>
                    <a:pt x="66" y="510"/>
                  </a:cubicBezTo>
                  <a:cubicBezTo>
                    <a:pt x="546" y="510"/>
                    <a:pt x="546" y="510"/>
                    <a:pt x="546" y="510"/>
                  </a:cubicBezTo>
                  <a:cubicBezTo>
                    <a:pt x="687" y="267"/>
                    <a:pt x="687" y="267"/>
                    <a:pt x="687" y="267"/>
                  </a:cubicBezTo>
                  <a:cubicBezTo>
                    <a:pt x="691" y="260"/>
                    <a:pt x="691" y="252"/>
                    <a:pt x="687" y="245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rgbClr val="34B2E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69"/>
            <p:cNvSpPr/>
            <p:nvPr/>
          </p:nvSpPr>
          <p:spPr>
            <a:xfrm>
              <a:off x="4400550" y="3033712"/>
              <a:ext cx="733425" cy="877887"/>
            </a:xfrm>
            <a:custGeom>
              <a:avLst/>
              <a:gdLst/>
              <a:ahLst/>
              <a:cxnLst/>
              <a:rect l="l" t="t" r="r" b="b"/>
              <a:pathLst>
                <a:path w="210" h="251" extrusionOk="0">
                  <a:moveTo>
                    <a:pt x="140" y="242"/>
                  </a:moveTo>
                  <a:cubicBezTo>
                    <a:pt x="140" y="247"/>
                    <a:pt x="136" y="251"/>
                    <a:pt x="132" y="251"/>
                  </a:cubicBezTo>
                  <a:cubicBezTo>
                    <a:pt x="79" y="251"/>
                    <a:pt x="79" y="251"/>
                    <a:pt x="79" y="251"/>
                  </a:cubicBezTo>
                  <a:cubicBezTo>
                    <a:pt x="74" y="251"/>
                    <a:pt x="70" y="247"/>
                    <a:pt x="70" y="242"/>
                  </a:cubicBezTo>
                  <a:cubicBezTo>
                    <a:pt x="70" y="242"/>
                    <a:pt x="70" y="242"/>
                    <a:pt x="70" y="242"/>
                  </a:cubicBezTo>
                  <a:cubicBezTo>
                    <a:pt x="70" y="237"/>
                    <a:pt x="74" y="233"/>
                    <a:pt x="79" y="233"/>
                  </a:cubicBezTo>
                  <a:cubicBezTo>
                    <a:pt x="132" y="233"/>
                    <a:pt x="132" y="233"/>
                    <a:pt x="132" y="233"/>
                  </a:cubicBezTo>
                  <a:cubicBezTo>
                    <a:pt x="136" y="233"/>
                    <a:pt x="140" y="237"/>
                    <a:pt x="140" y="242"/>
                  </a:cubicBezTo>
                  <a:close/>
                  <a:moveTo>
                    <a:pt x="140" y="219"/>
                  </a:moveTo>
                  <a:cubicBezTo>
                    <a:pt x="140" y="215"/>
                    <a:pt x="136" y="211"/>
                    <a:pt x="132" y="211"/>
                  </a:cubicBezTo>
                  <a:cubicBezTo>
                    <a:pt x="79" y="211"/>
                    <a:pt x="79" y="211"/>
                    <a:pt x="79" y="211"/>
                  </a:cubicBezTo>
                  <a:cubicBezTo>
                    <a:pt x="74" y="211"/>
                    <a:pt x="70" y="215"/>
                    <a:pt x="70" y="219"/>
                  </a:cubicBezTo>
                  <a:cubicBezTo>
                    <a:pt x="70" y="219"/>
                    <a:pt x="70" y="219"/>
                    <a:pt x="70" y="219"/>
                  </a:cubicBezTo>
                  <a:cubicBezTo>
                    <a:pt x="70" y="224"/>
                    <a:pt x="74" y="228"/>
                    <a:pt x="79" y="228"/>
                  </a:cubicBezTo>
                  <a:cubicBezTo>
                    <a:pt x="132" y="228"/>
                    <a:pt x="132" y="228"/>
                    <a:pt x="132" y="228"/>
                  </a:cubicBezTo>
                  <a:cubicBezTo>
                    <a:pt x="136" y="228"/>
                    <a:pt x="140" y="224"/>
                    <a:pt x="140" y="219"/>
                  </a:cubicBezTo>
                  <a:close/>
                  <a:moveTo>
                    <a:pt x="114" y="124"/>
                  </a:moveTo>
                  <a:cubicBezTo>
                    <a:pt x="102" y="124"/>
                    <a:pt x="102" y="124"/>
                    <a:pt x="102" y="124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97" y="206"/>
                    <a:pt x="97" y="206"/>
                    <a:pt x="97" y="206"/>
                  </a:cubicBezTo>
                  <a:cubicBezTo>
                    <a:pt x="100" y="205"/>
                    <a:pt x="102" y="205"/>
                    <a:pt x="105" y="205"/>
                  </a:cubicBezTo>
                  <a:cubicBezTo>
                    <a:pt x="105" y="205"/>
                    <a:pt x="105" y="206"/>
                    <a:pt x="105" y="205"/>
                  </a:cubicBezTo>
                  <a:cubicBezTo>
                    <a:pt x="105" y="205"/>
                    <a:pt x="105" y="205"/>
                    <a:pt x="105" y="205"/>
                  </a:cubicBezTo>
                  <a:cubicBezTo>
                    <a:pt x="105" y="205"/>
                    <a:pt x="106" y="205"/>
                    <a:pt x="106" y="205"/>
                  </a:cubicBezTo>
                  <a:cubicBezTo>
                    <a:pt x="106" y="206"/>
                    <a:pt x="106" y="205"/>
                    <a:pt x="106" y="205"/>
                  </a:cubicBezTo>
                  <a:cubicBezTo>
                    <a:pt x="108" y="205"/>
                    <a:pt x="111" y="205"/>
                    <a:pt x="114" y="206"/>
                  </a:cubicBezTo>
                  <a:lnTo>
                    <a:pt x="114" y="124"/>
                  </a:lnTo>
                  <a:close/>
                  <a:moveTo>
                    <a:pt x="76" y="90"/>
                  </a:moveTo>
                  <a:cubicBezTo>
                    <a:pt x="69" y="90"/>
                    <a:pt x="64" y="96"/>
                    <a:pt x="64" y="103"/>
                  </a:cubicBezTo>
                  <a:cubicBezTo>
                    <a:pt x="64" y="110"/>
                    <a:pt x="69" y="116"/>
                    <a:pt x="76" y="116"/>
                  </a:cubicBezTo>
                  <a:cubicBezTo>
                    <a:pt x="89" y="116"/>
                    <a:pt x="89" y="116"/>
                    <a:pt x="89" y="116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96"/>
                    <a:pt x="83" y="90"/>
                    <a:pt x="76" y="90"/>
                  </a:cubicBezTo>
                  <a:close/>
                  <a:moveTo>
                    <a:pt x="147" y="103"/>
                  </a:moveTo>
                  <a:cubicBezTo>
                    <a:pt x="147" y="96"/>
                    <a:pt x="141" y="90"/>
                    <a:pt x="134" y="90"/>
                  </a:cubicBezTo>
                  <a:cubicBezTo>
                    <a:pt x="127" y="90"/>
                    <a:pt x="122" y="96"/>
                    <a:pt x="122" y="103"/>
                  </a:cubicBezTo>
                  <a:cubicBezTo>
                    <a:pt x="122" y="116"/>
                    <a:pt x="122" y="116"/>
                    <a:pt x="122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41" y="116"/>
                    <a:pt x="147" y="110"/>
                    <a:pt x="147" y="103"/>
                  </a:cubicBezTo>
                  <a:close/>
                  <a:moveTo>
                    <a:pt x="175" y="80"/>
                  </a:moveTo>
                  <a:cubicBezTo>
                    <a:pt x="169" y="58"/>
                    <a:pt x="142" y="34"/>
                    <a:pt x="105" y="34"/>
                  </a:cubicBezTo>
                  <a:cubicBezTo>
                    <a:pt x="68" y="34"/>
                    <a:pt x="42" y="58"/>
                    <a:pt x="36" y="80"/>
                  </a:cubicBezTo>
                  <a:cubicBezTo>
                    <a:pt x="32" y="97"/>
                    <a:pt x="35" y="113"/>
                    <a:pt x="44" y="129"/>
                  </a:cubicBezTo>
                  <a:cubicBezTo>
                    <a:pt x="51" y="143"/>
                    <a:pt x="59" y="155"/>
                    <a:pt x="65" y="169"/>
                  </a:cubicBezTo>
                  <a:cubicBezTo>
                    <a:pt x="68" y="177"/>
                    <a:pt x="70" y="188"/>
                    <a:pt x="72" y="197"/>
                  </a:cubicBezTo>
                  <a:cubicBezTo>
                    <a:pt x="73" y="203"/>
                    <a:pt x="76" y="205"/>
                    <a:pt x="84" y="205"/>
                  </a:cubicBezTo>
                  <a:cubicBezTo>
                    <a:pt x="85" y="205"/>
                    <a:pt x="87" y="206"/>
                    <a:pt x="89" y="206"/>
                  </a:cubicBezTo>
                  <a:cubicBezTo>
                    <a:pt x="89" y="124"/>
                    <a:pt x="89" y="124"/>
                    <a:pt x="89" y="124"/>
                  </a:cubicBezTo>
                  <a:cubicBezTo>
                    <a:pt x="76" y="124"/>
                    <a:pt x="76" y="124"/>
                    <a:pt x="76" y="124"/>
                  </a:cubicBezTo>
                  <a:cubicBezTo>
                    <a:pt x="71" y="124"/>
                    <a:pt x="65" y="122"/>
                    <a:pt x="61" y="118"/>
                  </a:cubicBezTo>
                  <a:cubicBezTo>
                    <a:pt x="58" y="114"/>
                    <a:pt x="55" y="109"/>
                    <a:pt x="55" y="103"/>
                  </a:cubicBezTo>
                  <a:cubicBezTo>
                    <a:pt x="55" y="97"/>
                    <a:pt x="58" y="92"/>
                    <a:pt x="61" y="88"/>
                  </a:cubicBezTo>
                  <a:cubicBezTo>
                    <a:pt x="65" y="84"/>
                    <a:pt x="71" y="82"/>
                    <a:pt x="76" y="82"/>
                  </a:cubicBezTo>
                  <a:cubicBezTo>
                    <a:pt x="88" y="82"/>
                    <a:pt x="97" y="91"/>
                    <a:pt x="97" y="10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7" y="116"/>
                    <a:pt x="97" y="116"/>
                    <a:pt x="97" y="116"/>
                  </a:cubicBezTo>
                  <a:cubicBezTo>
                    <a:pt x="102" y="116"/>
                    <a:pt x="102" y="116"/>
                    <a:pt x="102" y="116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4" y="97"/>
                    <a:pt x="116" y="92"/>
                    <a:pt x="120" y="88"/>
                  </a:cubicBezTo>
                  <a:cubicBezTo>
                    <a:pt x="124" y="84"/>
                    <a:pt x="129" y="82"/>
                    <a:pt x="134" y="82"/>
                  </a:cubicBezTo>
                  <a:cubicBezTo>
                    <a:pt x="140" y="82"/>
                    <a:pt x="145" y="84"/>
                    <a:pt x="149" y="88"/>
                  </a:cubicBezTo>
                  <a:cubicBezTo>
                    <a:pt x="153" y="92"/>
                    <a:pt x="155" y="97"/>
                    <a:pt x="155" y="103"/>
                  </a:cubicBezTo>
                  <a:cubicBezTo>
                    <a:pt x="155" y="109"/>
                    <a:pt x="153" y="114"/>
                    <a:pt x="149" y="118"/>
                  </a:cubicBezTo>
                  <a:cubicBezTo>
                    <a:pt x="145" y="122"/>
                    <a:pt x="140" y="124"/>
                    <a:pt x="134" y="124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3" y="206"/>
                    <a:pt x="125" y="205"/>
                    <a:pt x="127" y="205"/>
                  </a:cubicBezTo>
                  <a:cubicBezTo>
                    <a:pt x="135" y="205"/>
                    <a:pt x="137" y="203"/>
                    <a:pt x="139" y="197"/>
                  </a:cubicBezTo>
                  <a:cubicBezTo>
                    <a:pt x="141" y="188"/>
                    <a:pt x="142" y="177"/>
                    <a:pt x="146" y="169"/>
                  </a:cubicBezTo>
                  <a:cubicBezTo>
                    <a:pt x="152" y="155"/>
                    <a:pt x="160" y="143"/>
                    <a:pt x="167" y="129"/>
                  </a:cubicBezTo>
                  <a:cubicBezTo>
                    <a:pt x="175" y="113"/>
                    <a:pt x="179" y="97"/>
                    <a:pt x="175" y="80"/>
                  </a:cubicBezTo>
                  <a:close/>
                  <a:moveTo>
                    <a:pt x="113" y="8"/>
                  </a:moveTo>
                  <a:cubicBezTo>
                    <a:pt x="113" y="4"/>
                    <a:pt x="109" y="0"/>
                    <a:pt x="10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1" y="0"/>
                    <a:pt x="98" y="4"/>
                    <a:pt x="98" y="8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26"/>
                    <a:pt x="101" y="30"/>
                    <a:pt x="105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9" y="30"/>
                    <a:pt x="113" y="26"/>
                    <a:pt x="113" y="22"/>
                  </a:cubicBezTo>
                  <a:lnTo>
                    <a:pt x="113" y="8"/>
                  </a:lnTo>
                  <a:close/>
                  <a:moveTo>
                    <a:pt x="155" y="20"/>
                  </a:moveTo>
                  <a:cubicBezTo>
                    <a:pt x="157" y="17"/>
                    <a:pt x="156" y="12"/>
                    <a:pt x="152" y="10"/>
                  </a:cubicBezTo>
                  <a:cubicBezTo>
                    <a:pt x="152" y="10"/>
                    <a:pt x="152" y="10"/>
                    <a:pt x="152" y="10"/>
                  </a:cubicBezTo>
                  <a:cubicBezTo>
                    <a:pt x="148" y="8"/>
                    <a:pt x="144" y="9"/>
                    <a:pt x="142" y="13"/>
                  </a:cubicBezTo>
                  <a:cubicBezTo>
                    <a:pt x="135" y="25"/>
                    <a:pt x="135" y="25"/>
                    <a:pt x="135" y="25"/>
                  </a:cubicBezTo>
                  <a:cubicBezTo>
                    <a:pt x="133" y="29"/>
                    <a:pt x="134" y="34"/>
                    <a:pt x="138" y="36"/>
                  </a:cubicBezTo>
                  <a:cubicBezTo>
                    <a:pt x="138" y="36"/>
                    <a:pt x="138" y="36"/>
                    <a:pt x="138" y="36"/>
                  </a:cubicBezTo>
                  <a:cubicBezTo>
                    <a:pt x="142" y="38"/>
                    <a:pt x="146" y="36"/>
                    <a:pt x="148" y="33"/>
                  </a:cubicBezTo>
                  <a:lnTo>
                    <a:pt x="155" y="20"/>
                  </a:lnTo>
                  <a:close/>
                  <a:moveTo>
                    <a:pt x="186" y="45"/>
                  </a:moveTo>
                  <a:cubicBezTo>
                    <a:pt x="190" y="42"/>
                    <a:pt x="190" y="37"/>
                    <a:pt x="187" y="34"/>
                  </a:cubicBezTo>
                  <a:cubicBezTo>
                    <a:pt x="187" y="34"/>
                    <a:pt x="187" y="34"/>
                    <a:pt x="187" y="34"/>
                  </a:cubicBezTo>
                  <a:cubicBezTo>
                    <a:pt x="184" y="31"/>
                    <a:pt x="179" y="31"/>
                    <a:pt x="176" y="34"/>
                  </a:cubicBezTo>
                  <a:cubicBezTo>
                    <a:pt x="166" y="43"/>
                    <a:pt x="166" y="43"/>
                    <a:pt x="166" y="43"/>
                  </a:cubicBezTo>
                  <a:cubicBezTo>
                    <a:pt x="163" y="46"/>
                    <a:pt x="162" y="51"/>
                    <a:pt x="165" y="54"/>
                  </a:cubicBezTo>
                  <a:cubicBezTo>
                    <a:pt x="165" y="54"/>
                    <a:pt x="165" y="54"/>
                    <a:pt x="165" y="54"/>
                  </a:cubicBezTo>
                  <a:cubicBezTo>
                    <a:pt x="168" y="57"/>
                    <a:pt x="173" y="57"/>
                    <a:pt x="176" y="54"/>
                  </a:cubicBezTo>
                  <a:lnTo>
                    <a:pt x="186" y="45"/>
                  </a:lnTo>
                  <a:close/>
                  <a:moveTo>
                    <a:pt x="203" y="82"/>
                  </a:moveTo>
                  <a:cubicBezTo>
                    <a:pt x="207" y="82"/>
                    <a:pt x="210" y="78"/>
                    <a:pt x="209" y="74"/>
                  </a:cubicBezTo>
                  <a:cubicBezTo>
                    <a:pt x="209" y="74"/>
                    <a:pt x="209" y="74"/>
                    <a:pt x="209" y="74"/>
                  </a:cubicBezTo>
                  <a:cubicBezTo>
                    <a:pt x="208" y="69"/>
                    <a:pt x="204" y="67"/>
                    <a:pt x="200" y="67"/>
                  </a:cubicBezTo>
                  <a:cubicBezTo>
                    <a:pt x="186" y="70"/>
                    <a:pt x="186" y="70"/>
                    <a:pt x="186" y="70"/>
                  </a:cubicBezTo>
                  <a:cubicBezTo>
                    <a:pt x="182" y="71"/>
                    <a:pt x="179" y="75"/>
                    <a:pt x="180" y="79"/>
                  </a:cubicBezTo>
                  <a:cubicBezTo>
                    <a:pt x="180" y="79"/>
                    <a:pt x="180" y="79"/>
                    <a:pt x="180" y="79"/>
                  </a:cubicBezTo>
                  <a:cubicBezTo>
                    <a:pt x="181" y="83"/>
                    <a:pt x="185" y="86"/>
                    <a:pt x="189" y="85"/>
                  </a:cubicBezTo>
                  <a:lnTo>
                    <a:pt x="203" y="82"/>
                  </a:lnTo>
                  <a:close/>
                  <a:moveTo>
                    <a:pt x="199" y="123"/>
                  </a:moveTo>
                  <a:cubicBezTo>
                    <a:pt x="204" y="124"/>
                    <a:pt x="208" y="121"/>
                    <a:pt x="208" y="117"/>
                  </a:cubicBezTo>
                  <a:cubicBezTo>
                    <a:pt x="208" y="117"/>
                    <a:pt x="208" y="117"/>
                    <a:pt x="208" y="117"/>
                  </a:cubicBezTo>
                  <a:cubicBezTo>
                    <a:pt x="209" y="113"/>
                    <a:pt x="207" y="109"/>
                    <a:pt x="202" y="108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5" y="105"/>
                    <a:pt x="181" y="107"/>
                    <a:pt x="180" y="111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9" y="116"/>
                    <a:pt x="182" y="120"/>
                    <a:pt x="186" y="120"/>
                  </a:cubicBezTo>
                  <a:lnTo>
                    <a:pt x="199" y="123"/>
                  </a:lnTo>
                  <a:close/>
                  <a:moveTo>
                    <a:pt x="61" y="33"/>
                  </a:moveTo>
                  <a:cubicBezTo>
                    <a:pt x="63" y="36"/>
                    <a:pt x="68" y="38"/>
                    <a:pt x="71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5" y="34"/>
                    <a:pt x="76" y="29"/>
                    <a:pt x="74" y="25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6" y="9"/>
                    <a:pt x="61" y="8"/>
                    <a:pt x="57" y="10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4" y="12"/>
                    <a:pt x="52" y="17"/>
                    <a:pt x="54" y="20"/>
                  </a:cubicBezTo>
                  <a:lnTo>
                    <a:pt x="61" y="33"/>
                  </a:lnTo>
                  <a:close/>
                  <a:moveTo>
                    <a:pt x="34" y="54"/>
                  </a:moveTo>
                  <a:cubicBezTo>
                    <a:pt x="37" y="57"/>
                    <a:pt x="42" y="57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7" y="51"/>
                    <a:pt x="47" y="46"/>
                    <a:pt x="44" y="4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0" y="31"/>
                    <a:pt x="25" y="31"/>
                    <a:pt x="22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0" y="37"/>
                    <a:pt x="20" y="42"/>
                    <a:pt x="23" y="45"/>
                  </a:cubicBezTo>
                  <a:lnTo>
                    <a:pt x="34" y="54"/>
                  </a:lnTo>
                  <a:close/>
                  <a:moveTo>
                    <a:pt x="20" y="85"/>
                  </a:moveTo>
                  <a:cubicBezTo>
                    <a:pt x="25" y="86"/>
                    <a:pt x="29" y="83"/>
                    <a:pt x="29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0" y="75"/>
                    <a:pt x="27" y="71"/>
                    <a:pt x="23" y="70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5" y="67"/>
                    <a:pt x="1" y="69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8"/>
                    <a:pt x="2" y="82"/>
                    <a:pt x="7" y="82"/>
                  </a:cubicBezTo>
                  <a:lnTo>
                    <a:pt x="20" y="85"/>
                  </a:lnTo>
                  <a:close/>
                  <a:moveTo>
                    <a:pt x="24" y="120"/>
                  </a:moveTo>
                  <a:cubicBezTo>
                    <a:pt x="28" y="120"/>
                    <a:pt x="31" y="116"/>
                    <a:pt x="30" y="111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9" y="107"/>
                    <a:pt x="25" y="105"/>
                    <a:pt x="21" y="105"/>
                  </a:cubicBezTo>
                  <a:cubicBezTo>
                    <a:pt x="7" y="108"/>
                    <a:pt x="7" y="108"/>
                    <a:pt x="7" y="108"/>
                  </a:cubicBezTo>
                  <a:cubicBezTo>
                    <a:pt x="3" y="109"/>
                    <a:pt x="0" y="113"/>
                    <a:pt x="1" y="117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2" y="121"/>
                    <a:pt x="6" y="124"/>
                    <a:pt x="10" y="123"/>
                  </a:cubicBezTo>
                  <a:lnTo>
                    <a:pt x="24" y="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071779E-09B7-304B-8F68-23C6ACF64DCB}"/>
              </a:ext>
            </a:extLst>
          </p:cNvPr>
          <p:cNvGrpSpPr/>
          <p:nvPr/>
        </p:nvGrpSpPr>
        <p:grpSpPr>
          <a:xfrm>
            <a:off x="4951412" y="3492500"/>
            <a:ext cx="3578225" cy="2373312"/>
            <a:chOff x="4951412" y="3492500"/>
            <a:chExt cx="3578225" cy="2373312"/>
          </a:xfrm>
        </p:grpSpPr>
        <p:sp>
          <p:nvSpPr>
            <p:cNvPr id="2076" name="Google Shape;2076;p69"/>
            <p:cNvSpPr/>
            <p:nvPr/>
          </p:nvSpPr>
          <p:spPr>
            <a:xfrm>
              <a:off x="5613400" y="3492500"/>
              <a:ext cx="2386012" cy="2347912"/>
            </a:xfrm>
            <a:custGeom>
              <a:avLst/>
              <a:gdLst/>
              <a:ahLst/>
              <a:cxnLst/>
              <a:rect l="l" t="t" r="r" b="b"/>
              <a:pathLst>
                <a:path w="682" h="671" extrusionOk="0">
                  <a:moveTo>
                    <a:pt x="142" y="11"/>
                  </a:moveTo>
                  <a:cubicBezTo>
                    <a:pt x="0" y="256"/>
                    <a:pt x="0" y="256"/>
                    <a:pt x="0" y="256"/>
                  </a:cubicBezTo>
                  <a:cubicBezTo>
                    <a:pt x="240" y="671"/>
                    <a:pt x="240" y="671"/>
                    <a:pt x="240" y="671"/>
                  </a:cubicBezTo>
                  <a:cubicBezTo>
                    <a:pt x="418" y="645"/>
                    <a:pt x="574" y="551"/>
                    <a:pt x="682" y="416"/>
                  </a:cubicBezTo>
                  <a:cubicBezTo>
                    <a:pt x="442" y="1"/>
                    <a:pt x="442" y="1"/>
                    <a:pt x="442" y="1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53" y="0"/>
                    <a:pt x="146" y="5"/>
                    <a:pt x="142" y="11"/>
                  </a:cubicBezTo>
                  <a:close/>
                </a:path>
              </a:pathLst>
            </a:custGeom>
            <a:solidFill>
              <a:srgbClr val="065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69"/>
            <p:cNvSpPr/>
            <p:nvPr/>
          </p:nvSpPr>
          <p:spPr>
            <a:xfrm>
              <a:off x="4951412" y="4384675"/>
              <a:ext cx="1504950" cy="1481137"/>
            </a:xfrm>
            <a:custGeom>
              <a:avLst/>
              <a:gdLst/>
              <a:ahLst/>
              <a:cxnLst/>
              <a:rect l="l" t="t" r="r" b="b"/>
              <a:pathLst>
                <a:path w="430" h="423" extrusionOk="0">
                  <a:moveTo>
                    <a:pt x="6" y="319"/>
                  </a:moveTo>
                  <a:cubicBezTo>
                    <a:pt x="0" y="330"/>
                    <a:pt x="4" y="344"/>
                    <a:pt x="15" y="349"/>
                  </a:cubicBezTo>
                  <a:cubicBezTo>
                    <a:pt x="111" y="397"/>
                    <a:pt x="218" y="423"/>
                    <a:pt x="327" y="423"/>
                  </a:cubicBezTo>
                  <a:cubicBezTo>
                    <a:pt x="327" y="423"/>
                    <a:pt x="328" y="423"/>
                    <a:pt x="328" y="423"/>
                  </a:cubicBezTo>
                  <a:cubicBezTo>
                    <a:pt x="363" y="423"/>
                    <a:pt x="397" y="420"/>
                    <a:pt x="430" y="415"/>
                  </a:cubicBezTo>
                  <a:cubicBezTo>
                    <a:pt x="190" y="0"/>
                    <a:pt x="190" y="0"/>
                    <a:pt x="190" y="0"/>
                  </a:cubicBezTo>
                  <a:lnTo>
                    <a:pt x="6" y="319"/>
                  </a:lnTo>
                  <a:close/>
                </a:path>
              </a:pathLst>
            </a:custGeom>
            <a:solidFill>
              <a:srgbClr val="0E46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69"/>
            <p:cNvSpPr/>
            <p:nvPr/>
          </p:nvSpPr>
          <p:spPr>
            <a:xfrm>
              <a:off x="7159625" y="3495675"/>
              <a:ext cx="1370012" cy="1452562"/>
            </a:xfrm>
            <a:custGeom>
              <a:avLst/>
              <a:gdLst/>
              <a:ahLst/>
              <a:cxnLst/>
              <a:rect l="l" t="t" r="r" b="b"/>
              <a:pathLst>
                <a:path w="392" h="415" extrusionOk="0">
                  <a:moveTo>
                    <a:pt x="0" y="0"/>
                  </a:moveTo>
                  <a:cubicBezTo>
                    <a:pt x="240" y="415"/>
                    <a:pt x="240" y="415"/>
                    <a:pt x="240" y="415"/>
                  </a:cubicBezTo>
                  <a:cubicBezTo>
                    <a:pt x="327" y="306"/>
                    <a:pt x="382" y="171"/>
                    <a:pt x="391" y="23"/>
                  </a:cubicBezTo>
                  <a:cubicBezTo>
                    <a:pt x="392" y="11"/>
                    <a:pt x="382" y="0"/>
                    <a:pt x="3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6C9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69"/>
            <p:cNvSpPr/>
            <p:nvPr/>
          </p:nvSpPr>
          <p:spPr>
            <a:xfrm>
              <a:off x="6403975" y="4237037"/>
              <a:ext cx="828675" cy="693737"/>
            </a:xfrm>
            <a:custGeom>
              <a:avLst/>
              <a:gdLst/>
              <a:ahLst/>
              <a:cxnLst/>
              <a:rect l="l" t="t" r="r" b="b"/>
              <a:pathLst>
                <a:path w="237" h="198" extrusionOk="0">
                  <a:moveTo>
                    <a:pt x="32" y="162"/>
                  </a:moveTo>
                  <a:cubicBezTo>
                    <a:pt x="32" y="108"/>
                    <a:pt x="32" y="108"/>
                    <a:pt x="32" y="108"/>
                  </a:cubicBezTo>
                  <a:cubicBezTo>
                    <a:pt x="32" y="104"/>
                    <a:pt x="35" y="100"/>
                    <a:pt x="40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7" y="100"/>
                    <a:pt x="60" y="104"/>
                    <a:pt x="60" y="108"/>
                  </a:cubicBezTo>
                  <a:cubicBezTo>
                    <a:pt x="60" y="162"/>
                    <a:pt x="60" y="162"/>
                    <a:pt x="60" y="162"/>
                  </a:cubicBezTo>
                  <a:cubicBezTo>
                    <a:pt x="60" y="166"/>
                    <a:pt x="57" y="169"/>
                    <a:pt x="53" y="169"/>
                  </a:cubicBezTo>
                  <a:cubicBezTo>
                    <a:pt x="40" y="169"/>
                    <a:pt x="40" y="169"/>
                    <a:pt x="40" y="169"/>
                  </a:cubicBezTo>
                  <a:cubicBezTo>
                    <a:pt x="35" y="169"/>
                    <a:pt x="32" y="166"/>
                    <a:pt x="32" y="162"/>
                  </a:cubicBezTo>
                  <a:close/>
                  <a:moveTo>
                    <a:pt x="87" y="81"/>
                  </a:moveTo>
                  <a:cubicBezTo>
                    <a:pt x="83" y="81"/>
                    <a:pt x="79" y="85"/>
                    <a:pt x="79" y="89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79" y="166"/>
                    <a:pt x="83" y="169"/>
                    <a:pt x="87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4" y="169"/>
                    <a:pt x="108" y="166"/>
                    <a:pt x="108" y="162"/>
                  </a:cubicBezTo>
                  <a:cubicBezTo>
                    <a:pt x="108" y="89"/>
                    <a:pt x="108" y="89"/>
                    <a:pt x="108" y="89"/>
                  </a:cubicBezTo>
                  <a:cubicBezTo>
                    <a:pt x="108" y="85"/>
                    <a:pt x="104" y="81"/>
                    <a:pt x="100" y="81"/>
                  </a:cubicBezTo>
                  <a:lnTo>
                    <a:pt x="87" y="81"/>
                  </a:lnTo>
                  <a:close/>
                  <a:moveTo>
                    <a:pt x="134" y="65"/>
                  </a:moveTo>
                  <a:cubicBezTo>
                    <a:pt x="130" y="65"/>
                    <a:pt x="126" y="69"/>
                    <a:pt x="126" y="7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6"/>
                    <a:pt x="130" y="169"/>
                    <a:pt x="134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52" y="169"/>
                    <a:pt x="155" y="166"/>
                    <a:pt x="155" y="16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69"/>
                    <a:pt x="152" y="65"/>
                    <a:pt x="147" y="65"/>
                  </a:cubicBezTo>
                  <a:lnTo>
                    <a:pt x="134" y="65"/>
                  </a:lnTo>
                  <a:close/>
                  <a:moveTo>
                    <a:pt x="182" y="48"/>
                  </a:moveTo>
                  <a:cubicBezTo>
                    <a:pt x="177" y="48"/>
                    <a:pt x="174" y="52"/>
                    <a:pt x="174" y="56"/>
                  </a:cubicBezTo>
                  <a:cubicBezTo>
                    <a:pt x="174" y="162"/>
                    <a:pt x="174" y="162"/>
                    <a:pt x="174" y="162"/>
                  </a:cubicBezTo>
                  <a:cubicBezTo>
                    <a:pt x="174" y="166"/>
                    <a:pt x="177" y="169"/>
                    <a:pt x="182" y="169"/>
                  </a:cubicBezTo>
                  <a:cubicBezTo>
                    <a:pt x="195" y="169"/>
                    <a:pt x="195" y="169"/>
                    <a:pt x="195" y="169"/>
                  </a:cubicBezTo>
                  <a:cubicBezTo>
                    <a:pt x="199" y="169"/>
                    <a:pt x="202" y="166"/>
                    <a:pt x="202" y="162"/>
                  </a:cubicBezTo>
                  <a:cubicBezTo>
                    <a:pt x="202" y="56"/>
                    <a:pt x="202" y="56"/>
                    <a:pt x="202" y="56"/>
                  </a:cubicBezTo>
                  <a:cubicBezTo>
                    <a:pt x="202" y="52"/>
                    <a:pt x="199" y="48"/>
                    <a:pt x="195" y="48"/>
                  </a:cubicBezTo>
                  <a:lnTo>
                    <a:pt x="182" y="48"/>
                  </a:lnTo>
                  <a:close/>
                  <a:moveTo>
                    <a:pt x="35" y="80"/>
                  </a:moveTo>
                  <a:cubicBezTo>
                    <a:pt x="86" y="70"/>
                    <a:pt x="133" y="52"/>
                    <a:pt x="176" y="27"/>
                  </a:cubicBezTo>
                  <a:cubicBezTo>
                    <a:pt x="180" y="34"/>
                    <a:pt x="180" y="34"/>
                    <a:pt x="180" y="34"/>
                  </a:cubicBezTo>
                  <a:cubicBezTo>
                    <a:pt x="195" y="11"/>
                    <a:pt x="195" y="11"/>
                    <a:pt x="195" y="11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29" y="42"/>
                    <a:pt x="83" y="60"/>
                    <a:pt x="34" y="69"/>
                  </a:cubicBezTo>
                  <a:lnTo>
                    <a:pt x="35" y="80"/>
                  </a:lnTo>
                  <a:close/>
                  <a:moveTo>
                    <a:pt x="237" y="184"/>
                  </a:moveTo>
                  <a:cubicBezTo>
                    <a:pt x="213" y="171"/>
                    <a:pt x="213" y="171"/>
                    <a:pt x="213" y="171"/>
                  </a:cubicBezTo>
                  <a:cubicBezTo>
                    <a:pt x="213" y="179"/>
                    <a:pt x="213" y="179"/>
                    <a:pt x="213" y="179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179"/>
                    <a:pt x="9" y="179"/>
                    <a:pt x="9" y="179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9" y="190"/>
                    <a:pt x="9" y="190"/>
                    <a:pt x="9" y="190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13" y="198"/>
                    <a:pt x="213" y="198"/>
                    <a:pt x="213" y="198"/>
                  </a:cubicBezTo>
                  <a:lnTo>
                    <a:pt x="237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0F728CA-AD91-724A-BBEE-49E6634EA297}"/>
              </a:ext>
            </a:extLst>
          </p:cNvPr>
          <p:cNvGrpSpPr/>
          <p:nvPr/>
        </p:nvGrpSpPr>
        <p:grpSpPr>
          <a:xfrm>
            <a:off x="4953000" y="939800"/>
            <a:ext cx="3576637" cy="2425699"/>
            <a:chOff x="4953000" y="939800"/>
            <a:chExt cx="3576637" cy="2425699"/>
          </a:xfrm>
        </p:grpSpPr>
        <p:sp>
          <p:nvSpPr>
            <p:cNvPr id="2073" name="Google Shape;2073;p69"/>
            <p:cNvSpPr/>
            <p:nvPr/>
          </p:nvSpPr>
          <p:spPr>
            <a:xfrm>
              <a:off x="4953000" y="939800"/>
              <a:ext cx="1506537" cy="1530350"/>
            </a:xfrm>
            <a:custGeom>
              <a:avLst/>
              <a:gdLst/>
              <a:ahLst/>
              <a:cxnLst/>
              <a:rect l="l" t="t" r="r" b="b"/>
              <a:pathLst>
                <a:path w="431" h="437" extrusionOk="0">
                  <a:moveTo>
                    <a:pt x="6" y="117"/>
                  </a:moveTo>
                  <a:cubicBezTo>
                    <a:pt x="191" y="437"/>
                    <a:pt x="191" y="437"/>
                    <a:pt x="191" y="437"/>
                  </a:cubicBezTo>
                  <a:cubicBezTo>
                    <a:pt x="431" y="22"/>
                    <a:pt x="431" y="22"/>
                    <a:pt x="431" y="22"/>
                  </a:cubicBezTo>
                  <a:cubicBezTo>
                    <a:pt x="289" y="0"/>
                    <a:pt x="144" y="22"/>
                    <a:pt x="15" y="87"/>
                  </a:cubicBezTo>
                  <a:cubicBezTo>
                    <a:pt x="4" y="93"/>
                    <a:pt x="0" y="107"/>
                    <a:pt x="6" y="117"/>
                  </a:cubicBezTo>
                  <a:close/>
                </a:path>
              </a:pathLst>
            </a:custGeom>
            <a:solidFill>
              <a:srgbClr val="91E5E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69"/>
            <p:cNvSpPr/>
            <p:nvPr/>
          </p:nvSpPr>
          <p:spPr>
            <a:xfrm>
              <a:off x="7165975" y="1909762"/>
              <a:ext cx="1363662" cy="1455737"/>
            </a:xfrm>
            <a:custGeom>
              <a:avLst/>
              <a:gdLst/>
              <a:ahLst/>
              <a:cxnLst/>
              <a:rect l="l" t="t" r="r" b="b"/>
              <a:pathLst>
                <a:path w="390" h="416" extrusionOk="0">
                  <a:moveTo>
                    <a:pt x="298" y="86"/>
                  </a:moveTo>
                  <a:cubicBezTo>
                    <a:pt x="280" y="56"/>
                    <a:pt x="261" y="27"/>
                    <a:pt x="239" y="0"/>
                  </a:cubicBezTo>
                  <a:cubicBezTo>
                    <a:pt x="0" y="415"/>
                    <a:pt x="0" y="415"/>
                    <a:pt x="0" y="415"/>
                  </a:cubicBezTo>
                  <a:cubicBezTo>
                    <a:pt x="368" y="416"/>
                    <a:pt x="368" y="416"/>
                    <a:pt x="368" y="416"/>
                  </a:cubicBezTo>
                  <a:cubicBezTo>
                    <a:pt x="380" y="416"/>
                    <a:pt x="390" y="405"/>
                    <a:pt x="389" y="392"/>
                  </a:cubicBezTo>
                  <a:cubicBezTo>
                    <a:pt x="383" y="285"/>
                    <a:pt x="352" y="180"/>
                    <a:pt x="298" y="86"/>
                  </a:cubicBezTo>
                  <a:close/>
                </a:path>
              </a:pathLst>
            </a:custGeom>
            <a:solidFill>
              <a:srgbClr val="2CC6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69"/>
            <p:cNvSpPr/>
            <p:nvPr/>
          </p:nvSpPr>
          <p:spPr>
            <a:xfrm>
              <a:off x="5619750" y="1017587"/>
              <a:ext cx="2382837" cy="2344737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317" y="16"/>
                  </a:moveTo>
                  <a:cubicBezTo>
                    <a:pt x="291" y="9"/>
                    <a:pt x="265" y="4"/>
                    <a:pt x="240" y="0"/>
                  </a:cubicBezTo>
                  <a:cubicBezTo>
                    <a:pt x="0" y="415"/>
                    <a:pt x="0" y="415"/>
                    <a:pt x="0" y="415"/>
                  </a:cubicBezTo>
                  <a:cubicBezTo>
                    <a:pt x="140" y="659"/>
                    <a:pt x="140" y="659"/>
                    <a:pt x="140" y="659"/>
                  </a:cubicBezTo>
                  <a:cubicBezTo>
                    <a:pt x="144" y="666"/>
                    <a:pt x="151" y="670"/>
                    <a:pt x="159" y="670"/>
                  </a:cubicBezTo>
                  <a:cubicBezTo>
                    <a:pt x="442" y="670"/>
                    <a:pt x="442" y="670"/>
                    <a:pt x="442" y="670"/>
                  </a:cubicBezTo>
                  <a:cubicBezTo>
                    <a:pt x="681" y="255"/>
                    <a:pt x="681" y="255"/>
                    <a:pt x="681" y="255"/>
                  </a:cubicBezTo>
                  <a:cubicBezTo>
                    <a:pt x="589" y="139"/>
                    <a:pt x="463" y="55"/>
                    <a:pt x="317" y="16"/>
                  </a:cubicBezTo>
                  <a:close/>
                </a:path>
              </a:pathLst>
            </a:custGeom>
            <a:solidFill>
              <a:srgbClr val="64D1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69"/>
            <p:cNvSpPr/>
            <p:nvPr/>
          </p:nvSpPr>
          <p:spPr>
            <a:xfrm>
              <a:off x="6176962" y="1909762"/>
              <a:ext cx="1198562" cy="623887"/>
            </a:xfrm>
            <a:custGeom>
              <a:avLst/>
              <a:gdLst/>
              <a:ahLst/>
              <a:cxnLst/>
              <a:rect l="l" t="t" r="r" b="b"/>
              <a:pathLst>
                <a:path w="343" h="178" extrusionOk="0">
                  <a:moveTo>
                    <a:pt x="247" y="167"/>
                  </a:moveTo>
                  <a:cubicBezTo>
                    <a:pt x="242" y="170"/>
                    <a:pt x="237" y="171"/>
                    <a:pt x="232" y="173"/>
                  </a:cubicBezTo>
                  <a:cubicBezTo>
                    <a:pt x="215" y="177"/>
                    <a:pt x="197" y="177"/>
                    <a:pt x="176" y="178"/>
                  </a:cubicBezTo>
                  <a:cubicBezTo>
                    <a:pt x="154" y="177"/>
                    <a:pt x="136" y="177"/>
                    <a:pt x="119" y="173"/>
                  </a:cubicBezTo>
                  <a:cubicBezTo>
                    <a:pt x="114" y="171"/>
                    <a:pt x="109" y="170"/>
                    <a:pt x="104" y="167"/>
                  </a:cubicBezTo>
                  <a:cubicBezTo>
                    <a:pt x="89" y="160"/>
                    <a:pt x="89" y="149"/>
                    <a:pt x="97" y="140"/>
                  </a:cubicBezTo>
                  <a:cubicBezTo>
                    <a:pt x="106" y="131"/>
                    <a:pt x="117" y="125"/>
                    <a:pt x="129" y="119"/>
                  </a:cubicBezTo>
                  <a:cubicBezTo>
                    <a:pt x="134" y="117"/>
                    <a:pt x="140" y="115"/>
                    <a:pt x="145" y="113"/>
                  </a:cubicBezTo>
                  <a:cubicBezTo>
                    <a:pt x="155" y="109"/>
                    <a:pt x="158" y="99"/>
                    <a:pt x="150" y="92"/>
                  </a:cubicBezTo>
                  <a:cubicBezTo>
                    <a:pt x="135" y="77"/>
                    <a:pt x="130" y="59"/>
                    <a:pt x="130" y="38"/>
                  </a:cubicBezTo>
                  <a:cubicBezTo>
                    <a:pt x="131" y="17"/>
                    <a:pt x="144" y="6"/>
                    <a:pt x="163" y="1"/>
                  </a:cubicBezTo>
                  <a:cubicBezTo>
                    <a:pt x="167" y="0"/>
                    <a:pt x="172" y="0"/>
                    <a:pt x="176" y="0"/>
                  </a:cubicBezTo>
                  <a:cubicBezTo>
                    <a:pt x="180" y="0"/>
                    <a:pt x="184" y="0"/>
                    <a:pt x="188" y="1"/>
                  </a:cubicBezTo>
                  <a:cubicBezTo>
                    <a:pt x="207" y="6"/>
                    <a:pt x="220" y="17"/>
                    <a:pt x="221" y="38"/>
                  </a:cubicBezTo>
                  <a:cubicBezTo>
                    <a:pt x="221" y="59"/>
                    <a:pt x="216" y="77"/>
                    <a:pt x="201" y="92"/>
                  </a:cubicBezTo>
                  <a:cubicBezTo>
                    <a:pt x="193" y="99"/>
                    <a:pt x="196" y="109"/>
                    <a:pt x="206" y="113"/>
                  </a:cubicBezTo>
                  <a:cubicBezTo>
                    <a:pt x="212" y="115"/>
                    <a:pt x="217" y="117"/>
                    <a:pt x="222" y="119"/>
                  </a:cubicBezTo>
                  <a:cubicBezTo>
                    <a:pt x="234" y="125"/>
                    <a:pt x="245" y="131"/>
                    <a:pt x="254" y="140"/>
                  </a:cubicBezTo>
                  <a:cubicBezTo>
                    <a:pt x="259" y="146"/>
                    <a:pt x="262" y="160"/>
                    <a:pt x="247" y="167"/>
                  </a:cubicBezTo>
                  <a:close/>
                  <a:moveTo>
                    <a:pt x="337" y="152"/>
                  </a:moveTo>
                  <a:cubicBezTo>
                    <a:pt x="331" y="145"/>
                    <a:pt x="323" y="141"/>
                    <a:pt x="315" y="137"/>
                  </a:cubicBezTo>
                  <a:cubicBezTo>
                    <a:pt x="311" y="135"/>
                    <a:pt x="307" y="134"/>
                    <a:pt x="304" y="133"/>
                  </a:cubicBezTo>
                  <a:cubicBezTo>
                    <a:pt x="297" y="130"/>
                    <a:pt x="295" y="123"/>
                    <a:pt x="300" y="118"/>
                  </a:cubicBezTo>
                  <a:cubicBezTo>
                    <a:pt x="310" y="108"/>
                    <a:pt x="314" y="95"/>
                    <a:pt x="314" y="81"/>
                  </a:cubicBezTo>
                  <a:cubicBezTo>
                    <a:pt x="313" y="66"/>
                    <a:pt x="305" y="58"/>
                    <a:pt x="291" y="55"/>
                  </a:cubicBezTo>
                  <a:cubicBezTo>
                    <a:pt x="288" y="54"/>
                    <a:pt x="285" y="54"/>
                    <a:pt x="282" y="54"/>
                  </a:cubicBezTo>
                  <a:cubicBezTo>
                    <a:pt x="280" y="54"/>
                    <a:pt x="277" y="54"/>
                    <a:pt x="274" y="55"/>
                  </a:cubicBezTo>
                  <a:cubicBezTo>
                    <a:pt x="260" y="58"/>
                    <a:pt x="252" y="66"/>
                    <a:pt x="251" y="81"/>
                  </a:cubicBezTo>
                  <a:cubicBezTo>
                    <a:pt x="251" y="95"/>
                    <a:pt x="254" y="107"/>
                    <a:pt x="265" y="118"/>
                  </a:cubicBezTo>
                  <a:cubicBezTo>
                    <a:pt x="270" y="123"/>
                    <a:pt x="268" y="130"/>
                    <a:pt x="261" y="133"/>
                  </a:cubicBezTo>
                  <a:cubicBezTo>
                    <a:pt x="261" y="133"/>
                    <a:pt x="261" y="133"/>
                    <a:pt x="260" y="133"/>
                  </a:cubicBezTo>
                  <a:cubicBezTo>
                    <a:pt x="261" y="134"/>
                    <a:pt x="262" y="135"/>
                    <a:pt x="263" y="136"/>
                  </a:cubicBezTo>
                  <a:cubicBezTo>
                    <a:pt x="268" y="141"/>
                    <a:pt x="270" y="148"/>
                    <a:pt x="269" y="156"/>
                  </a:cubicBezTo>
                  <a:cubicBezTo>
                    <a:pt x="268" y="163"/>
                    <a:pt x="263" y="169"/>
                    <a:pt x="255" y="173"/>
                  </a:cubicBezTo>
                  <a:cubicBezTo>
                    <a:pt x="253" y="174"/>
                    <a:pt x="251" y="175"/>
                    <a:pt x="249" y="175"/>
                  </a:cubicBezTo>
                  <a:cubicBezTo>
                    <a:pt x="259" y="177"/>
                    <a:pt x="270" y="178"/>
                    <a:pt x="282" y="178"/>
                  </a:cubicBezTo>
                  <a:cubicBezTo>
                    <a:pt x="298" y="178"/>
                    <a:pt x="310" y="177"/>
                    <a:pt x="322" y="174"/>
                  </a:cubicBezTo>
                  <a:cubicBezTo>
                    <a:pt x="325" y="173"/>
                    <a:pt x="329" y="172"/>
                    <a:pt x="332" y="171"/>
                  </a:cubicBezTo>
                  <a:cubicBezTo>
                    <a:pt x="343" y="166"/>
                    <a:pt x="341" y="156"/>
                    <a:pt x="337" y="152"/>
                  </a:cubicBezTo>
                  <a:close/>
                  <a:moveTo>
                    <a:pt x="81" y="155"/>
                  </a:moveTo>
                  <a:cubicBezTo>
                    <a:pt x="79" y="149"/>
                    <a:pt x="82" y="142"/>
                    <a:pt x="88" y="136"/>
                  </a:cubicBezTo>
                  <a:cubicBezTo>
                    <a:pt x="90" y="134"/>
                    <a:pt x="92" y="132"/>
                    <a:pt x="95" y="130"/>
                  </a:cubicBezTo>
                  <a:cubicBezTo>
                    <a:pt x="93" y="129"/>
                    <a:pt x="92" y="128"/>
                    <a:pt x="90" y="128"/>
                  </a:cubicBezTo>
                  <a:cubicBezTo>
                    <a:pt x="83" y="125"/>
                    <a:pt x="80" y="117"/>
                    <a:pt x="86" y="111"/>
                  </a:cubicBezTo>
                  <a:cubicBezTo>
                    <a:pt x="98" y="100"/>
                    <a:pt x="102" y="86"/>
                    <a:pt x="101" y="70"/>
                  </a:cubicBezTo>
                  <a:cubicBezTo>
                    <a:pt x="101" y="54"/>
                    <a:pt x="91" y="45"/>
                    <a:pt x="76" y="42"/>
                  </a:cubicBezTo>
                  <a:cubicBezTo>
                    <a:pt x="73" y="41"/>
                    <a:pt x="70" y="41"/>
                    <a:pt x="67" y="41"/>
                  </a:cubicBezTo>
                  <a:cubicBezTo>
                    <a:pt x="64" y="41"/>
                    <a:pt x="60" y="41"/>
                    <a:pt x="57" y="42"/>
                  </a:cubicBezTo>
                  <a:cubicBezTo>
                    <a:pt x="42" y="45"/>
                    <a:pt x="33" y="54"/>
                    <a:pt x="32" y="70"/>
                  </a:cubicBezTo>
                  <a:cubicBezTo>
                    <a:pt x="31" y="86"/>
                    <a:pt x="36" y="100"/>
                    <a:pt x="47" y="111"/>
                  </a:cubicBezTo>
                  <a:cubicBezTo>
                    <a:pt x="53" y="117"/>
                    <a:pt x="51" y="125"/>
                    <a:pt x="43" y="128"/>
                  </a:cubicBezTo>
                  <a:cubicBezTo>
                    <a:pt x="39" y="129"/>
                    <a:pt x="35" y="131"/>
                    <a:pt x="31" y="133"/>
                  </a:cubicBezTo>
                  <a:cubicBezTo>
                    <a:pt x="22" y="137"/>
                    <a:pt x="13" y="142"/>
                    <a:pt x="6" y="149"/>
                  </a:cubicBezTo>
                  <a:cubicBezTo>
                    <a:pt x="0" y="155"/>
                    <a:pt x="0" y="164"/>
                    <a:pt x="11" y="170"/>
                  </a:cubicBezTo>
                  <a:cubicBezTo>
                    <a:pt x="15" y="172"/>
                    <a:pt x="19" y="173"/>
                    <a:pt x="23" y="174"/>
                  </a:cubicBezTo>
                  <a:cubicBezTo>
                    <a:pt x="36" y="177"/>
                    <a:pt x="50" y="178"/>
                    <a:pt x="67" y="178"/>
                  </a:cubicBezTo>
                  <a:cubicBezTo>
                    <a:pt x="80" y="178"/>
                    <a:pt x="91" y="177"/>
                    <a:pt x="102" y="175"/>
                  </a:cubicBezTo>
                  <a:cubicBezTo>
                    <a:pt x="100" y="175"/>
                    <a:pt x="98" y="174"/>
                    <a:pt x="96" y="173"/>
                  </a:cubicBezTo>
                  <a:cubicBezTo>
                    <a:pt x="87" y="169"/>
                    <a:pt x="82" y="163"/>
                    <a:pt x="81" y="1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1" name="Google Shape;2091;p69"/>
          <p:cNvSpPr txBox="1"/>
          <p:nvPr/>
        </p:nvSpPr>
        <p:spPr>
          <a:xfrm>
            <a:off x="9639300" y="4965700"/>
            <a:ext cx="2328862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400"/>
            </a:pPr>
            <a:r>
              <a:rPr lang="en-IN"/>
              <a:t> </a:t>
            </a:r>
            <a:endParaRPr dirty="0"/>
          </a:p>
        </p:txBody>
      </p:sp>
      <p:sp>
        <p:nvSpPr>
          <p:cNvPr id="2092" name="Google Shape;2092;p69"/>
          <p:cNvSpPr txBox="1"/>
          <p:nvPr/>
        </p:nvSpPr>
        <p:spPr>
          <a:xfrm>
            <a:off x="296862" y="3098800"/>
            <a:ext cx="2328862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1152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2" dur="750" fill="hold"/>
                                            <p:tgtEl>
                                              <p:spTgt spid="20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3" dur="750" fill="hold"/>
                                            <p:tgtEl>
                                              <p:spTgt spid="20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fill="hold" grpId="0" nodeType="withEffect" p14:presetBounceEnd="5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750" fill="hold"/>
                                            <p:tgtEl>
                                              <p:spTgt spid="20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750" fill="hold"/>
                                            <p:tgtEl>
                                              <p:spTgt spid="20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8" fill="hold" grpId="0" nodeType="withEffect" p14:presetBounceEnd="5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0" dur="750" fill="hold"/>
                                            <p:tgtEl>
                                              <p:spTgt spid="20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1" dur="750" fill="hold"/>
                                            <p:tgtEl>
                                              <p:spTgt spid="20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950"/>
                                </p:stCondLst>
                                <p:childTnLst>
                                  <p:par>
                                    <p:cTn id="2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7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750" fill="hold"/>
                                            <p:tgtEl>
                                              <p:spTgt spid="20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750" fill="hold"/>
                                            <p:tgtEl>
                                              <p:spTgt spid="20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2" fill="hold" grpId="0" nodeType="withEffect" p14:presetBounceEnd="5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4" dur="750" fill="hold"/>
                                            <p:tgtEl>
                                              <p:spTgt spid="20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5" dur="750" fill="hold"/>
                                            <p:tgtEl>
                                              <p:spTgt spid="20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2" fill="hold" grpId="0" nodeType="withEffect" p14:presetBounceEnd="5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8" dur="750" fill="hold"/>
                                            <p:tgtEl>
                                              <p:spTgt spid="20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9" dur="750" fill="hold"/>
                                            <p:tgtEl>
                                              <p:spTgt spid="20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4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8" dur="750" fill="hold"/>
                                            <p:tgtEl>
                                              <p:spTgt spid="20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9" dur="750" fill="hold"/>
                                            <p:tgtEl>
                                              <p:spTgt spid="20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2" fill="hold" grpId="0" nodeType="withEffect" p14:presetBounceEnd="5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2" dur="750" fill="hold"/>
                                            <p:tgtEl>
                                              <p:spTgt spid="20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3" dur="750" fill="hold"/>
                                            <p:tgtEl>
                                              <p:spTgt spid="20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2" fill="hold" grpId="0" nodeType="withEffect" p14:presetBounceEnd="5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6" dur="750" fill="hold"/>
                                            <p:tgtEl>
                                              <p:spTgt spid="20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7" dur="750" fill="hold"/>
                                            <p:tgtEl>
                                              <p:spTgt spid="20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72" grpId="0"/>
          <p:bldP spid="2082" grpId="0"/>
          <p:bldP spid="2083" grpId="0"/>
          <p:bldP spid="2084" grpId="0"/>
          <p:bldP spid="2085" grpId="0"/>
          <p:bldP spid="2086" grpId="0"/>
          <p:bldP spid="2087" grpId="0"/>
          <p:bldP spid="2091" grpId="0"/>
          <p:bldP spid="209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0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20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20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0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20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950"/>
                                </p:stCondLst>
                                <p:childTnLst>
                                  <p:par>
                                    <p:cTn id="2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7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20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20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750" fill="hold"/>
                                            <p:tgtEl>
                                              <p:spTgt spid="20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20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750" fill="hold"/>
                                            <p:tgtEl>
                                              <p:spTgt spid="20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20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4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20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20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2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20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4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750" fill="hold"/>
                                            <p:tgtEl>
                                              <p:spTgt spid="20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20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72" grpId="0"/>
          <p:bldP spid="2082" grpId="0"/>
          <p:bldP spid="2083" grpId="0"/>
          <p:bldP spid="2084" grpId="0"/>
          <p:bldP spid="2085" grpId="0"/>
          <p:bldP spid="2086" grpId="0"/>
          <p:bldP spid="2087" grpId="0"/>
          <p:bldP spid="2091" grpId="0"/>
          <p:bldP spid="2092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2026-06-23T10:24:20Z</dcterms:created>
  <dcterms:modified xsi:type="dcterms:W3CDTF">2026-06-23T10:36:03Z</dcterms:modified>
</cp:coreProperties>
</file>