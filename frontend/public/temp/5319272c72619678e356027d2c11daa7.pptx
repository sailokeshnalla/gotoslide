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  <p:sldMasterId id="2147483703" r:id="rId2"/>
    <p:sldMasterId id="2147483705" r:id="rId3"/>
  </p:sldMasterIdLst>
  <p:notesMasterIdLst>
    <p:notesMasterId r:id="rId5"/>
  </p:notesMasterIdLst>
  <p:sldIdLst>
    <p:sldId id="41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95A6"/>
    <a:srgbClr val="CEBA8B"/>
    <a:srgbClr val="D0BA94"/>
    <a:srgbClr val="941651"/>
    <a:srgbClr val="A26700"/>
    <a:srgbClr val="FF9BA4"/>
    <a:srgbClr val="805AAB"/>
    <a:srgbClr val="254470"/>
    <a:srgbClr val="3BC7E2"/>
    <a:srgbClr val="FFD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5A96C0-E160-42E3-B2E9-575685157AB0}" v="1" dt="2025-06-23T16:17:24.9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91" autoAdjust="0"/>
    <p:restoredTop sz="96292" autoAdjust="0"/>
  </p:normalViewPr>
  <p:slideViewPr>
    <p:cSldViewPr snapToGrid="0" showGuides="1">
      <p:cViewPr varScale="1">
        <p:scale>
          <a:sx n="59" d="100"/>
          <a:sy n="59" d="100"/>
        </p:scale>
        <p:origin x="108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6/11/relationships/changesInfo" Target="changesInfos/changesInfo1.xml"/><Relationship Id="rId1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 Barroche" userId="edb98ab775c6addc" providerId="LiveId" clId="{775A96C0-E160-42E3-B2E9-575685157AB0}"/>
    <pc:docChg chg="custSel addSld delSld modSld">
      <pc:chgData name="Christophe Barroche" userId="edb98ab775c6addc" providerId="LiveId" clId="{775A96C0-E160-42E3-B2E9-575685157AB0}" dt="2025-06-23T16:17:34.029" v="2" actId="700"/>
      <pc:docMkLst>
        <pc:docMk/>
      </pc:docMkLst>
      <pc:sldChg chg="del">
        <pc:chgData name="Christophe Barroche" userId="edb98ab775c6addc" providerId="LiveId" clId="{775A96C0-E160-42E3-B2E9-575685157AB0}" dt="2025-06-23T16:17:30.220" v="1" actId="47"/>
        <pc:sldMkLst>
          <pc:docMk/>
          <pc:sldMk cId="1818489678" sldId="308"/>
        </pc:sldMkLst>
      </pc:sldChg>
      <pc:sldChg chg="del">
        <pc:chgData name="Christophe Barroche" userId="edb98ab775c6addc" providerId="LiveId" clId="{775A96C0-E160-42E3-B2E9-575685157AB0}" dt="2025-06-23T16:17:30.220" v="1" actId="47"/>
        <pc:sldMkLst>
          <pc:docMk/>
          <pc:sldMk cId="3533310325" sldId="311"/>
        </pc:sldMkLst>
      </pc:sldChg>
      <pc:sldChg chg="add">
        <pc:chgData name="Christophe Barroche" userId="edb98ab775c6addc" providerId="LiveId" clId="{775A96C0-E160-42E3-B2E9-575685157AB0}" dt="2025-06-23T16:17:24.917" v="0"/>
        <pc:sldMkLst>
          <pc:docMk/>
          <pc:sldMk cId="2227345063" sldId="348"/>
        </pc:sldMkLst>
      </pc:sldChg>
      <pc:sldChg chg="modSp add mod modClrScheme chgLayout">
        <pc:chgData name="Christophe Barroche" userId="edb98ab775c6addc" providerId="LiveId" clId="{775A96C0-E160-42E3-B2E9-575685157AB0}" dt="2025-06-23T16:17:34.029" v="2" actId="700"/>
        <pc:sldMkLst>
          <pc:docMk/>
          <pc:sldMk cId="2648282390" sldId="349"/>
        </pc:sldMkLst>
        <pc:spChg chg="mod ord">
          <ac:chgData name="Christophe Barroche" userId="edb98ab775c6addc" providerId="LiveId" clId="{775A96C0-E160-42E3-B2E9-575685157AB0}" dt="2025-06-23T16:17:34.029" v="2" actId="700"/>
          <ac:spMkLst>
            <pc:docMk/>
            <pc:sldMk cId="2648282390" sldId="349"/>
            <ac:spMk id="2" creationId="{2C2BFAE1-45D3-4B3B-81D2-0BF25FA84FB8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9243F-B1BB-4202-BD78-416ACA55517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D2766-C49B-4C1A-9FEE-6F146754B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41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11741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8695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8921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735481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134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0658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bg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6658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svg"/><Relationship Id="rId4" Type="http://schemas.openxmlformats.org/officeDocument/2006/relationships/image" Target="../media/image2.svg"/><Relationship Id="rId5" Type="http://schemas.openxmlformats.org/officeDocument/2006/relationships/image" Target="../media/image3.svg"/><Relationship Id="rId6" Type="http://schemas.openxmlformats.org/officeDocument/2006/relationships/image" Target="../media/image4.svg"/><Relationship Id="rId7" Type="http://schemas.openxmlformats.org/officeDocument/2006/relationships/image" Target="../media/image5.svg"/><Relationship Id="rId8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7994E-D955-4FC0-EB55-09C0A8872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5F233-1840-42BA-19D1-08AB41FB6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6D64FCC-FDC1-A4FD-B6FF-AABD6CC9643A}"/>
              </a:ext>
            </a:extLst>
          </p:cNvPr>
          <p:cNvGrpSpPr/>
          <p:nvPr/>
        </p:nvGrpSpPr>
        <p:grpSpPr>
          <a:xfrm>
            <a:off x="6128022" y="4480994"/>
            <a:ext cx="1691640" cy="643822"/>
            <a:chOff x="6128022" y="4480994"/>
            <a:chExt cx="1691640" cy="643822"/>
          </a:xfrm>
        </p:grpSpPr>
        <p:sp>
          <p:nvSpPr>
            <p:cNvPr id="9" name="TextBox 36">
              <a:extLst>
                <a:ext uri="{FF2B5EF4-FFF2-40B4-BE49-F238E27FC236}">
                  <a16:creationId xmlns:a16="http://schemas.microsoft.com/office/drawing/2014/main" id="{84614F28-725A-C541-CF32-E76F8005B904}"/>
                </a:ext>
              </a:extLst>
            </p:cNvPr>
            <p:cNvSpPr txBox="1"/>
            <p:nvPr/>
          </p:nvSpPr>
          <p:spPr>
            <a:xfrm>
              <a:off x="6128022" y="4480994"/>
              <a:ext cx="1691640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b="1" noProof="1"/>
                <a:t> </a:t>
              </a:r>
            </a:p>
          </p:txBody>
        </p:sp>
        <p:sp>
          <p:nvSpPr>
            <p:cNvPr id="10" name="TextBox 37">
              <a:extLst>
                <a:ext uri="{FF2B5EF4-FFF2-40B4-BE49-F238E27FC236}">
                  <a16:creationId xmlns:a16="http://schemas.microsoft.com/office/drawing/2014/main" id="{70027B57-C119-E797-8945-5171571B9B8B}"/>
                </a:ext>
              </a:extLst>
            </p:cNvPr>
            <p:cNvSpPr txBox="1"/>
            <p:nvPr/>
          </p:nvSpPr>
          <p:spPr>
            <a:xfrm>
              <a:off x="6128022" y="4847817"/>
              <a:ext cx="169164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ctr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4E94682-5724-BEDC-3566-DB0646262EAD}"/>
              </a:ext>
            </a:extLst>
          </p:cNvPr>
          <p:cNvGrpSpPr/>
          <p:nvPr/>
        </p:nvGrpSpPr>
        <p:grpSpPr>
          <a:xfrm>
            <a:off x="9636390" y="4480994"/>
            <a:ext cx="1691640" cy="643822"/>
            <a:chOff x="9636390" y="4480994"/>
            <a:chExt cx="1691640" cy="643822"/>
          </a:xfrm>
        </p:grpSpPr>
        <p:sp>
          <p:nvSpPr>
            <p:cNvPr id="19" name="TextBox 36">
              <a:extLst>
                <a:ext uri="{FF2B5EF4-FFF2-40B4-BE49-F238E27FC236}">
                  <a16:creationId xmlns:a16="http://schemas.microsoft.com/office/drawing/2014/main" id="{99005688-A9A4-1619-F784-092BC2204E4F}"/>
                </a:ext>
              </a:extLst>
            </p:cNvPr>
            <p:cNvSpPr txBox="1"/>
            <p:nvPr/>
          </p:nvSpPr>
          <p:spPr>
            <a:xfrm>
              <a:off x="9636390" y="4480994"/>
              <a:ext cx="1691640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b="1" noProof="1"/>
                <a:t> </a:t>
              </a:r>
            </a:p>
          </p:txBody>
        </p:sp>
        <p:sp>
          <p:nvSpPr>
            <p:cNvPr id="20" name="TextBox 37">
              <a:extLst>
                <a:ext uri="{FF2B5EF4-FFF2-40B4-BE49-F238E27FC236}">
                  <a16:creationId xmlns:a16="http://schemas.microsoft.com/office/drawing/2014/main" id="{F36A0757-9977-F30A-62E8-5CF8ECF2A03C}"/>
                </a:ext>
              </a:extLst>
            </p:cNvPr>
            <p:cNvSpPr txBox="1"/>
            <p:nvPr/>
          </p:nvSpPr>
          <p:spPr>
            <a:xfrm>
              <a:off x="9636390" y="4847817"/>
              <a:ext cx="169164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ctr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E908EF8-DDDC-52C0-249F-163E5A090FE8}"/>
              </a:ext>
            </a:extLst>
          </p:cNvPr>
          <p:cNvGrpSpPr/>
          <p:nvPr/>
        </p:nvGrpSpPr>
        <p:grpSpPr>
          <a:xfrm>
            <a:off x="2623698" y="4480994"/>
            <a:ext cx="1691640" cy="643822"/>
            <a:chOff x="2623698" y="4480994"/>
            <a:chExt cx="1691640" cy="643822"/>
          </a:xfrm>
        </p:grpSpPr>
        <p:sp>
          <p:nvSpPr>
            <p:cNvPr id="22" name="TextBox 36">
              <a:extLst>
                <a:ext uri="{FF2B5EF4-FFF2-40B4-BE49-F238E27FC236}">
                  <a16:creationId xmlns:a16="http://schemas.microsoft.com/office/drawing/2014/main" id="{38CFACDA-C597-C434-B516-08FA67F1B3DE}"/>
                </a:ext>
              </a:extLst>
            </p:cNvPr>
            <p:cNvSpPr txBox="1"/>
            <p:nvPr/>
          </p:nvSpPr>
          <p:spPr>
            <a:xfrm>
              <a:off x="2623698" y="4480994"/>
              <a:ext cx="1691640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b="1" noProof="1"/>
                <a:t> </a:t>
              </a:r>
            </a:p>
          </p:txBody>
        </p:sp>
        <p:sp>
          <p:nvSpPr>
            <p:cNvPr id="23" name="TextBox 37">
              <a:extLst>
                <a:ext uri="{FF2B5EF4-FFF2-40B4-BE49-F238E27FC236}">
                  <a16:creationId xmlns:a16="http://schemas.microsoft.com/office/drawing/2014/main" id="{9BF00074-3AAE-3076-BA4F-CC573CD6F4F3}"/>
                </a:ext>
              </a:extLst>
            </p:cNvPr>
            <p:cNvSpPr txBox="1"/>
            <p:nvPr/>
          </p:nvSpPr>
          <p:spPr>
            <a:xfrm>
              <a:off x="2623698" y="4847817"/>
              <a:ext cx="169164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ctr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516D002-AE14-4649-E7C7-8A6CDBAACEF5}"/>
              </a:ext>
            </a:extLst>
          </p:cNvPr>
          <p:cNvGrpSpPr/>
          <p:nvPr/>
        </p:nvGrpSpPr>
        <p:grpSpPr>
          <a:xfrm>
            <a:off x="4371719" y="1303839"/>
            <a:ext cx="1691640" cy="643822"/>
            <a:chOff x="4371719" y="1303839"/>
            <a:chExt cx="1691640" cy="643822"/>
          </a:xfrm>
        </p:grpSpPr>
        <p:sp>
          <p:nvSpPr>
            <p:cNvPr id="25" name="TextBox 36">
              <a:extLst>
                <a:ext uri="{FF2B5EF4-FFF2-40B4-BE49-F238E27FC236}">
                  <a16:creationId xmlns:a16="http://schemas.microsoft.com/office/drawing/2014/main" id="{BCE908B7-1EED-DD77-7A87-81632CC28B0D}"/>
                </a:ext>
              </a:extLst>
            </p:cNvPr>
            <p:cNvSpPr txBox="1"/>
            <p:nvPr/>
          </p:nvSpPr>
          <p:spPr>
            <a:xfrm>
              <a:off x="4371719" y="1303839"/>
              <a:ext cx="1691640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b="1" noProof="1"/>
                <a:t> </a:t>
              </a:r>
            </a:p>
          </p:txBody>
        </p:sp>
        <p:sp>
          <p:nvSpPr>
            <p:cNvPr id="26" name="TextBox 37">
              <a:extLst>
                <a:ext uri="{FF2B5EF4-FFF2-40B4-BE49-F238E27FC236}">
                  <a16:creationId xmlns:a16="http://schemas.microsoft.com/office/drawing/2014/main" id="{7579EDA6-7670-6AF9-3CEA-78EED7E6EFBB}"/>
                </a:ext>
              </a:extLst>
            </p:cNvPr>
            <p:cNvSpPr txBox="1"/>
            <p:nvPr/>
          </p:nvSpPr>
          <p:spPr>
            <a:xfrm>
              <a:off x="4371719" y="1670662"/>
              <a:ext cx="169164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ctr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749697F-2205-6419-FEA3-6527FF76EE85}"/>
              </a:ext>
            </a:extLst>
          </p:cNvPr>
          <p:cNvGrpSpPr/>
          <p:nvPr/>
        </p:nvGrpSpPr>
        <p:grpSpPr>
          <a:xfrm>
            <a:off x="7880003" y="1303839"/>
            <a:ext cx="1691640" cy="643822"/>
            <a:chOff x="7880003" y="1303839"/>
            <a:chExt cx="1691640" cy="643822"/>
          </a:xfrm>
        </p:grpSpPr>
        <p:sp>
          <p:nvSpPr>
            <p:cNvPr id="28" name="TextBox 36">
              <a:extLst>
                <a:ext uri="{FF2B5EF4-FFF2-40B4-BE49-F238E27FC236}">
                  <a16:creationId xmlns:a16="http://schemas.microsoft.com/office/drawing/2014/main" id="{C3BDF6FA-13FE-4421-0C86-2B2A8A74DC4E}"/>
                </a:ext>
              </a:extLst>
            </p:cNvPr>
            <p:cNvSpPr txBox="1"/>
            <p:nvPr/>
          </p:nvSpPr>
          <p:spPr>
            <a:xfrm>
              <a:off x="7880003" y="1303839"/>
              <a:ext cx="1691640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b="1" noProof="1"/>
                <a:t> </a:t>
              </a:r>
            </a:p>
          </p:txBody>
        </p:sp>
        <p:sp>
          <p:nvSpPr>
            <p:cNvPr id="29" name="TextBox 37">
              <a:extLst>
                <a:ext uri="{FF2B5EF4-FFF2-40B4-BE49-F238E27FC236}">
                  <a16:creationId xmlns:a16="http://schemas.microsoft.com/office/drawing/2014/main" id="{A6527ED9-CF58-6DB1-AD82-E4BAB0D392F7}"/>
                </a:ext>
              </a:extLst>
            </p:cNvPr>
            <p:cNvSpPr txBox="1"/>
            <p:nvPr/>
          </p:nvSpPr>
          <p:spPr>
            <a:xfrm>
              <a:off x="7880003" y="1670662"/>
              <a:ext cx="169164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ctr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29B592D-438C-4B53-A664-ADE2AE706376}"/>
              </a:ext>
            </a:extLst>
          </p:cNvPr>
          <p:cNvGrpSpPr/>
          <p:nvPr/>
        </p:nvGrpSpPr>
        <p:grpSpPr>
          <a:xfrm>
            <a:off x="867312" y="1303839"/>
            <a:ext cx="1691640" cy="643822"/>
            <a:chOff x="867312" y="1303839"/>
            <a:chExt cx="1691640" cy="643822"/>
          </a:xfrm>
        </p:grpSpPr>
        <p:sp>
          <p:nvSpPr>
            <p:cNvPr id="31" name="TextBox 36">
              <a:extLst>
                <a:ext uri="{FF2B5EF4-FFF2-40B4-BE49-F238E27FC236}">
                  <a16:creationId xmlns:a16="http://schemas.microsoft.com/office/drawing/2014/main" id="{5169FC03-5BBF-6082-EE01-2E4E8CC84F7A}"/>
                </a:ext>
              </a:extLst>
            </p:cNvPr>
            <p:cNvSpPr txBox="1"/>
            <p:nvPr/>
          </p:nvSpPr>
          <p:spPr>
            <a:xfrm>
              <a:off x="867312" y="1303839"/>
              <a:ext cx="1691640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b="1" noProof="1"/>
                <a:t> </a:t>
              </a:r>
            </a:p>
          </p:txBody>
        </p:sp>
        <p:sp>
          <p:nvSpPr>
            <p:cNvPr id="32" name="TextBox 37">
              <a:extLst>
                <a:ext uri="{FF2B5EF4-FFF2-40B4-BE49-F238E27FC236}">
                  <a16:creationId xmlns:a16="http://schemas.microsoft.com/office/drawing/2014/main" id="{02465688-1006-6F2B-34AF-FB54618277F2}"/>
                </a:ext>
              </a:extLst>
            </p:cNvPr>
            <p:cNvSpPr txBox="1"/>
            <p:nvPr/>
          </p:nvSpPr>
          <p:spPr>
            <a:xfrm>
              <a:off x="867312" y="1670662"/>
              <a:ext cx="169164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ctr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sp>
        <p:nvSpPr>
          <p:cNvPr id="4" name="Forme libre 3">
            <a:extLst>
              <a:ext uri="{FF2B5EF4-FFF2-40B4-BE49-F238E27FC236}">
                <a16:creationId xmlns:a16="http://schemas.microsoft.com/office/drawing/2014/main" id="{859CA9EC-BD33-30A3-0122-B2A77B0DE89C}"/>
              </a:ext>
            </a:extLst>
          </p:cNvPr>
          <p:cNvSpPr/>
          <p:nvPr/>
        </p:nvSpPr>
        <p:spPr>
          <a:xfrm>
            <a:off x="867620" y="2346899"/>
            <a:ext cx="1688717" cy="1500472"/>
          </a:xfrm>
          <a:custGeom>
            <a:avLst/>
            <a:gdLst>
              <a:gd name="connsiteX0" fmla="*/ 693395 w 927748"/>
              <a:gd name="connsiteY0" fmla="*/ 331287 h 824330"/>
              <a:gd name="connsiteX1" fmla="*/ 603982 w 927748"/>
              <a:gd name="connsiteY1" fmla="*/ 313122 h 824330"/>
              <a:gd name="connsiteX2" fmla="*/ 470406 w 927748"/>
              <a:gd name="connsiteY2" fmla="*/ 6152 h 824330"/>
              <a:gd name="connsiteX3" fmla="*/ 465166 w 927748"/>
              <a:gd name="connsiteY3" fmla="*/ 29 h 824330"/>
              <a:gd name="connsiteX4" fmla="*/ 458702 w 927748"/>
              <a:gd name="connsiteY4" fmla="*/ 5812 h 824330"/>
              <a:gd name="connsiteX5" fmla="*/ 458702 w 927748"/>
              <a:gd name="connsiteY5" fmla="*/ 6084 h 824330"/>
              <a:gd name="connsiteX6" fmla="*/ 348399 w 927748"/>
              <a:gd name="connsiteY6" fmla="*/ 301625 h 824330"/>
              <a:gd name="connsiteX7" fmla="*/ 235781 w 927748"/>
              <a:gd name="connsiteY7" fmla="*/ 331219 h 824330"/>
              <a:gd name="connsiteX8" fmla="*/ 235781 w 927748"/>
              <a:gd name="connsiteY8" fmla="*/ 331219 h 824330"/>
              <a:gd name="connsiteX9" fmla="*/ 0 w 927748"/>
              <a:gd name="connsiteY9" fmla="*/ 567094 h 824330"/>
              <a:gd name="connsiteX10" fmla="*/ 0 w 927748"/>
              <a:gd name="connsiteY10" fmla="*/ 588456 h 824330"/>
              <a:gd name="connsiteX11" fmla="*/ 235917 w 927748"/>
              <a:gd name="connsiteY11" fmla="*/ 824330 h 824330"/>
              <a:gd name="connsiteX12" fmla="*/ 927749 w 927748"/>
              <a:gd name="connsiteY12" fmla="*/ 824330 h 824330"/>
              <a:gd name="connsiteX13" fmla="*/ 927749 w 927748"/>
              <a:gd name="connsiteY13" fmla="*/ 331287 h 824330"/>
              <a:gd name="connsiteX14" fmla="*/ 693327 w 927748"/>
              <a:gd name="connsiteY14" fmla="*/ 331151 h 824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27748" h="824330">
                <a:moveTo>
                  <a:pt x="693395" y="331287"/>
                </a:moveTo>
                <a:cubicBezTo>
                  <a:pt x="661686" y="331287"/>
                  <a:pt x="631473" y="324824"/>
                  <a:pt x="603982" y="313122"/>
                </a:cubicBezTo>
                <a:cubicBezTo>
                  <a:pt x="522326" y="278425"/>
                  <a:pt x="470474" y="94869"/>
                  <a:pt x="470406" y="6152"/>
                </a:cubicBezTo>
                <a:cubicBezTo>
                  <a:pt x="470406" y="3227"/>
                  <a:pt x="468093" y="301"/>
                  <a:pt x="465166" y="29"/>
                </a:cubicBezTo>
                <a:cubicBezTo>
                  <a:pt x="461696" y="-311"/>
                  <a:pt x="458702" y="2411"/>
                  <a:pt x="458702" y="5812"/>
                </a:cubicBezTo>
                <a:lnTo>
                  <a:pt x="458702" y="6084"/>
                </a:lnTo>
                <a:cubicBezTo>
                  <a:pt x="458702" y="85548"/>
                  <a:pt x="417533" y="262437"/>
                  <a:pt x="348399" y="301625"/>
                </a:cubicBezTo>
                <a:cubicBezTo>
                  <a:pt x="315193" y="320470"/>
                  <a:pt x="276745" y="331219"/>
                  <a:pt x="235781" y="331219"/>
                </a:cubicBezTo>
                <a:lnTo>
                  <a:pt x="235781" y="331219"/>
                </a:lnTo>
                <a:cubicBezTo>
                  <a:pt x="105540" y="331287"/>
                  <a:pt x="0" y="436876"/>
                  <a:pt x="0" y="567094"/>
                </a:cubicBezTo>
                <a:lnTo>
                  <a:pt x="0" y="588456"/>
                </a:lnTo>
                <a:cubicBezTo>
                  <a:pt x="0" y="718741"/>
                  <a:pt x="105609" y="824330"/>
                  <a:pt x="235917" y="824330"/>
                </a:cubicBezTo>
                <a:lnTo>
                  <a:pt x="927749" y="824330"/>
                </a:lnTo>
                <a:cubicBezTo>
                  <a:pt x="927749" y="824330"/>
                  <a:pt x="927749" y="331287"/>
                  <a:pt x="927749" y="331287"/>
                </a:cubicBezTo>
                <a:lnTo>
                  <a:pt x="693327" y="331151"/>
                </a:lnTo>
                <a:close/>
              </a:path>
            </a:pathLst>
          </a:custGeom>
          <a:solidFill>
            <a:schemeClr val="accent2"/>
          </a:solidFill>
          <a:ln w="6804" cap="flat">
            <a:noFill/>
            <a:prstDash val="solid"/>
            <a:miter/>
          </a:ln>
        </p:spPr>
        <p:txBody>
          <a:bodyPr rtlCol="0" anchor="ctr"/>
          <a:lstStyle/>
          <a:p>
            <a:endParaRPr lang="fr-FR" dirty="0"/>
          </a:p>
        </p:txBody>
      </p:sp>
      <p:sp>
        <p:nvSpPr>
          <p:cNvPr id="5" name="Forme libre 4">
            <a:extLst>
              <a:ext uri="{FF2B5EF4-FFF2-40B4-BE49-F238E27FC236}">
                <a16:creationId xmlns:a16="http://schemas.microsoft.com/office/drawing/2014/main" id="{164620EA-0785-DEFE-06D1-351783BD32E0}"/>
              </a:ext>
            </a:extLst>
          </p:cNvPr>
          <p:cNvSpPr/>
          <p:nvPr/>
        </p:nvSpPr>
        <p:spPr>
          <a:xfrm>
            <a:off x="2624007" y="2950268"/>
            <a:ext cx="1688715" cy="1500819"/>
          </a:xfrm>
          <a:custGeom>
            <a:avLst/>
            <a:gdLst>
              <a:gd name="connsiteX0" fmla="*/ 234352 w 927747"/>
              <a:gd name="connsiteY0" fmla="*/ 493179 h 824521"/>
              <a:gd name="connsiteX1" fmla="*/ 323765 w 927747"/>
              <a:gd name="connsiteY1" fmla="*/ 511344 h 824521"/>
              <a:gd name="connsiteX2" fmla="*/ 457341 w 927747"/>
              <a:gd name="connsiteY2" fmla="*/ 818382 h 824521"/>
              <a:gd name="connsiteX3" fmla="*/ 462172 w 927747"/>
              <a:gd name="connsiteY3" fmla="*/ 824437 h 824521"/>
              <a:gd name="connsiteX4" fmla="*/ 468977 w 927747"/>
              <a:gd name="connsiteY4" fmla="*/ 818723 h 824521"/>
              <a:gd name="connsiteX5" fmla="*/ 468977 w 927747"/>
              <a:gd name="connsiteY5" fmla="*/ 818382 h 824521"/>
              <a:gd name="connsiteX6" fmla="*/ 602552 w 927747"/>
              <a:gd name="connsiteY6" fmla="*/ 511344 h 824521"/>
              <a:gd name="connsiteX7" fmla="*/ 691966 w 927747"/>
              <a:gd name="connsiteY7" fmla="*/ 493179 h 824521"/>
              <a:gd name="connsiteX8" fmla="*/ 927747 w 927747"/>
              <a:gd name="connsiteY8" fmla="*/ 493043 h 824521"/>
              <a:gd name="connsiteX9" fmla="*/ 927747 w 927747"/>
              <a:gd name="connsiteY9" fmla="*/ 0 h 824521"/>
              <a:gd name="connsiteX10" fmla="*/ 0 w 927747"/>
              <a:gd name="connsiteY10" fmla="*/ 0 h 824521"/>
              <a:gd name="connsiteX11" fmla="*/ 0 w 927747"/>
              <a:gd name="connsiteY11" fmla="*/ 493043 h 824521"/>
              <a:gd name="connsiteX12" fmla="*/ 234420 w 927747"/>
              <a:gd name="connsiteY12" fmla="*/ 493179 h 824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27747" h="824521">
                <a:moveTo>
                  <a:pt x="234352" y="493179"/>
                </a:moveTo>
                <a:cubicBezTo>
                  <a:pt x="266061" y="493179"/>
                  <a:pt x="296274" y="499642"/>
                  <a:pt x="323765" y="511344"/>
                </a:cubicBezTo>
                <a:cubicBezTo>
                  <a:pt x="405421" y="546042"/>
                  <a:pt x="457341" y="729598"/>
                  <a:pt x="457341" y="818382"/>
                </a:cubicBezTo>
                <a:cubicBezTo>
                  <a:pt x="457341" y="821308"/>
                  <a:pt x="459315" y="823961"/>
                  <a:pt x="462172" y="824437"/>
                </a:cubicBezTo>
                <a:cubicBezTo>
                  <a:pt x="465847" y="825050"/>
                  <a:pt x="468977" y="822260"/>
                  <a:pt x="468977" y="818723"/>
                </a:cubicBezTo>
                <a:lnTo>
                  <a:pt x="468977" y="818382"/>
                </a:lnTo>
                <a:cubicBezTo>
                  <a:pt x="468977" y="729666"/>
                  <a:pt x="520828" y="546110"/>
                  <a:pt x="602552" y="511344"/>
                </a:cubicBezTo>
                <a:cubicBezTo>
                  <a:pt x="630043" y="499642"/>
                  <a:pt x="660255" y="493179"/>
                  <a:pt x="691966" y="493179"/>
                </a:cubicBezTo>
                <a:lnTo>
                  <a:pt x="927747" y="493043"/>
                </a:lnTo>
                <a:lnTo>
                  <a:pt x="927747" y="0"/>
                </a:lnTo>
                <a:lnTo>
                  <a:pt x="0" y="0"/>
                </a:lnTo>
                <a:lnTo>
                  <a:pt x="0" y="493043"/>
                </a:lnTo>
                <a:lnTo>
                  <a:pt x="234420" y="493179"/>
                </a:lnTo>
                <a:close/>
              </a:path>
            </a:pathLst>
          </a:custGeom>
          <a:solidFill>
            <a:schemeClr val="accent5"/>
          </a:solidFill>
          <a:ln w="6804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6" name="Forme libre 5">
            <a:extLst>
              <a:ext uri="{FF2B5EF4-FFF2-40B4-BE49-F238E27FC236}">
                <a16:creationId xmlns:a16="http://schemas.microsoft.com/office/drawing/2014/main" id="{8FF87028-C063-37D2-05D5-ECE7EBEA6C4C}"/>
              </a:ext>
            </a:extLst>
          </p:cNvPr>
          <p:cNvSpPr/>
          <p:nvPr/>
        </p:nvSpPr>
        <p:spPr>
          <a:xfrm>
            <a:off x="4372028" y="2346899"/>
            <a:ext cx="1688715" cy="1500821"/>
          </a:xfrm>
          <a:custGeom>
            <a:avLst/>
            <a:gdLst>
              <a:gd name="connsiteX0" fmla="*/ 693395 w 927747"/>
              <a:gd name="connsiteY0" fmla="*/ 331343 h 824522"/>
              <a:gd name="connsiteX1" fmla="*/ 603981 w 927747"/>
              <a:gd name="connsiteY1" fmla="*/ 313178 h 824522"/>
              <a:gd name="connsiteX2" fmla="*/ 470406 w 927747"/>
              <a:gd name="connsiteY2" fmla="*/ 6140 h 824522"/>
              <a:gd name="connsiteX3" fmla="*/ 465575 w 927747"/>
              <a:gd name="connsiteY3" fmla="*/ 85 h 824522"/>
              <a:gd name="connsiteX4" fmla="*/ 458770 w 927747"/>
              <a:gd name="connsiteY4" fmla="*/ 5800 h 824522"/>
              <a:gd name="connsiteX5" fmla="*/ 458770 w 927747"/>
              <a:gd name="connsiteY5" fmla="*/ 6140 h 824522"/>
              <a:gd name="connsiteX6" fmla="*/ 325194 w 927747"/>
              <a:gd name="connsiteY6" fmla="*/ 313178 h 824522"/>
              <a:gd name="connsiteX7" fmla="*/ 235781 w 927747"/>
              <a:gd name="connsiteY7" fmla="*/ 331343 h 824522"/>
              <a:gd name="connsiteX8" fmla="*/ 0 w 927747"/>
              <a:gd name="connsiteY8" fmla="*/ 331479 h 824522"/>
              <a:gd name="connsiteX9" fmla="*/ 0 w 927747"/>
              <a:gd name="connsiteY9" fmla="*/ 824523 h 824522"/>
              <a:gd name="connsiteX10" fmla="*/ 927747 w 927747"/>
              <a:gd name="connsiteY10" fmla="*/ 824523 h 824522"/>
              <a:gd name="connsiteX11" fmla="*/ 927747 w 927747"/>
              <a:gd name="connsiteY11" fmla="*/ 331479 h 824522"/>
              <a:gd name="connsiteX12" fmla="*/ 693327 w 927747"/>
              <a:gd name="connsiteY12" fmla="*/ 331343 h 824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27747" h="824522">
                <a:moveTo>
                  <a:pt x="693395" y="331343"/>
                </a:moveTo>
                <a:cubicBezTo>
                  <a:pt x="661686" y="331343"/>
                  <a:pt x="631472" y="324880"/>
                  <a:pt x="603981" y="313178"/>
                </a:cubicBezTo>
                <a:cubicBezTo>
                  <a:pt x="522325" y="278481"/>
                  <a:pt x="470406" y="94925"/>
                  <a:pt x="470406" y="6140"/>
                </a:cubicBezTo>
                <a:cubicBezTo>
                  <a:pt x="470406" y="3215"/>
                  <a:pt x="468432" y="561"/>
                  <a:pt x="465575" y="85"/>
                </a:cubicBezTo>
                <a:cubicBezTo>
                  <a:pt x="461900" y="-527"/>
                  <a:pt x="458770" y="2262"/>
                  <a:pt x="458770" y="5800"/>
                </a:cubicBezTo>
                <a:lnTo>
                  <a:pt x="458770" y="6140"/>
                </a:lnTo>
                <a:cubicBezTo>
                  <a:pt x="458770" y="94857"/>
                  <a:pt x="406918" y="278413"/>
                  <a:pt x="325194" y="313178"/>
                </a:cubicBezTo>
                <a:cubicBezTo>
                  <a:pt x="297704" y="324880"/>
                  <a:pt x="267490" y="331343"/>
                  <a:pt x="235781" y="331343"/>
                </a:cubicBezTo>
                <a:lnTo>
                  <a:pt x="0" y="331479"/>
                </a:lnTo>
                <a:lnTo>
                  <a:pt x="0" y="824523"/>
                </a:lnTo>
                <a:lnTo>
                  <a:pt x="927747" y="824523"/>
                </a:lnTo>
                <a:lnTo>
                  <a:pt x="927747" y="331479"/>
                </a:lnTo>
                <a:lnTo>
                  <a:pt x="693327" y="331343"/>
                </a:lnTo>
                <a:close/>
              </a:path>
            </a:pathLst>
          </a:custGeom>
          <a:solidFill>
            <a:schemeClr val="accent4"/>
          </a:solidFill>
          <a:ln w="6804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" name="Forme libre 6">
            <a:extLst>
              <a:ext uri="{FF2B5EF4-FFF2-40B4-BE49-F238E27FC236}">
                <a16:creationId xmlns:a16="http://schemas.microsoft.com/office/drawing/2014/main" id="{6D5D2758-A732-CBA2-33CA-4996F2B2746D}"/>
              </a:ext>
            </a:extLst>
          </p:cNvPr>
          <p:cNvSpPr/>
          <p:nvPr/>
        </p:nvSpPr>
        <p:spPr>
          <a:xfrm>
            <a:off x="6128330" y="2950268"/>
            <a:ext cx="1688717" cy="1500819"/>
          </a:xfrm>
          <a:custGeom>
            <a:avLst/>
            <a:gdLst>
              <a:gd name="connsiteX0" fmla="*/ 234354 w 927748"/>
              <a:gd name="connsiteY0" fmla="*/ 493179 h 824521"/>
              <a:gd name="connsiteX1" fmla="*/ 323767 w 927748"/>
              <a:gd name="connsiteY1" fmla="*/ 511344 h 824521"/>
              <a:gd name="connsiteX2" fmla="*/ 457341 w 927748"/>
              <a:gd name="connsiteY2" fmla="*/ 818382 h 824521"/>
              <a:gd name="connsiteX3" fmla="*/ 462174 w 927748"/>
              <a:gd name="connsiteY3" fmla="*/ 824437 h 824521"/>
              <a:gd name="connsiteX4" fmla="*/ 468979 w 927748"/>
              <a:gd name="connsiteY4" fmla="*/ 818723 h 824521"/>
              <a:gd name="connsiteX5" fmla="*/ 468979 w 927748"/>
              <a:gd name="connsiteY5" fmla="*/ 818382 h 824521"/>
              <a:gd name="connsiteX6" fmla="*/ 602554 w 927748"/>
              <a:gd name="connsiteY6" fmla="*/ 511344 h 824521"/>
              <a:gd name="connsiteX7" fmla="*/ 691968 w 927748"/>
              <a:gd name="connsiteY7" fmla="*/ 493179 h 824521"/>
              <a:gd name="connsiteX8" fmla="*/ 927749 w 927748"/>
              <a:gd name="connsiteY8" fmla="*/ 493043 h 824521"/>
              <a:gd name="connsiteX9" fmla="*/ 927749 w 927748"/>
              <a:gd name="connsiteY9" fmla="*/ 0 h 824521"/>
              <a:gd name="connsiteX10" fmla="*/ 0 w 927748"/>
              <a:gd name="connsiteY10" fmla="*/ 0 h 824521"/>
              <a:gd name="connsiteX11" fmla="*/ 0 w 927748"/>
              <a:gd name="connsiteY11" fmla="*/ 493043 h 824521"/>
              <a:gd name="connsiteX12" fmla="*/ 234420 w 927748"/>
              <a:gd name="connsiteY12" fmla="*/ 493179 h 824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27748" h="824521">
                <a:moveTo>
                  <a:pt x="234354" y="493179"/>
                </a:moveTo>
                <a:cubicBezTo>
                  <a:pt x="266063" y="493179"/>
                  <a:pt x="296275" y="499642"/>
                  <a:pt x="323767" y="511344"/>
                </a:cubicBezTo>
                <a:cubicBezTo>
                  <a:pt x="405423" y="546042"/>
                  <a:pt x="457341" y="729598"/>
                  <a:pt x="457341" y="818382"/>
                </a:cubicBezTo>
                <a:cubicBezTo>
                  <a:pt x="457341" y="821308"/>
                  <a:pt x="459315" y="823961"/>
                  <a:pt x="462174" y="824437"/>
                </a:cubicBezTo>
                <a:cubicBezTo>
                  <a:pt x="465847" y="825050"/>
                  <a:pt x="468979" y="822260"/>
                  <a:pt x="468979" y="818723"/>
                </a:cubicBezTo>
                <a:lnTo>
                  <a:pt x="468979" y="818382"/>
                </a:lnTo>
                <a:cubicBezTo>
                  <a:pt x="468979" y="729666"/>
                  <a:pt x="520829" y="546110"/>
                  <a:pt x="602554" y="511344"/>
                </a:cubicBezTo>
                <a:cubicBezTo>
                  <a:pt x="630045" y="499642"/>
                  <a:pt x="660257" y="493179"/>
                  <a:pt x="691968" y="493179"/>
                </a:cubicBezTo>
                <a:lnTo>
                  <a:pt x="927749" y="493043"/>
                </a:lnTo>
                <a:lnTo>
                  <a:pt x="927749" y="0"/>
                </a:lnTo>
                <a:lnTo>
                  <a:pt x="0" y="0"/>
                </a:lnTo>
                <a:lnTo>
                  <a:pt x="0" y="493043"/>
                </a:lnTo>
                <a:lnTo>
                  <a:pt x="234420" y="493179"/>
                </a:lnTo>
                <a:close/>
              </a:path>
            </a:pathLst>
          </a:custGeom>
          <a:solidFill>
            <a:schemeClr val="accent1"/>
          </a:solidFill>
          <a:ln w="6804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8" name="Forme libre 7">
            <a:extLst>
              <a:ext uri="{FF2B5EF4-FFF2-40B4-BE49-F238E27FC236}">
                <a16:creationId xmlns:a16="http://schemas.microsoft.com/office/drawing/2014/main" id="{32EB54C6-815C-F26B-E03C-7286E27AA040}"/>
              </a:ext>
            </a:extLst>
          </p:cNvPr>
          <p:cNvSpPr/>
          <p:nvPr/>
        </p:nvSpPr>
        <p:spPr>
          <a:xfrm>
            <a:off x="7880311" y="2346899"/>
            <a:ext cx="1688717" cy="1500821"/>
          </a:xfrm>
          <a:custGeom>
            <a:avLst/>
            <a:gdLst>
              <a:gd name="connsiteX0" fmla="*/ 693397 w 927748"/>
              <a:gd name="connsiteY0" fmla="*/ 331343 h 824522"/>
              <a:gd name="connsiteX1" fmla="*/ 603982 w 927748"/>
              <a:gd name="connsiteY1" fmla="*/ 313178 h 824522"/>
              <a:gd name="connsiteX2" fmla="*/ 470407 w 927748"/>
              <a:gd name="connsiteY2" fmla="*/ 6140 h 824522"/>
              <a:gd name="connsiteX3" fmla="*/ 465576 w 927748"/>
              <a:gd name="connsiteY3" fmla="*/ 85 h 824522"/>
              <a:gd name="connsiteX4" fmla="*/ 458772 w 927748"/>
              <a:gd name="connsiteY4" fmla="*/ 5800 h 824522"/>
              <a:gd name="connsiteX5" fmla="*/ 458772 w 927748"/>
              <a:gd name="connsiteY5" fmla="*/ 6140 h 824522"/>
              <a:gd name="connsiteX6" fmla="*/ 325195 w 927748"/>
              <a:gd name="connsiteY6" fmla="*/ 313178 h 824522"/>
              <a:gd name="connsiteX7" fmla="*/ 235783 w 927748"/>
              <a:gd name="connsiteY7" fmla="*/ 331343 h 824522"/>
              <a:gd name="connsiteX8" fmla="*/ 0 w 927748"/>
              <a:gd name="connsiteY8" fmla="*/ 331479 h 824522"/>
              <a:gd name="connsiteX9" fmla="*/ 0 w 927748"/>
              <a:gd name="connsiteY9" fmla="*/ 824523 h 824522"/>
              <a:gd name="connsiteX10" fmla="*/ 927749 w 927748"/>
              <a:gd name="connsiteY10" fmla="*/ 824523 h 824522"/>
              <a:gd name="connsiteX11" fmla="*/ 927749 w 927748"/>
              <a:gd name="connsiteY11" fmla="*/ 331479 h 824522"/>
              <a:gd name="connsiteX12" fmla="*/ 693328 w 927748"/>
              <a:gd name="connsiteY12" fmla="*/ 331343 h 824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27748" h="824522">
                <a:moveTo>
                  <a:pt x="693397" y="331343"/>
                </a:moveTo>
                <a:cubicBezTo>
                  <a:pt x="661686" y="331343"/>
                  <a:pt x="631473" y="324880"/>
                  <a:pt x="603982" y="313178"/>
                </a:cubicBezTo>
                <a:cubicBezTo>
                  <a:pt x="522326" y="278481"/>
                  <a:pt x="470407" y="94925"/>
                  <a:pt x="470407" y="6140"/>
                </a:cubicBezTo>
                <a:cubicBezTo>
                  <a:pt x="470407" y="3215"/>
                  <a:pt x="468434" y="561"/>
                  <a:pt x="465576" y="85"/>
                </a:cubicBezTo>
                <a:cubicBezTo>
                  <a:pt x="461902" y="-527"/>
                  <a:pt x="458772" y="2262"/>
                  <a:pt x="458772" y="5800"/>
                </a:cubicBezTo>
                <a:lnTo>
                  <a:pt x="458772" y="6140"/>
                </a:lnTo>
                <a:cubicBezTo>
                  <a:pt x="458772" y="94857"/>
                  <a:pt x="406919" y="278413"/>
                  <a:pt x="325195" y="313178"/>
                </a:cubicBezTo>
                <a:cubicBezTo>
                  <a:pt x="297704" y="324880"/>
                  <a:pt x="267492" y="331343"/>
                  <a:pt x="235783" y="331343"/>
                </a:cubicBezTo>
                <a:lnTo>
                  <a:pt x="0" y="331479"/>
                </a:lnTo>
                <a:lnTo>
                  <a:pt x="0" y="824523"/>
                </a:lnTo>
                <a:lnTo>
                  <a:pt x="927749" y="824523"/>
                </a:lnTo>
                <a:lnTo>
                  <a:pt x="927749" y="331479"/>
                </a:lnTo>
                <a:lnTo>
                  <a:pt x="693328" y="331343"/>
                </a:lnTo>
                <a:close/>
              </a:path>
            </a:pathLst>
          </a:custGeom>
          <a:solidFill>
            <a:srgbClr val="805AAB"/>
          </a:solidFill>
          <a:ln w="6804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1" name="Forme libre 10">
            <a:extLst>
              <a:ext uri="{FF2B5EF4-FFF2-40B4-BE49-F238E27FC236}">
                <a16:creationId xmlns:a16="http://schemas.microsoft.com/office/drawing/2014/main" id="{29BFD757-78F9-3F10-39EB-2340B7F36CD8}"/>
              </a:ext>
            </a:extLst>
          </p:cNvPr>
          <p:cNvSpPr/>
          <p:nvPr/>
        </p:nvSpPr>
        <p:spPr>
          <a:xfrm>
            <a:off x="9636699" y="2950268"/>
            <a:ext cx="1688715" cy="1500470"/>
          </a:xfrm>
          <a:custGeom>
            <a:avLst/>
            <a:gdLst>
              <a:gd name="connsiteX0" fmla="*/ 234352 w 927747"/>
              <a:gd name="connsiteY0" fmla="*/ 493043 h 824329"/>
              <a:gd name="connsiteX1" fmla="*/ 323765 w 927747"/>
              <a:gd name="connsiteY1" fmla="*/ 511208 h 824329"/>
              <a:gd name="connsiteX2" fmla="*/ 457341 w 927747"/>
              <a:gd name="connsiteY2" fmla="*/ 818178 h 824329"/>
              <a:gd name="connsiteX3" fmla="*/ 462581 w 927747"/>
              <a:gd name="connsiteY3" fmla="*/ 824301 h 824329"/>
              <a:gd name="connsiteX4" fmla="*/ 469045 w 927747"/>
              <a:gd name="connsiteY4" fmla="*/ 818518 h 824329"/>
              <a:gd name="connsiteX5" fmla="*/ 469045 w 927747"/>
              <a:gd name="connsiteY5" fmla="*/ 818246 h 824329"/>
              <a:gd name="connsiteX6" fmla="*/ 579349 w 927747"/>
              <a:gd name="connsiteY6" fmla="*/ 522706 h 824329"/>
              <a:gd name="connsiteX7" fmla="*/ 691966 w 927747"/>
              <a:gd name="connsiteY7" fmla="*/ 493111 h 824329"/>
              <a:gd name="connsiteX8" fmla="*/ 691966 w 927747"/>
              <a:gd name="connsiteY8" fmla="*/ 493111 h 824329"/>
              <a:gd name="connsiteX9" fmla="*/ 927747 w 927747"/>
              <a:gd name="connsiteY9" fmla="*/ 257237 h 824329"/>
              <a:gd name="connsiteX10" fmla="*/ 927747 w 927747"/>
              <a:gd name="connsiteY10" fmla="*/ 235874 h 824329"/>
              <a:gd name="connsiteX11" fmla="*/ 691830 w 927747"/>
              <a:gd name="connsiteY11" fmla="*/ 0 h 824329"/>
              <a:gd name="connsiteX12" fmla="*/ 0 w 927747"/>
              <a:gd name="connsiteY12" fmla="*/ 0 h 824329"/>
              <a:gd name="connsiteX13" fmla="*/ 0 w 927747"/>
              <a:gd name="connsiteY13" fmla="*/ 493043 h 824329"/>
              <a:gd name="connsiteX14" fmla="*/ 234420 w 927747"/>
              <a:gd name="connsiteY14" fmla="*/ 493179 h 82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27747" h="824329">
                <a:moveTo>
                  <a:pt x="234352" y="493043"/>
                </a:moveTo>
                <a:cubicBezTo>
                  <a:pt x="266061" y="493043"/>
                  <a:pt x="296274" y="499506"/>
                  <a:pt x="323765" y="511208"/>
                </a:cubicBezTo>
                <a:cubicBezTo>
                  <a:pt x="405421" y="545906"/>
                  <a:pt x="457273" y="729462"/>
                  <a:pt x="457341" y="818178"/>
                </a:cubicBezTo>
                <a:cubicBezTo>
                  <a:pt x="457341" y="821104"/>
                  <a:pt x="459654" y="824029"/>
                  <a:pt x="462581" y="824301"/>
                </a:cubicBezTo>
                <a:cubicBezTo>
                  <a:pt x="466052" y="824641"/>
                  <a:pt x="469045" y="821920"/>
                  <a:pt x="469045" y="818518"/>
                </a:cubicBezTo>
                <a:lnTo>
                  <a:pt x="469045" y="818246"/>
                </a:lnTo>
                <a:cubicBezTo>
                  <a:pt x="469045" y="738782"/>
                  <a:pt x="510214" y="561894"/>
                  <a:pt x="579349" y="522706"/>
                </a:cubicBezTo>
                <a:cubicBezTo>
                  <a:pt x="612556" y="503860"/>
                  <a:pt x="651002" y="493111"/>
                  <a:pt x="691966" y="493111"/>
                </a:cubicBezTo>
                <a:lnTo>
                  <a:pt x="691966" y="493111"/>
                </a:lnTo>
                <a:cubicBezTo>
                  <a:pt x="822207" y="493043"/>
                  <a:pt x="927747" y="387454"/>
                  <a:pt x="927747" y="257237"/>
                </a:cubicBezTo>
                <a:lnTo>
                  <a:pt x="927747" y="235874"/>
                </a:lnTo>
                <a:cubicBezTo>
                  <a:pt x="927747" y="105588"/>
                  <a:pt x="822139" y="0"/>
                  <a:pt x="691830" y="0"/>
                </a:cubicBezTo>
                <a:lnTo>
                  <a:pt x="0" y="0"/>
                </a:lnTo>
                <a:lnTo>
                  <a:pt x="0" y="493043"/>
                </a:lnTo>
                <a:lnTo>
                  <a:pt x="234420" y="493179"/>
                </a:lnTo>
                <a:close/>
              </a:path>
            </a:pathLst>
          </a:custGeom>
          <a:solidFill>
            <a:srgbClr val="F595A6"/>
          </a:solidFill>
          <a:ln w="6804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EE8D1E1-FDA0-BD9E-A717-3BC2F2EC10D9}"/>
              </a:ext>
            </a:extLst>
          </p:cNvPr>
          <p:cNvSpPr txBox="1"/>
          <p:nvPr/>
        </p:nvSpPr>
        <p:spPr>
          <a:xfrm>
            <a:off x="940353" y="3106605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/>
              <a:t>01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BFF6871-3BE1-4A0F-6021-9B2CA0B8B0DF}"/>
              </a:ext>
            </a:extLst>
          </p:cNvPr>
          <p:cNvSpPr txBox="1"/>
          <p:nvPr/>
        </p:nvSpPr>
        <p:spPr>
          <a:xfrm>
            <a:off x="2678386" y="3106605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/>
              <a:t>02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E6B1D0F-B0EA-F811-6636-E9D228461FB6}"/>
              </a:ext>
            </a:extLst>
          </p:cNvPr>
          <p:cNvSpPr txBox="1"/>
          <p:nvPr/>
        </p:nvSpPr>
        <p:spPr>
          <a:xfrm>
            <a:off x="4416419" y="3106605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/>
              <a:t>03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2E32F4E-BFAF-32FD-6DE5-E5F9F70D2407}"/>
              </a:ext>
            </a:extLst>
          </p:cNvPr>
          <p:cNvSpPr txBox="1"/>
          <p:nvPr/>
        </p:nvSpPr>
        <p:spPr>
          <a:xfrm>
            <a:off x="6154452" y="3106605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/>
              <a:t>04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B34DA92E-41EE-5544-FCD0-A45203884287}"/>
              </a:ext>
            </a:extLst>
          </p:cNvPr>
          <p:cNvSpPr txBox="1"/>
          <p:nvPr/>
        </p:nvSpPr>
        <p:spPr>
          <a:xfrm>
            <a:off x="7892485" y="3106605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</a:rPr>
              <a:t>05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57F9AABE-A853-37E7-C72E-2392DBC0172E}"/>
              </a:ext>
            </a:extLst>
          </p:cNvPr>
          <p:cNvSpPr txBox="1"/>
          <p:nvPr/>
        </p:nvSpPr>
        <p:spPr>
          <a:xfrm>
            <a:off x="9630518" y="3106605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/>
              <a:t>06</a:t>
            </a:r>
          </a:p>
        </p:txBody>
      </p:sp>
      <p:pic>
        <p:nvPicPr>
          <p:cNvPr id="33" name="Graphic 12" descr="Brainstorm with solid fill">
            <a:extLst>
              <a:ext uri="{FF2B5EF4-FFF2-40B4-BE49-F238E27FC236}">
                <a16:creationId xmlns:a16="http://schemas.microsoft.com/office/drawing/2014/main" id="{F59A7F01-40BF-E717-E2DC-98145F3687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00168" y="3136935"/>
            <a:ext cx="524114" cy="524114"/>
          </a:xfrm>
          <a:prstGeom prst="rect">
            <a:avLst/>
          </a:prstGeom>
        </p:spPr>
      </p:pic>
      <p:pic>
        <p:nvPicPr>
          <p:cNvPr id="34" name="Graphic 13" descr="Bullseye with solid fill">
            <a:extLst>
              <a:ext uri="{FF2B5EF4-FFF2-40B4-BE49-F238E27FC236}">
                <a16:creationId xmlns:a16="http://schemas.microsoft.com/office/drawing/2014/main" id="{6E2D126F-1758-BC4B-3A27-F38B56AB13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24102" y="3136935"/>
            <a:ext cx="524114" cy="524114"/>
          </a:xfrm>
          <a:prstGeom prst="rect">
            <a:avLst/>
          </a:prstGeom>
        </p:spPr>
      </p:pic>
      <p:pic>
        <p:nvPicPr>
          <p:cNvPr id="35" name="Graphic 14" descr="Database with solid fill">
            <a:extLst>
              <a:ext uri="{FF2B5EF4-FFF2-40B4-BE49-F238E27FC236}">
                <a16:creationId xmlns:a16="http://schemas.microsoft.com/office/drawing/2014/main" id="{161B0651-2968-CF9F-1C97-F5659B2704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38198" y="3136935"/>
            <a:ext cx="524114" cy="524114"/>
          </a:xfrm>
          <a:prstGeom prst="rect">
            <a:avLst/>
          </a:prstGeom>
        </p:spPr>
      </p:pic>
      <p:pic>
        <p:nvPicPr>
          <p:cNvPr id="36" name="Graphic 15" descr="Gears with solid fill">
            <a:extLst>
              <a:ext uri="{FF2B5EF4-FFF2-40B4-BE49-F238E27FC236}">
                <a16:creationId xmlns:a16="http://schemas.microsoft.com/office/drawing/2014/main" id="{6E64A793-7FDB-A58D-C6D0-D9C7B1EDDD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86069" y="3136935"/>
            <a:ext cx="524114" cy="524114"/>
          </a:xfrm>
          <a:prstGeom prst="rect">
            <a:avLst/>
          </a:prstGeom>
        </p:spPr>
      </p:pic>
      <p:pic>
        <p:nvPicPr>
          <p:cNvPr id="37" name="Graphic 17" descr="Lightbulb with solid fill">
            <a:extLst>
              <a:ext uri="{FF2B5EF4-FFF2-40B4-BE49-F238E27FC236}">
                <a16:creationId xmlns:a16="http://schemas.microsoft.com/office/drawing/2014/main" id="{A89194E0-EB22-9F5B-D85E-D6167C1772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48036" y="3136935"/>
            <a:ext cx="524114" cy="524114"/>
          </a:xfrm>
          <a:prstGeom prst="rect">
            <a:avLst/>
          </a:prstGeom>
        </p:spPr>
      </p:pic>
      <p:pic>
        <p:nvPicPr>
          <p:cNvPr id="38" name="Graphic 18" descr="Research with solid fill">
            <a:extLst>
              <a:ext uri="{FF2B5EF4-FFF2-40B4-BE49-F238E27FC236}">
                <a16:creationId xmlns:a16="http://schemas.microsoft.com/office/drawing/2014/main" id="{73F20251-098D-7180-54D7-C3DFC7C9D4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62135" y="3136935"/>
            <a:ext cx="524114" cy="52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348809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plate PresentationGO Dark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signed by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345_T_PGO_Hibiscus-Muse-Faces.pptx" id="{FD44498F-482F-4F9E-81B1-5997801C5709}" vid="{D77A0240-FC3B-48C6-9788-DF5B8B2B41D3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TEMPLATE-PGO(16_9)</Template>
  <TotalTime>9515</TotalTime>
  <Words>58</Words>
  <Application>Microsoft Office PowerPoint</Application>
  <PresentationFormat>Widescreen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Helvetica</vt:lpstr>
      <vt:lpstr>Template PresentationGO</vt:lpstr>
      <vt:lpstr>Template PresentationGO Dark</vt:lpstr>
      <vt:lpstr>Designed by PresentationGO</vt:lpstr>
      <vt:lpstr>{{Title}}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6-Step Pointer Flow</dc:title>
  <dc:creator>PresentationGO.com</dc:creator>
  <dc:description>© Copyright PresentationGO.com - Do not distribute or sale without written permission.</dc:description>
  <cp:lastModifiedBy>Gajendrula Vasavi</cp:lastModifiedBy>
  <cp:revision>51</cp:revision>
  <dcterms:created xsi:type="dcterms:W3CDTF">2014-11-26T05:14:11Z</dcterms:created>
  <dcterms:modified xsi:type="dcterms:W3CDTF">2026-06-15T09:53:29Z</dcterms:modified>
  <cp:category>Charts &amp; Diagrams</cp:category>
</cp:coreProperties>
</file>