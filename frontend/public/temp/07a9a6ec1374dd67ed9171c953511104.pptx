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  <p:sldMasterId id="2147483703" r:id="rId2"/>
    <p:sldMasterId id="2147483692" r:id="rId3"/>
  </p:sldMasterIdLst>
  <p:notesMasterIdLst>
    <p:notesMasterId r:id="rId5"/>
  </p:notesMasterIdLst>
  <p:sldIdLst>
    <p:sldId id="35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323B"/>
    <a:srgbClr val="EB1E42"/>
    <a:srgbClr val="FFDB55"/>
    <a:srgbClr val="05ACC7"/>
    <a:srgbClr val="C13018"/>
    <a:srgbClr val="F36F13"/>
    <a:srgbClr val="A2B969"/>
    <a:srgbClr val="063951"/>
    <a:srgbClr val="F16077"/>
    <a:srgbClr val="DF36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41" autoAdjust="0"/>
    <p:restoredTop sz="96433" autoAdjust="0"/>
  </p:normalViewPr>
  <p:slideViewPr>
    <p:cSldViewPr snapToGrid="0" showGuides="1">
      <p:cViewPr varScale="1">
        <p:scale>
          <a:sx n="59" d="100"/>
          <a:sy n="59" d="100"/>
        </p:scale>
        <p:origin x="864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9243F-B1BB-4202-BD78-416ACA55517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D2766-C49B-4C1A-9FEE-6F146754B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041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The free PowerPoint and Google Slides template library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41174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hyperlink" Target="https://www.presentationgo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0">
              <a:srgbClr val="EFEDEE"/>
            </a:gs>
            <a:gs pos="53000">
              <a:srgbClr val="F1EFF0"/>
            </a:gs>
            <a:gs pos="77000">
              <a:srgbClr val="EFEDEE"/>
            </a:gs>
            <a:gs pos="100000">
              <a:srgbClr val="EFEBE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8695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08921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gradFill>
          <a:gsLst>
            <a:gs pos="0">
              <a:srgbClr val="323A45"/>
            </a:gs>
            <a:gs pos="35000">
              <a:srgbClr val="323A45"/>
            </a:gs>
            <a:gs pos="100000">
              <a:srgbClr val="1C2026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3152956"/>
            <a:ext cx="12192000" cy="552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A5CD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PresentationGO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>
            <a:hlinkClick r:id="rId2"/>
          </p:cNvPr>
          <p:cNvSpPr/>
          <p:nvPr userDrawn="1"/>
        </p:nvSpPr>
        <p:spPr>
          <a:xfrm>
            <a:off x="2731912" y="3071723"/>
            <a:ext cx="6728177" cy="714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extBox 1"/>
          <p:cNvSpPr txBox="1"/>
          <p:nvPr userDrawn="1"/>
        </p:nvSpPr>
        <p:spPr>
          <a:xfrm>
            <a:off x="4123473" y="5982900"/>
            <a:ext cx="3945053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>
                <a:solidFill>
                  <a:srgbClr val="A5CD00"/>
                </a:solidFill>
              </a:rPr>
              <a:t>T</a:t>
            </a:r>
            <a:r>
              <a:rPr lang="en-US" sz="1800" baseline="0" dirty="0">
                <a:solidFill>
                  <a:srgbClr val="A5CD00"/>
                </a:solidFill>
              </a:rPr>
              <a:t>he free PowerPoint and Google Slides template library</a:t>
            </a:r>
            <a:endParaRPr lang="en-US" sz="1800" dirty="0">
              <a:solidFill>
                <a:srgbClr val="A5CD00"/>
              </a:solidFill>
            </a:endParaRPr>
          </a:p>
        </p:txBody>
      </p:sp>
      <p:grpSp>
        <p:nvGrpSpPr>
          <p:cNvPr id="8" name="Group 7"/>
          <p:cNvGrpSpPr/>
          <p:nvPr userDrawn="1"/>
        </p:nvGrpSpPr>
        <p:grpSpPr>
          <a:xfrm>
            <a:off x="4983933" y="2633133"/>
            <a:ext cx="2224135" cy="369332"/>
            <a:chOff x="3459936" y="2633133"/>
            <a:chExt cx="2224135" cy="369332"/>
          </a:xfrm>
        </p:grpSpPr>
        <p:sp>
          <p:nvSpPr>
            <p:cNvPr id="9" name="TextBox 8"/>
            <p:cNvSpPr txBox="1"/>
            <p:nvPr userDrawn="1"/>
          </p:nvSpPr>
          <p:spPr>
            <a:xfrm>
              <a:off x="3459936" y="2633133"/>
              <a:ext cx="2224135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>
                  <a:solidFill>
                    <a:schemeClr val="bg1"/>
                  </a:solidFill>
                  <a:effectLst/>
                </a:rPr>
                <a:t>Designed</a:t>
              </a:r>
              <a:r>
                <a:rPr lang="en-US" baseline="0">
                  <a:solidFill>
                    <a:schemeClr val="bg1"/>
                  </a:solidFill>
                  <a:effectLst/>
                </a:rPr>
                <a:t> with         by</a:t>
              </a:r>
              <a:endParaRPr lang="en-US" dirty="0"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0" name="Freeform 290"/>
            <p:cNvSpPr/>
            <p:nvPr userDrawn="1"/>
          </p:nvSpPr>
          <p:spPr>
            <a:xfrm>
              <a:off x="4977441" y="2705803"/>
              <a:ext cx="261456" cy="223991"/>
            </a:xfrm>
            <a:custGeom>
              <a:avLst/>
              <a:gdLst/>
              <a:ahLst/>
              <a:cxnLst/>
              <a:rect l="l" t="t" r="r" b="b"/>
              <a:pathLst>
                <a:path w="504825" h="432707">
                  <a:moveTo>
                    <a:pt x="134658" y="0"/>
                  </a:moveTo>
                  <a:cubicBezTo>
                    <a:pt x="146301" y="0"/>
                    <a:pt x="158180" y="2019"/>
                    <a:pt x="170294" y="6057"/>
                  </a:cubicBezTo>
                  <a:cubicBezTo>
                    <a:pt x="182407" y="10095"/>
                    <a:pt x="193676" y="15541"/>
                    <a:pt x="204099" y="22396"/>
                  </a:cubicBezTo>
                  <a:cubicBezTo>
                    <a:pt x="214522" y="29251"/>
                    <a:pt x="223490" y="35683"/>
                    <a:pt x="231002" y="41693"/>
                  </a:cubicBezTo>
                  <a:cubicBezTo>
                    <a:pt x="238514" y="47703"/>
                    <a:pt x="245652" y="54088"/>
                    <a:pt x="252412" y="60849"/>
                  </a:cubicBezTo>
                  <a:cubicBezTo>
                    <a:pt x="259174" y="54088"/>
                    <a:pt x="266310" y="47703"/>
                    <a:pt x="273823" y="41693"/>
                  </a:cubicBezTo>
                  <a:cubicBezTo>
                    <a:pt x="281334" y="35683"/>
                    <a:pt x="290303" y="29251"/>
                    <a:pt x="300726" y="22396"/>
                  </a:cubicBezTo>
                  <a:cubicBezTo>
                    <a:pt x="311149" y="15541"/>
                    <a:pt x="322417" y="10095"/>
                    <a:pt x="334531" y="6057"/>
                  </a:cubicBezTo>
                  <a:cubicBezTo>
                    <a:pt x="346645" y="2019"/>
                    <a:pt x="358524" y="0"/>
                    <a:pt x="370167" y="0"/>
                  </a:cubicBezTo>
                  <a:cubicBezTo>
                    <a:pt x="412236" y="0"/>
                    <a:pt x="445197" y="11644"/>
                    <a:pt x="469048" y="34932"/>
                  </a:cubicBezTo>
                  <a:cubicBezTo>
                    <a:pt x="492899" y="58220"/>
                    <a:pt x="504825" y="90523"/>
                    <a:pt x="504825" y="131840"/>
                  </a:cubicBezTo>
                  <a:cubicBezTo>
                    <a:pt x="504825" y="173346"/>
                    <a:pt x="483321" y="215602"/>
                    <a:pt x="440313" y="258610"/>
                  </a:cubicBezTo>
                  <a:lnTo>
                    <a:pt x="264807" y="427636"/>
                  </a:lnTo>
                  <a:cubicBezTo>
                    <a:pt x="261427" y="431017"/>
                    <a:pt x="257295" y="432707"/>
                    <a:pt x="252412" y="432707"/>
                  </a:cubicBezTo>
                  <a:cubicBezTo>
                    <a:pt x="247529" y="432707"/>
                    <a:pt x="243398" y="431017"/>
                    <a:pt x="240018" y="427636"/>
                  </a:cubicBezTo>
                  <a:lnTo>
                    <a:pt x="64230" y="258047"/>
                  </a:lnTo>
                  <a:cubicBezTo>
                    <a:pt x="62351" y="256544"/>
                    <a:pt x="59770" y="254103"/>
                    <a:pt x="56482" y="250722"/>
                  </a:cubicBezTo>
                  <a:cubicBezTo>
                    <a:pt x="53196" y="247342"/>
                    <a:pt x="47984" y="241191"/>
                    <a:pt x="40848" y="232270"/>
                  </a:cubicBezTo>
                  <a:cubicBezTo>
                    <a:pt x="33712" y="223349"/>
                    <a:pt x="27326" y="214194"/>
                    <a:pt x="21692" y="204803"/>
                  </a:cubicBezTo>
                  <a:cubicBezTo>
                    <a:pt x="16057" y="195413"/>
                    <a:pt x="11035" y="184051"/>
                    <a:pt x="6620" y="170717"/>
                  </a:cubicBezTo>
                  <a:cubicBezTo>
                    <a:pt x="2207" y="157382"/>
                    <a:pt x="0" y="144423"/>
                    <a:pt x="0" y="131840"/>
                  </a:cubicBezTo>
                  <a:cubicBezTo>
                    <a:pt x="0" y="90523"/>
                    <a:pt x="11926" y="58220"/>
                    <a:pt x="35777" y="34932"/>
                  </a:cubicBezTo>
                  <a:cubicBezTo>
                    <a:pt x="59629" y="11644"/>
                    <a:pt x="92588" y="0"/>
                    <a:pt x="134658" y="0"/>
                  </a:cubicBezTo>
                  <a:close/>
                </a:path>
              </a:pathLst>
            </a:custGeom>
            <a:solidFill>
              <a:srgbClr val="D900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120419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hyperlink" Target="http://www.presentationgo.com/" TargetMode="External"/><Relationship Id="rId4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Relationship Id="rId3" Type="http://schemas.openxmlformats.org/officeDocument/2006/relationships/image" Target="../media/image1.png"/><Relationship Id="rId4" Type="http://schemas.openxmlformats.org/officeDocument/2006/relationships/hyperlink" Target="http://www.presentationgo.com/" TargetMode="Externa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EFEDEE"/>
            </a:gs>
            <a:gs pos="53000">
              <a:srgbClr val="F1EFF0"/>
            </a:gs>
            <a:gs pos="77000">
              <a:srgbClr val="EFEDEE"/>
            </a:gs>
            <a:gs pos="100000">
              <a:srgbClr val="EFEBE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63482"/>
            <a:ext cx="10515600" cy="739056"/>
          </a:xfrm>
          <a:prstGeom prst="rect">
            <a:avLst/>
          </a:prstGeom>
        </p:spPr>
        <p:txBody>
          <a:bodyPr rIns="0">
            <a:normAutofit/>
          </a:bodyPr>
          <a:lstStyle/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19200"/>
            <a:ext cx="10515600" cy="4957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6305911"/>
            <a:ext cx="12192000" cy="552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15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</a:t>
            </a:r>
            <a:r>
              <a:rPr kumimoji="0" lang="en-US" sz="3200" b="0" i="0" u="none" strike="noStrike" kern="1200" cap="none" spc="15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presentationgo</a:t>
            </a:r>
            <a:r>
              <a:rPr kumimoji="0" lang="en-US" sz="3200" b="0" i="0" u="none" strike="noStrike" kern="1200" cap="none" spc="15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.com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-12701" y="6959601"/>
            <a:ext cx="16610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© </a:t>
            </a:r>
            <a:r>
              <a:rPr lang="en-US" sz="1100" b="0" i="0" u="none" strike="noStrike" dirty="0">
                <a:solidFill>
                  <a:srgbClr val="A5CD28"/>
                </a:solidFill>
                <a:effectLst/>
                <a:latin typeface="Open Sans" panose="020B0606030504020204" pitchFamily="34" charset="0"/>
                <a:hlinkClick r:id="rId3" tooltip="PresentationGo!"/>
              </a:rPr>
              <a:t>presentationgo.com</a:t>
            </a:r>
            <a:endParaRPr lang="en-US" sz="1100" dirty="0"/>
          </a:p>
        </p:txBody>
      </p:sp>
      <p:sp>
        <p:nvSpPr>
          <p:cNvPr id="13" name="Freeform 12"/>
          <p:cNvSpPr/>
          <p:nvPr userDrawn="1"/>
        </p:nvSpPr>
        <p:spPr>
          <a:xfrm rot="5400000">
            <a:off x="91178" y="173588"/>
            <a:ext cx="369496" cy="570902"/>
          </a:xfrm>
          <a:custGeom>
            <a:avLst/>
            <a:gdLst>
              <a:gd name="connsiteX0" fmla="*/ 210916 w 1034764"/>
              <a:gd name="connsiteY0" fmla="*/ 535701 h 1598797"/>
              <a:gd name="connsiteX1" fmla="*/ 331908 w 1034764"/>
              <a:gd name="connsiteY1" fmla="*/ 284049 h 1598797"/>
              <a:gd name="connsiteX2" fmla="*/ 741774 w 1034764"/>
              <a:gd name="connsiteY2" fmla="*/ 315409 h 1598797"/>
              <a:gd name="connsiteX3" fmla="*/ 403935 w 1034764"/>
              <a:gd name="connsiteY3" fmla="*/ 375418 h 1598797"/>
              <a:gd name="connsiteX4" fmla="*/ 266699 w 1034764"/>
              <a:gd name="connsiteY4" fmla="*/ 689905 h 1598797"/>
              <a:gd name="connsiteX5" fmla="*/ 266698 w 1034764"/>
              <a:gd name="connsiteY5" fmla="*/ 689907 h 1598797"/>
              <a:gd name="connsiteX6" fmla="*/ 210916 w 1034764"/>
              <a:gd name="connsiteY6" fmla="*/ 535701 h 1598797"/>
              <a:gd name="connsiteX7" fmla="*/ 134938 w 1034764"/>
              <a:gd name="connsiteY7" fmla="*/ 517381 h 1598797"/>
              <a:gd name="connsiteX8" fmla="*/ 517383 w 1034764"/>
              <a:gd name="connsiteY8" fmla="*/ 899826 h 1598797"/>
              <a:gd name="connsiteX9" fmla="*/ 899828 w 1034764"/>
              <a:gd name="connsiteY9" fmla="*/ 517381 h 1598797"/>
              <a:gd name="connsiteX10" fmla="*/ 517383 w 1034764"/>
              <a:gd name="connsiteY10" fmla="*/ 134936 h 1598797"/>
              <a:gd name="connsiteX11" fmla="*/ 134938 w 1034764"/>
              <a:gd name="connsiteY11" fmla="*/ 517381 h 1598797"/>
              <a:gd name="connsiteX12" fmla="*/ 0 w 1034764"/>
              <a:gd name="connsiteY12" fmla="*/ 517382 h 1598797"/>
              <a:gd name="connsiteX13" fmla="*/ 517382 w 1034764"/>
              <a:gd name="connsiteY13" fmla="*/ 0 h 1598797"/>
              <a:gd name="connsiteX14" fmla="*/ 1034764 w 1034764"/>
              <a:gd name="connsiteY14" fmla="*/ 517382 h 1598797"/>
              <a:gd name="connsiteX15" fmla="*/ 621653 w 1034764"/>
              <a:gd name="connsiteY15" fmla="*/ 1024253 h 1598797"/>
              <a:gd name="connsiteX16" fmla="*/ 620527 w 1034764"/>
              <a:gd name="connsiteY16" fmla="*/ 1024366 h 1598797"/>
              <a:gd name="connsiteX17" fmla="*/ 662992 w 1034764"/>
              <a:gd name="connsiteY17" fmla="*/ 1598797 h 1598797"/>
              <a:gd name="connsiteX18" fmla="*/ 371775 w 1034764"/>
              <a:gd name="connsiteY18" fmla="*/ 1598797 h 1598797"/>
              <a:gd name="connsiteX19" fmla="*/ 414241 w 1034764"/>
              <a:gd name="connsiteY19" fmla="*/ 1024367 h 1598797"/>
              <a:gd name="connsiteX20" fmla="*/ 413112 w 1034764"/>
              <a:gd name="connsiteY20" fmla="*/ 1024253 h 1598797"/>
              <a:gd name="connsiteX21" fmla="*/ 0 w 1034764"/>
              <a:gd name="connsiteY21" fmla="*/ 517382 h 1598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34764" h="1598797">
                <a:moveTo>
                  <a:pt x="210916" y="535701"/>
                </a:moveTo>
                <a:cubicBezTo>
                  <a:pt x="207764" y="443901"/>
                  <a:pt x="249915" y="348683"/>
                  <a:pt x="331908" y="284049"/>
                </a:cubicBezTo>
                <a:cubicBezTo>
                  <a:pt x="463097" y="180634"/>
                  <a:pt x="646600" y="194675"/>
                  <a:pt x="741774" y="315409"/>
                </a:cubicBezTo>
                <a:cubicBezTo>
                  <a:pt x="631231" y="275026"/>
                  <a:pt x="502220" y="297941"/>
                  <a:pt x="403935" y="375418"/>
                </a:cubicBezTo>
                <a:cubicBezTo>
                  <a:pt x="305650" y="452895"/>
                  <a:pt x="253243" y="572989"/>
                  <a:pt x="266699" y="689905"/>
                </a:cubicBezTo>
                <a:lnTo>
                  <a:pt x="266698" y="689907"/>
                </a:lnTo>
                <a:cubicBezTo>
                  <a:pt x="231008" y="644631"/>
                  <a:pt x="212807" y="590781"/>
                  <a:pt x="210916" y="535701"/>
                </a:cubicBezTo>
                <a:close/>
                <a:moveTo>
                  <a:pt x="134938" y="517381"/>
                </a:moveTo>
                <a:cubicBezTo>
                  <a:pt x="134938" y="728600"/>
                  <a:pt x="306164" y="899826"/>
                  <a:pt x="517383" y="899826"/>
                </a:cubicBezTo>
                <a:cubicBezTo>
                  <a:pt x="728602" y="899826"/>
                  <a:pt x="899828" y="728600"/>
                  <a:pt x="899828" y="517381"/>
                </a:cubicBezTo>
                <a:cubicBezTo>
                  <a:pt x="899828" y="306162"/>
                  <a:pt x="728602" y="134936"/>
                  <a:pt x="517383" y="134936"/>
                </a:cubicBezTo>
                <a:cubicBezTo>
                  <a:pt x="306164" y="134936"/>
                  <a:pt x="134938" y="306162"/>
                  <a:pt x="134938" y="517381"/>
                </a:cubicBezTo>
                <a:close/>
                <a:moveTo>
                  <a:pt x="0" y="517382"/>
                </a:moveTo>
                <a:cubicBezTo>
                  <a:pt x="0" y="231640"/>
                  <a:pt x="231640" y="0"/>
                  <a:pt x="517382" y="0"/>
                </a:cubicBezTo>
                <a:cubicBezTo>
                  <a:pt x="803124" y="0"/>
                  <a:pt x="1034764" y="231640"/>
                  <a:pt x="1034764" y="517382"/>
                </a:cubicBezTo>
                <a:cubicBezTo>
                  <a:pt x="1034764" y="767406"/>
                  <a:pt x="857415" y="976008"/>
                  <a:pt x="621653" y="1024253"/>
                </a:cubicBezTo>
                <a:lnTo>
                  <a:pt x="620527" y="1024366"/>
                </a:lnTo>
                <a:lnTo>
                  <a:pt x="662992" y="1598797"/>
                </a:lnTo>
                <a:lnTo>
                  <a:pt x="371775" y="1598797"/>
                </a:lnTo>
                <a:lnTo>
                  <a:pt x="414241" y="1024367"/>
                </a:lnTo>
                <a:lnTo>
                  <a:pt x="413112" y="1024253"/>
                </a:lnTo>
                <a:cubicBezTo>
                  <a:pt x="177349" y="976008"/>
                  <a:pt x="0" y="767406"/>
                  <a:pt x="0" y="5173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" dist="127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-1654908" y="-16654"/>
            <a:ext cx="1569183" cy="612144"/>
            <a:chOff x="-2096383" y="21447"/>
            <a:chExt cx="1569183" cy="612144"/>
          </a:xfrm>
        </p:grpSpPr>
        <p:sp>
          <p:nvSpPr>
            <p:cNvPr id="15" name="TextBox 14"/>
            <p:cNvSpPr txBox="1"/>
            <p:nvPr userDrawn="1"/>
          </p:nvSpPr>
          <p:spPr>
            <a:xfrm>
              <a:off x="-2096383" y="21447"/>
              <a:ext cx="3658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By:</a:t>
              </a:r>
            </a:p>
          </p:txBody>
        </p:sp>
        <p:sp>
          <p:nvSpPr>
            <p:cNvPr id="16" name="TextBox 15"/>
            <p:cNvSpPr txBox="1"/>
            <p:nvPr userDrawn="1"/>
          </p:nvSpPr>
          <p:spPr>
            <a:xfrm>
              <a:off x="-1002010" y="387370"/>
              <a:ext cx="47481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.com</a:t>
              </a:r>
            </a:p>
          </p:txBody>
        </p:sp>
        <p:pic>
          <p:nvPicPr>
            <p:cNvPr id="17" name="Picture 1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-2018604" y="234547"/>
              <a:ext cx="1405251" cy="1859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55134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323A45"/>
            </a:gs>
            <a:gs pos="35000">
              <a:srgbClr val="323A45"/>
            </a:gs>
            <a:gs pos="100000">
              <a:srgbClr val="1C2026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63482"/>
            <a:ext cx="10515600" cy="739056"/>
          </a:xfrm>
          <a:prstGeom prst="rect">
            <a:avLst/>
          </a:prstGeom>
        </p:spPr>
        <p:txBody>
          <a:bodyPr rIns="0">
            <a:normAutofit/>
          </a:bodyPr>
          <a:lstStyle/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19200"/>
            <a:ext cx="10515600" cy="4957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6305911"/>
            <a:ext cx="12192000" cy="552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15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</a:t>
            </a:r>
            <a:r>
              <a:rPr kumimoji="0" lang="en-US" sz="3200" b="0" i="0" u="none" strike="noStrike" kern="1200" cap="none" spc="15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presentationgo</a:t>
            </a:r>
            <a:r>
              <a:rPr kumimoji="0" lang="en-US" sz="3200" b="0" i="0" u="none" strike="noStrike" kern="1200" cap="none" spc="15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.com</a:t>
            </a:r>
          </a:p>
        </p:txBody>
      </p:sp>
      <p:sp>
        <p:nvSpPr>
          <p:cNvPr id="13" name="Freeform 12"/>
          <p:cNvSpPr/>
          <p:nvPr userDrawn="1"/>
        </p:nvSpPr>
        <p:spPr>
          <a:xfrm rot="5400000">
            <a:off x="91178" y="173588"/>
            <a:ext cx="369496" cy="570902"/>
          </a:xfrm>
          <a:custGeom>
            <a:avLst/>
            <a:gdLst>
              <a:gd name="connsiteX0" fmla="*/ 210916 w 1034764"/>
              <a:gd name="connsiteY0" fmla="*/ 535701 h 1598797"/>
              <a:gd name="connsiteX1" fmla="*/ 331908 w 1034764"/>
              <a:gd name="connsiteY1" fmla="*/ 284049 h 1598797"/>
              <a:gd name="connsiteX2" fmla="*/ 741774 w 1034764"/>
              <a:gd name="connsiteY2" fmla="*/ 315409 h 1598797"/>
              <a:gd name="connsiteX3" fmla="*/ 403935 w 1034764"/>
              <a:gd name="connsiteY3" fmla="*/ 375418 h 1598797"/>
              <a:gd name="connsiteX4" fmla="*/ 266699 w 1034764"/>
              <a:gd name="connsiteY4" fmla="*/ 689905 h 1598797"/>
              <a:gd name="connsiteX5" fmla="*/ 266698 w 1034764"/>
              <a:gd name="connsiteY5" fmla="*/ 689907 h 1598797"/>
              <a:gd name="connsiteX6" fmla="*/ 210916 w 1034764"/>
              <a:gd name="connsiteY6" fmla="*/ 535701 h 1598797"/>
              <a:gd name="connsiteX7" fmla="*/ 134938 w 1034764"/>
              <a:gd name="connsiteY7" fmla="*/ 517381 h 1598797"/>
              <a:gd name="connsiteX8" fmla="*/ 517383 w 1034764"/>
              <a:gd name="connsiteY8" fmla="*/ 899826 h 1598797"/>
              <a:gd name="connsiteX9" fmla="*/ 899828 w 1034764"/>
              <a:gd name="connsiteY9" fmla="*/ 517381 h 1598797"/>
              <a:gd name="connsiteX10" fmla="*/ 517383 w 1034764"/>
              <a:gd name="connsiteY10" fmla="*/ 134936 h 1598797"/>
              <a:gd name="connsiteX11" fmla="*/ 134938 w 1034764"/>
              <a:gd name="connsiteY11" fmla="*/ 517381 h 1598797"/>
              <a:gd name="connsiteX12" fmla="*/ 0 w 1034764"/>
              <a:gd name="connsiteY12" fmla="*/ 517382 h 1598797"/>
              <a:gd name="connsiteX13" fmla="*/ 517382 w 1034764"/>
              <a:gd name="connsiteY13" fmla="*/ 0 h 1598797"/>
              <a:gd name="connsiteX14" fmla="*/ 1034764 w 1034764"/>
              <a:gd name="connsiteY14" fmla="*/ 517382 h 1598797"/>
              <a:gd name="connsiteX15" fmla="*/ 621653 w 1034764"/>
              <a:gd name="connsiteY15" fmla="*/ 1024253 h 1598797"/>
              <a:gd name="connsiteX16" fmla="*/ 620527 w 1034764"/>
              <a:gd name="connsiteY16" fmla="*/ 1024366 h 1598797"/>
              <a:gd name="connsiteX17" fmla="*/ 662992 w 1034764"/>
              <a:gd name="connsiteY17" fmla="*/ 1598797 h 1598797"/>
              <a:gd name="connsiteX18" fmla="*/ 371775 w 1034764"/>
              <a:gd name="connsiteY18" fmla="*/ 1598797 h 1598797"/>
              <a:gd name="connsiteX19" fmla="*/ 414241 w 1034764"/>
              <a:gd name="connsiteY19" fmla="*/ 1024367 h 1598797"/>
              <a:gd name="connsiteX20" fmla="*/ 413112 w 1034764"/>
              <a:gd name="connsiteY20" fmla="*/ 1024253 h 1598797"/>
              <a:gd name="connsiteX21" fmla="*/ 0 w 1034764"/>
              <a:gd name="connsiteY21" fmla="*/ 517382 h 1598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34764" h="1598797">
                <a:moveTo>
                  <a:pt x="210916" y="535701"/>
                </a:moveTo>
                <a:cubicBezTo>
                  <a:pt x="207764" y="443901"/>
                  <a:pt x="249915" y="348683"/>
                  <a:pt x="331908" y="284049"/>
                </a:cubicBezTo>
                <a:cubicBezTo>
                  <a:pt x="463097" y="180634"/>
                  <a:pt x="646600" y="194675"/>
                  <a:pt x="741774" y="315409"/>
                </a:cubicBezTo>
                <a:cubicBezTo>
                  <a:pt x="631231" y="275026"/>
                  <a:pt x="502220" y="297941"/>
                  <a:pt x="403935" y="375418"/>
                </a:cubicBezTo>
                <a:cubicBezTo>
                  <a:pt x="305650" y="452895"/>
                  <a:pt x="253243" y="572989"/>
                  <a:pt x="266699" y="689905"/>
                </a:cubicBezTo>
                <a:lnTo>
                  <a:pt x="266698" y="689907"/>
                </a:lnTo>
                <a:cubicBezTo>
                  <a:pt x="231008" y="644631"/>
                  <a:pt x="212807" y="590781"/>
                  <a:pt x="210916" y="535701"/>
                </a:cubicBezTo>
                <a:close/>
                <a:moveTo>
                  <a:pt x="134938" y="517381"/>
                </a:moveTo>
                <a:cubicBezTo>
                  <a:pt x="134938" y="728600"/>
                  <a:pt x="306164" y="899826"/>
                  <a:pt x="517383" y="899826"/>
                </a:cubicBezTo>
                <a:cubicBezTo>
                  <a:pt x="728602" y="899826"/>
                  <a:pt x="899828" y="728600"/>
                  <a:pt x="899828" y="517381"/>
                </a:cubicBezTo>
                <a:cubicBezTo>
                  <a:pt x="899828" y="306162"/>
                  <a:pt x="728602" y="134936"/>
                  <a:pt x="517383" y="134936"/>
                </a:cubicBezTo>
                <a:cubicBezTo>
                  <a:pt x="306164" y="134936"/>
                  <a:pt x="134938" y="306162"/>
                  <a:pt x="134938" y="517381"/>
                </a:cubicBezTo>
                <a:close/>
                <a:moveTo>
                  <a:pt x="0" y="517382"/>
                </a:moveTo>
                <a:cubicBezTo>
                  <a:pt x="0" y="231640"/>
                  <a:pt x="231640" y="0"/>
                  <a:pt x="517382" y="0"/>
                </a:cubicBezTo>
                <a:cubicBezTo>
                  <a:pt x="803124" y="0"/>
                  <a:pt x="1034764" y="231640"/>
                  <a:pt x="1034764" y="517382"/>
                </a:cubicBezTo>
                <a:cubicBezTo>
                  <a:pt x="1034764" y="767406"/>
                  <a:pt x="857415" y="976008"/>
                  <a:pt x="621653" y="1024253"/>
                </a:cubicBezTo>
                <a:lnTo>
                  <a:pt x="620527" y="1024366"/>
                </a:lnTo>
                <a:lnTo>
                  <a:pt x="662992" y="1598797"/>
                </a:lnTo>
                <a:lnTo>
                  <a:pt x="371775" y="1598797"/>
                </a:lnTo>
                <a:lnTo>
                  <a:pt x="414241" y="1024367"/>
                </a:lnTo>
                <a:lnTo>
                  <a:pt x="413112" y="1024253"/>
                </a:lnTo>
                <a:cubicBezTo>
                  <a:pt x="177349" y="976008"/>
                  <a:pt x="0" y="767406"/>
                  <a:pt x="0" y="51738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  <a:effectLst>
            <a:outerShdw blurRad="12700" dist="127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-1654908" y="-16654"/>
            <a:ext cx="1569183" cy="612144"/>
            <a:chOff x="-2096383" y="21447"/>
            <a:chExt cx="1569183" cy="612144"/>
          </a:xfrm>
        </p:grpSpPr>
        <p:sp>
          <p:nvSpPr>
            <p:cNvPr id="15" name="TextBox 14"/>
            <p:cNvSpPr txBox="1"/>
            <p:nvPr userDrawn="1"/>
          </p:nvSpPr>
          <p:spPr>
            <a:xfrm>
              <a:off x="-2096383" y="21447"/>
              <a:ext cx="3658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By:</a:t>
              </a:r>
            </a:p>
          </p:txBody>
        </p:sp>
        <p:sp>
          <p:nvSpPr>
            <p:cNvPr id="16" name="TextBox 15"/>
            <p:cNvSpPr txBox="1"/>
            <p:nvPr userDrawn="1"/>
          </p:nvSpPr>
          <p:spPr>
            <a:xfrm>
              <a:off x="-1002010" y="387370"/>
              <a:ext cx="47481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.com</a:t>
              </a:r>
            </a:p>
          </p:txBody>
        </p:sp>
        <p:pic>
          <p:nvPicPr>
            <p:cNvPr id="17" name="Picture 16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-2018604" y="234547"/>
              <a:ext cx="1405251" cy="185944"/>
            </a:xfrm>
            <a:prstGeom prst="rect">
              <a:avLst/>
            </a:prstGeom>
          </p:spPr>
        </p:pic>
      </p:grpSp>
      <p:sp>
        <p:nvSpPr>
          <p:cNvPr id="18" name="Rectangle 17"/>
          <p:cNvSpPr/>
          <p:nvPr userDrawn="1"/>
        </p:nvSpPr>
        <p:spPr>
          <a:xfrm>
            <a:off x="-12701" y="6959601"/>
            <a:ext cx="16610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© </a:t>
            </a:r>
            <a:r>
              <a:rPr lang="en-US" sz="1100" b="0" i="0" u="none" strike="noStrike" dirty="0">
                <a:solidFill>
                  <a:srgbClr val="A5CD28"/>
                </a:solidFill>
                <a:effectLst/>
                <a:latin typeface="Open Sans" panose="020B0606030504020204" pitchFamily="34" charset="0"/>
                <a:hlinkClick r:id="rId4" tooltip="PresentationGo!"/>
              </a:rPr>
              <a:t>presentationgo.com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530658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bg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23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E942A-26CB-4FC8-A61F-ED7BAF06B75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EDDA2-A385-4D53-9944-861446547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465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svg"/><Relationship Id="rId4" Type="http://schemas.openxmlformats.org/officeDocument/2006/relationships/image" Target="../media/image3.svg"/><Relationship Id="rId5" Type="http://schemas.openxmlformats.org/officeDocument/2006/relationships/image" Target="../media/image4.svg"/><Relationship Id="rId6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BFAE1-45D3-4B3B-81D2-0BF25FA84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75441FF-6E26-39E5-B866-4517B0A430AE}"/>
              </a:ext>
            </a:extLst>
          </p:cNvPr>
          <p:cNvGrpSpPr/>
          <p:nvPr/>
        </p:nvGrpSpPr>
        <p:grpSpPr>
          <a:xfrm>
            <a:off x="797720" y="1154466"/>
            <a:ext cx="2208713" cy="4525534"/>
            <a:chOff x="797720" y="1154466"/>
            <a:chExt cx="2208713" cy="4525534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27C6343E-5BB4-F592-5F0C-102276B78CCE}"/>
                </a:ext>
              </a:extLst>
            </p:cNvPr>
            <p:cNvSpPr/>
            <p:nvPr/>
          </p:nvSpPr>
          <p:spPr>
            <a:xfrm>
              <a:off x="837058" y="1732039"/>
              <a:ext cx="2130037" cy="3876371"/>
            </a:xfrm>
            <a:prstGeom prst="roundRect">
              <a:avLst>
                <a:gd name="adj" fmla="val 4921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1016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BB74B0AF-F54D-3D6C-7BF4-B9B7F3446213}"/>
                </a:ext>
              </a:extLst>
            </p:cNvPr>
            <p:cNvSpPr/>
            <p:nvPr/>
          </p:nvSpPr>
          <p:spPr>
            <a:xfrm>
              <a:off x="797720" y="1660450"/>
              <a:ext cx="2208713" cy="4019550"/>
            </a:xfrm>
            <a:prstGeom prst="roundRect">
              <a:avLst>
                <a:gd name="adj" fmla="val 49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AEC529F0-A80C-DDD3-EA75-D42BD4E53CB8}"/>
                </a:ext>
              </a:extLst>
            </p:cNvPr>
            <p:cNvSpPr/>
            <p:nvPr/>
          </p:nvSpPr>
          <p:spPr>
            <a:xfrm>
              <a:off x="1389992" y="1154466"/>
              <a:ext cx="1024169" cy="1024128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</a:gradFill>
            <a:effectLst>
              <a:outerShdw blurRad="101600" dist="19050" dir="5400000" algn="ctr" rotWithShape="0">
                <a:srgbClr val="000000">
                  <a:alpha val="63000"/>
                </a:srgbClr>
              </a:outerShdw>
            </a:effectLst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 b="1" dirty="0">
                  <a:solidFill>
                    <a:schemeClr val="accent2">
                      <a:lumMod val="50000"/>
                    </a:schemeClr>
                  </a:solidFill>
                </a:rPr>
                <a:t>T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753FA54E-CA3B-5498-6C44-302E08ED58EB}"/>
                </a:ext>
              </a:extLst>
            </p:cNvPr>
            <p:cNvSpPr/>
            <p:nvPr/>
          </p:nvSpPr>
          <p:spPr>
            <a:xfrm>
              <a:off x="797720" y="2369108"/>
              <a:ext cx="2208713" cy="7429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cap="all" dirty="0">
                  <a:solidFill>
                    <a:schemeClr val="accent2">
                      <a:lumMod val="50000"/>
                    </a:schemeClr>
                  </a:solidFill>
                </a:rPr>
                <a:t> 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D97CA87F-27B5-EA78-3CE5-6D0D9DA76AA8}"/>
                </a:ext>
              </a:extLst>
            </p:cNvPr>
            <p:cNvSpPr txBox="1"/>
            <p:nvPr/>
          </p:nvSpPr>
          <p:spPr>
            <a:xfrm>
              <a:off x="837058" y="4593597"/>
              <a:ext cx="2130037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en-US"/>
              </a:defPPr>
              <a:lvl1pPr algn="ctr">
                <a:defRPr sz="1400">
                  <a:solidFill>
                    <a:schemeClr val="tx1">
                      <a:lumMod val="85000"/>
                      <a:lumOff val="15000"/>
                    </a:schemeClr>
                  </a:solidFill>
                </a:defRPr>
              </a:lvl1pPr>
            </a:lstStyle>
            <a:p>
              <a:r>
                <a:rPr lang="en-US" sz="1800" dirty="0"/>
                <a:t> </a:t>
              </a:r>
            </a:p>
          </p:txBody>
        </p:sp>
        <p:pic>
          <p:nvPicPr>
            <p:cNvPr id="67" name="Graphic 66" descr="Scorpion with solid fill">
              <a:extLst>
                <a:ext uri="{FF2B5EF4-FFF2-40B4-BE49-F238E27FC236}">
                  <a16:creationId xmlns:a16="http://schemas.microsoft.com/office/drawing/2014/main" id="{8B65747B-5F59-3615-CD70-DAF30C32221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36316" y="3342819"/>
              <a:ext cx="731520" cy="731520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C126289-18A0-AA78-3471-13382AAF28E6}"/>
              </a:ext>
            </a:extLst>
          </p:cNvPr>
          <p:cNvGrpSpPr/>
          <p:nvPr/>
        </p:nvGrpSpPr>
        <p:grpSpPr>
          <a:xfrm>
            <a:off x="3593670" y="1154466"/>
            <a:ext cx="2208713" cy="4525534"/>
            <a:chOff x="3593670" y="1154466"/>
            <a:chExt cx="2208713" cy="4525534"/>
          </a:xfrm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063A92C8-E45B-EE70-74A7-6AC15AE28F33}"/>
                </a:ext>
              </a:extLst>
            </p:cNvPr>
            <p:cNvSpPr/>
            <p:nvPr/>
          </p:nvSpPr>
          <p:spPr>
            <a:xfrm>
              <a:off x="3633008" y="1732039"/>
              <a:ext cx="2130037" cy="3876371"/>
            </a:xfrm>
            <a:prstGeom prst="roundRect">
              <a:avLst>
                <a:gd name="adj" fmla="val 4921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1016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8742E22E-6697-FC28-93B3-0E6CE37C0F9B}"/>
                </a:ext>
              </a:extLst>
            </p:cNvPr>
            <p:cNvSpPr/>
            <p:nvPr/>
          </p:nvSpPr>
          <p:spPr>
            <a:xfrm>
              <a:off x="3593670" y="1660450"/>
              <a:ext cx="2208713" cy="4019550"/>
            </a:xfrm>
            <a:prstGeom prst="roundRect">
              <a:avLst>
                <a:gd name="adj" fmla="val 4921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CA45F934-1CC8-D45F-D0C8-66B12ADF76BD}"/>
                </a:ext>
              </a:extLst>
            </p:cNvPr>
            <p:cNvSpPr/>
            <p:nvPr/>
          </p:nvSpPr>
          <p:spPr>
            <a:xfrm>
              <a:off x="4185942" y="1154466"/>
              <a:ext cx="1024169" cy="1024128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</a:gradFill>
            <a:effectLst>
              <a:outerShdw blurRad="101600" dist="19050" dir="5400000" algn="ctr" rotWithShape="0">
                <a:srgbClr val="000000">
                  <a:alpha val="63000"/>
                </a:srgbClr>
              </a:outerShdw>
            </a:effectLst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 b="1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O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15363C8-CF92-CC76-47F9-3BC510C61C79}"/>
                </a:ext>
              </a:extLst>
            </p:cNvPr>
            <p:cNvSpPr/>
            <p:nvPr/>
          </p:nvSpPr>
          <p:spPr>
            <a:xfrm>
              <a:off x="3593670" y="2369108"/>
              <a:ext cx="2208713" cy="7429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cap="all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 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8EA5794-84D6-91F9-1D18-BB36021152D7}"/>
                </a:ext>
              </a:extLst>
            </p:cNvPr>
            <p:cNvSpPr txBox="1"/>
            <p:nvPr/>
          </p:nvSpPr>
          <p:spPr>
            <a:xfrm>
              <a:off x="3633008" y="4593598"/>
              <a:ext cx="2130037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</a:p>
          </p:txBody>
        </p:sp>
        <p:pic>
          <p:nvPicPr>
            <p:cNvPr id="69" name="Graphic 68" descr="Door Open with solid fill">
              <a:extLst>
                <a:ext uri="{FF2B5EF4-FFF2-40B4-BE49-F238E27FC236}">
                  <a16:creationId xmlns:a16="http://schemas.microsoft.com/office/drawing/2014/main" id="{DEB8C592-1470-F8A1-C650-AC07CA1D95D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332266" y="3273569"/>
              <a:ext cx="731520" cy="731520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EADA0FD-8EB2-50F3-7551-F30A000E4F50}"/>
              </a:ext>
            </a:extLst>
          </p:cNvPr>
          <p:cNvGrpSpPr/>
          <p:nvPr/>
        </p:nvGrpSpPr>
        <p:grpSpPr>
          <a:xfrm>
            <a:off x="6389620" y="1154466"/>
            <a:ext cx="2208713" cy="4525534"/>
            <a:chOff x="6389620" y="1154466"/>
            <a:chExt cx="2208713" cy="4525534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61D9BBAC-8D21-3265-4CD1-3ED51F9958D5}"/>
                </a:ext>
              </a:extLst>
            </p:cNvPr>
            <p:cNvSpPr/>
            <p:nvPr/>
          </p:nvSpPr>
          <p:spPr>
            <a:xfrm>
              <a:off x="6428958" y="1732039"/>
              <a:ext cx="2130037" cy="3876371"/>
            </a:xfrm>
            <a:prstGeom prst="roundRect">
              <a:avLst>
                <a:gd name="adj" fmla="val 4921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1016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60285CD7-3937-5DDF-4D24-F93739BA90FF}"/>
                </a:ext>
              </a:extLst>
            </p:cNvPr>
            <p:cNvSpPr/>
            <p:nvPr/>
          </p:nvSpPr>
          <p:spPr>
            <a:xfrm>
              <a:off x="6389620" y="1660450"/>
              <a:ext cx="2208713" cy="4019550"/>
            </a:xfrm>
            <a:prstGeom prst="roundRect">
              <a:avLst>
                <a:gd name="adj" fmla="val 4921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DD807153-F6B9-FB72-4035-E1051C9E4CA6}"/>
                </a:ext>
              </a:extLst>
            </p:cNvPr>
            <p:cNvSpPr/>
            <p:nvPr/>
          </p:nvSpPr>
          <p:spPr>
            <a:xfrm>
              <a:off x="6981892" y="1154466"/>
              <a:ext cx="1024169" cy="1024128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</a:gradFill>
            <a:effectLst>
              <a:outerShdw blurRad="101600" dist="19050" dir="5400000" algn="ctr" rotWithShape="0">
                <a:srgbClr val="000000">
                  <a:alpha val="63000"/>
                </a:srgbClr>
              </a:outerShdw>
            </a:effectLst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 b="1" dirty="0">
                  <a:solidFill>
                    <a:schemeClr val="accent5"/>
                  </a:solidFill>
                </a:rPr>
                <a:t>W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ECC6047-1C3C-51CF-98AA-9ECCF713EE1C}"/>
                </a:ext>
              </a:extLst>
            </p:cNvPr>
            <p:cNvSpPr/>
            <p:nvPr/>
          </p:nvSpPr>
          <p:spPr>
            <a:xfrm>
              <a:off x="6389620" y="2369108"/>
              <a:ext cx="2208713" cy="7429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cap="all" dirty="0">
                  <a:solidFill>
                    <a:schemeClr val="accent5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1AEA5B8-AAE7-AAFC-E75F-92A7A9F995E6}"/>
                </a:ext>
              </a:extLst>
            </p:cNvPr>
            <p:cNvSpPr txBox="1"/>
            <p:nvPr/>
          </p:nvSpPr>
          <p:spPr>
            <a:xfrm>
              <a:off x="6428958" y="4593598"/>
              <a:ext cx="2130037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 </a:t>
              </a:r>
            </a:p>
          </p:txBody>
        </p:sp>
        <p:pic>
          <p:nvPicPr>
            <p:cNvPr id="71" name="Graphic 70" descr="Empty battery with solid fill">
              <a:extLst>
                <a:ext uri="{FF2B5EF4-FFF2-40B4-BE49-F238E27FC236}">
                  <a16:creationId xmlns:a16="http://schemas.microsoft.com/office/drawing/2014/main" id="{1A8414BF-3BCD-74D2-C1A0-7CE979B7099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128216" y="3273569"/>
              <a:ext cx="731520" cy="73152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E123582-2DC3-5C75-0E6D-D146F8017CB7}"/>
              </a:ext>
            </a:extLst>
          </p:cNvPr>
          <p:cNvGrpSpPr/>
          <p:nvPr/>
        </p:nvGrpSpPr>
        <p:grpSpPr>
          <a:xfrm>
            <a:off x="9185569" y="1154466"/>
            <a:ext cx="2208713" cy="4525534"/>
            <a:chOff x="9185569" y="1154466"/>
            <a:chExt cx="2208713" cy="4525534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C2F73B4B-938C-2851-B7EA-078CDBB13EFC}"/>
                </a:ext>
              </a:extLst>
            </p:cNvPr>
            <p:cNvSpPr/>
            <p:nvPr/>
          </p:nvSpPr>
          <p:spPr>
            <a:xfrm>
              <a:off x="9224907" y="1732039"/>
              <a:ext cx="2130037" cy="3876371"/>
            </a:xfrm>
            <a:prstGeom prst="roundRect">
              <a:avLst>
                <a:gd name="adj" fmla="val 4921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1016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30E281BA-AA77-6BD4-5DFD-315552E5D389}"/>
                </a:ext>
              </a:extLst>
            </p:cNvPr>
            <p:cNvSpPr/>
            <p:nvPr/>
          </p:nvSpPr>
          <p:spPr>
            <a:xfrm>
              <a:off x="9185569" y="1660450"/>
              <a:ext cx="2208713" cy="4019550"/>
            </a:xfrm>
            <a:prstGeom prst="roundRect">
              <a:avLst>
                <a:gd name="adj" fmla="val 4921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B30E90F6-650C-DBE3-5835-C9D57BCE42E1}"/>
                </a:ext>
              </a:extLst>
            </p:cNvPr>
            <p:cNvSpPr/>
            <p:nvPr/>
          </p:nvSpPr>
          <p:spPr>
            <a:xfrm>
              <a:off x="9777841" y="1154466"/>
              <a:ext cx="1024169" cy="1024128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</a:gradFill>
            <a:effectLst>
              <a:outerShdw blurRad="101600" dist="19050" dir="5400000" algn="ctr" rotWithShape="0">
                <a:srgbClr val="000000">
                  <a:alpha val="63000"/>
                </a:srgbClr>
              </a:outerShdw>
            </a:effectLst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 b="1" dirty="0">
                  <a:solidFill>
                    <a:schemeClr val="accent6">
                      <a:lumMod val="50000"/>
                    </a:schemeClr>
                  </a:solidFill>
                </a:rPr>
                <a:t>S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E5BF31B-B630-6E35-6056-16A8FFA4526D}"/>
                </a:ext>
              </a:extLst>
            </p:cNvPr>
            <p:cNvSpPr/>
            <p:nvPr/>
          </p:nvSpPr>
          <p:spPr>
            <a:xfrm>
              <a:off x="9185569" y="2369108"/>
              <a:ext cx="2208713" cy="7429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cap="all" dirty="0">
                  <a:solidFill>
                    <a:schemeClr val="accent6">
                      <a:lumMod val="50000"/>
                    </a:schemeClr>
                  </a:solidFill>
                </a:rPr>
                <a:t> 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D0DF5CCB-5DAB-E37E-F74C-363977AC2ADD}"/>
                </a:ext>
              </a:extLst>
            </p:cNvPr>
            <p:cNvSpPr txBox="1"/>
            <p:nvPr/>
          </p:nvSpPr>
          <p:spPr>
            <a:xfrm>
              <a:off x="9224907" y="4593598"/>
              <a:ext cx="2130037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 </a:t>
              </a:r>
            </a:p>
          </p:txBody>
        </p:sp>
        <p:pic>
          <p:nvPicPr>
            <p:cNvPr id="75" name="Graphic 74" descr="Body builder with solid fill">
              <a:extLst>
                <a:ext uri="{FF2B5EF4-FFF2-40B4-BE49-F238E27FC236}">
                  <a16:creationId xmlns:a16="http://schemas.microsoft.com/office/drawing/2014/main" id="{6D68A4E7-3A5E-C6FB-7B92-43C73B5942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924165" y="3273569"/>
              <a:ext cx="731520" cy="7315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52164302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PresentationGO">
  <a:themeElements>
    <a:clrScheme name="PGO2">
      <a:dk1>
        <a:sysClr val="windowText" lastClr="000000"/>
      </a:dk1>
      <a:lt1>
        <a:sysClr val="window" lastClr="FFFFFF"/>
      </a:lt1>
      <a:dk2>
        <a:srgbClr val="063951"/>
      </a:dk2>
      <a:lt2>
        <a:srgbClr val="D3D3D3"/>
      </a:lt2>
      <a:accent1>
        <a:srgbClr val="3A5C84"/>
      </a:accent1>
      <a:accent2>
        <a:srgbClr val="F7931F"/>
      </a:accent2>
      <a:accent3>
        <a:srgbClr val="4CC1EF"/>
      </a:accent3>
      <a:accent4>
        <a:srgbClr val="FFCC4C"/>
      </a:accent4>
      <a:accent5>
        <a:srgbClr val="C13018"/>
      </a:accent5>
      <a:accent6>
        <a:srgbClr val="A2B969"/>
      </a:accent6>
      <a:hlink>
        <a:srgbClr val="6C2B43"/>
      </a:hlink>
      <a:folHlink>
        <a:srgbClr val="6C2B43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plate PresentationGO Dark">
  <a:themeElements>
    <a:clrScheme name="PGO2">
      <a:dk1>
        <a:sysClr val="windowText" lastClr="000000"/>
      </a:dk1>
      <a:lt1>
        <a:sysClr val="window" lastClr="FFFFFF"/>
      </a:lt1>
      <a:dk2>
        <a:srgbClr val="063951"/>
      </a:dk2>
      <a:lt2>
        <a:srgbClr val="D3D3D3"/>
      </a:lt2>
      <a:accent1>
        <a:srgbClr val="3A5C84"/>
      </a:accent1>
      <a:accent2>
        <a:srgbClr val="F7931F"/>
      </a:accent2>
      <a:accent3>
        <a:srgbClr val="4CC1EF"/>
      </a:accent3>
      <a:accent4>
        <a:srgbClr val="FFCC4C"/>
      </a:accent4>
      <a:accent5>
        <a:srgbClr val="C13018"/>
      </a:accent5>
      <a:accent6>
        <a:srgbClr val="A2B969"/>
      </a:accent6>
      <a:hlink>
        <a:srgbClr val="6C2B43"/>
      </a:hlink>
      <a:folHlink>
        <a:srgbClr val="6C2B43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TEMPLATE-PGO(16_9)</Template>
  <TotalTime>8506</TotalTime>
  <Words>46</Words>
  <Application>Microsoft Office PowerPoint</Application>
  <PresentationFormat>Widescreen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Helvetica</vt:lpstr>
      <vt:lpstr>Open Sans</vt:lpstr>
      <vt:lpstr>Template PresentationGO</vt:lpstr>
      <vt:lpstr>Template PresentationGO Dark</vt:lpstr>
      <vt:lpstr>Custom Design</vt:lpstr>
      <vt:lpstr>{{Title}}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TOWS Analysis</dc:title>
  <dc:creator>PresentationGO.com</dc:creator>
  <dc:description>© Copyright PresentationGO.com - Do not distribute or sale without written permission.</dc:description>
  <cp:lastModifiedBy>Gajendrula Vasavi</cp:lastModifiedBy>
  <cp:revision>16</cp:revision>
  <dcterms:created xsi:type="dcterms:W3CDTF">2014-11-26T05:14:11Z</dcterms:created>
  <dcterms:modified xsi:type="dcterms:W3CDTF">2026-05-21T10:10:29Z</dcterms:modified>
  <cp:category>Charts &amp; Diagrams</cp:category>
</cp:coreProperties>
</file>