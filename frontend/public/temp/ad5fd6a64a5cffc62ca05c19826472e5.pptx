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media/image1.svg" ContentType="image/svg+xml"/>
  <Override PartName="/ppt/media/image2.svg" ContentType="image/svg+xml"/>
  <Override PartName="/ppt/media/image3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6" r:id="rId1"/>
    <p:sldMasterId id="2147483703" r:id="rId2"/>
    <p:sldMasterId id="2147483705" r:id="rId3"/>
  </p:sldMasterIdLst>
  <p:notesMasterIdLst>
    <p:notesMasterId r:id="rId5"/>
  </p:notesMasterIdLst>
  <p:sldIdLst>
    <p:sldId id="359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0BA94"/>
    <a:srgbClr val="F595A6"/>
    <a:srgbClr val="CEBA8B"/>
    <a:srgbClr val="941651"/>
    <a:srgbClr val="A26700"/>
    <a:srgbClr val="FF9BA4"/>
    <a:srgbClr val="805AAB"/>
    <a:srgbClr val="254470"/>
    <a:srgbClr val="3BC7E2"/>
    <a:srgbClr val="FFDB3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75A96C0-E160-42E3-B2E9-575685157AB0}" v="1" dt="2025-06-23T16:17:24.93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660B408-B3CF-4A94-85FC-2B1E0A45F4A2}" styleName="Dark Style 2 -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91EBBBCC-DAD2-459C-BE2E-F6DE35CF9A28}" styleName="Dark Style 2 - Accent 3/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791" autoAdjust="0"/>
    <p:restoredTop sz="96292" autoAdjust="0"/>
  </p:normalViewPr>
  <p:slideViewPr>
    <p:cSldViewPr snapToGrid="0" showGuides="1">
      <p:cViewPr varScale="1">
        <p:scale>
          <a:sx n="59" d="100"/>
          <a:sy n="59" d="100"/>
        </p:scale>
        <p:origin x="1084" y="5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Master" Target="slideMasters/slideMaster3.xml"/><Relationship Id="rId4" Type="http://schemas.openxmlformats.org/officeDocument/2006/relationships/slide" Target="slides/slide1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Relationship Id="rId10" Type="http://schemas.microsoft.com/office/2016/11/relationships/changesInfo" Target="changesInfos/changesInfo1.xml"/><Relationship Id="rId11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hristophe Barroche" userId="edb98ab775c6addc" providerId="LiveId" clId="{775A96C0-E160-42E3-B2E9-575685157AB0}"/>
    <pc:docChg chg="custSel addSld delSld modSld">
      <pc:chgData name="Christophe Barroche" userId="edb98ab775c6addc" providerId="LiveId" clId="{775A96C0-E160-42E3-B2E9-575685157AB0}" dt="2025-06-23T16:17:34.029" v="2" actId="700"/>
      <pc:docMkLst>
        <pc:docMk/>
      </pc:docMkLst>
      <pc:sldChg chg="del">
        <pc:chgData name="Christophe Barroche" userId="edb98ab775c6addc" providerId="LiveId" clId="{775A96C0-E160-42E3-B2E9-575685157AB0}" dt="2025-06-23T16:17:30.220" v="1" actId="47"/>
        <pc:sldMkLst>
          <pc:docMk/>
          <pc:sldMk cId="1818489678" sldId="308"/>
        </pc:sldMkLst>
      </pc:sldChg>
      <pc:sldChg chg="del">
        <pc:chgData name="Christophe Barroche" userId="edb98ab775c6addc" providerId="LiveId" clId="{775A96C0-E160-42E3-B2E9-575685157AB0}" dt="2025-06-23T16:17:30.220" v="1" actId="47"/>
        <pc:sldMkLst>
          <pc:docMk/>
          <pc:sldMk cId="3533310325" sldId="311"/>
        </pc:sldMkLst>
      </pc:sldChg>
      <pc:sldChg chg="add">
        <pc:chgData name="Christophe Barroche" userId="edb98ab775c6addc" providerId="LiveId" clId="{775A96C0-E160-42E3-B2E9-575685157AB0}" dt="2025-06-23T16:17:24.917" v="0"/>
        <pc:sldMkLst>
          <pc:docMk/>
          <pc:sldMk cId="2227345063" sldId="348"/>
        </pc:sldMkLst>
      </pc:sldChg>
      <pc:sldChg chg="modSp add mod modClrScheme chgLayout">
        <pc:chgData name="Christophe Barroche" userId="edb98ab775c6addc" providerId="LiveId" clId="{775A96C0-E160-42E3-B2E9-575685157AB0}" dt="2025-06-23T16:17:34.029" v="2" actId="700"/>
        <pc:sldMkLst>
          <pc:docMk/>
          <pc:sldMk cId="2648282390" sldId="349"/>
        </pc:sldMkLst>
        <pc:spChg chg="mod ord">
          <ac:chgData name="Christophe Barroche" userId="edb98ab775c6addc" providerId="LiveId" clId="{775A96C0-E160-42E3-B2E9-575685157AB0}" dt="2025-06-23T16:17:34.029" v="2" actId="700"/>
          <ac:spMkLst>
            <pc:docMk/>
            <pc:sldMk cId="2648282390" sldId="349"/>
            <ac:spMk id="2" creationId="{2C2BFAE1-45D3-4B3B-81D2-0BF25FA84FB8}"/>
          </ac:spMkLst>
        </pc:spChg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389243F-B1BB-4202-BD78-416ACA555174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68D2766-C49B-4C1A-9FEE-6F146754B0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40412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B013A6-AD66-8468-1B50-10E58B6919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73F1CD1-2318-09C6-E82F-0A98843C695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F9FEFEA-C403-347A-A04E-E4A2287E348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71E121-FEEF-11AC-4E81-4B5326D45A6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8D2766-C49B-4C1A-9FEE-6F146754B02B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8173320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63481"/>
            <a:ext cx="11353800" cy="73905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8886958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Pr>
        <a:solidFill>
          <a:srgbClr val="0020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63481"/>
            <a:ext cx="11353800" cy="73905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5089215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igned by PresentationGo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57354817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theme" Target="../theme/theme2.xml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551346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US" sz="3600" b="1" kern="1200">
          <a:solidFill>
            <a:schemeClr val="tx1"/>
          </a:solidFill>
          <a:latin typeface="Helvetica" panose="020B0500000000000000" pitchFamily="34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j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j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j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j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0020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306583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4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US" sz="3600" b="1" kern="1200">
          <a:solidFill>
            <a:schemeClr val="bg1"/>
          </a:solidFill>
          <a:latin typeface="Helvetica" panose="020B0500000000000000" pitchFamily="34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+mj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+mj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j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bg1"/>
          </a:solidFill>
          <a:latin typeface="+mj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bg1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866589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6" r:id="rId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bg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svg"/><Relationship Id="rId4" Type="http://schemas.openxmlformats.org/officeDocument/2006/relationships/image" Target="../media/image2.svg"/><Relationship Id="rId5" Type="http://schemas.openxmlformats.org/officeDocument/2006/relationships/image" Target="../media/image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8C5B36-5C76-C8B3-EFD9-7491911091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050554-DC4C-1756-1D76-46DDA5E8A7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ADFBED56-2243-A21A-02EB-165B7E39BC74}"/>
              </a:ext>
            </a:extLst>
          </p:cNvPr>
          <p:cNvGrpSpPr/>
          <p:nvPr/>
        </p:nvGrpSpPr>
        <p:grpSpPr>
          <a:xfrm>
            <a:off x="896620" y="4549307"/>
            <a:ext cx="2926080" cy="736155"/>
            <a:chOff x="677609" y="4847155"/>
            <a:chExt cx="2926080" cy="736155"/>
          </a:xfrm>
        </p:grpSpPr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85B8F2A6-7F25-C0EB-BDBE-042B51B0B926}"/>
                </a:ext>
              </a:extLst>
            </p:cNvPr>
            <p:cNvSpPr txBox="1"/>
            <p:nvPr/>
          </p:nvSpPr>
          <p:spPr>
            <a:xfrm>
              <a:off x="677609" y="4847155"/>
              <a:ext cx="2926080" cy="461665"/>
            </a:xfrm>
            <a:prstGeom prst="rect">
              <a:avLst/>
            </a:prstGeom>
            <a:noFill/>
          </p:spPr>
          <p:txBody>
            <a:bodyPr wrap="square" lIns="0" rIns="0" rtlCol="0" anchor="b">
              <a:spAutoFit/>
            </a:bodyPr>
            <a:lstStyle/>
            <a:p>
              <a:r>
                <a:rPr lang="en-US" sz="2400" b="1" noProof="1">
                  <a:solidFill>
                    <a:schemeClr val="accent1">
                      <a:lumMod val="75000"/>
                    </a:schemeClr>
                  </a:solidFill>
                </a:rPr>
                <a:t> 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785D9E37-18FB-E7FB-D7AD-ABAD2DB729AE}"/>
                </a:ext>
              </a:extLst>
            </p:cNvPr>
            <p:cNvSpPr txBox="1"/>
            <p:nvPr/>
          </p:nvSpPr>
          <p:spPr>
            <a:xfrm>
              <a:off x="677609" y="5306311"/>
              <a:ext cx="2926080" cy="276999"/>
            </a:xfrm>
            <a:prstGeom prst="rect">
              <a:avLst/>
            </a:prstGeom>
            <a:noFill/>
          </p:spPr>
          <p:txBody>
            <a:bodyPr wrap="square" lIns="0" rIns="0" rtlCol="0" anchor="t">
              <a:spAutoFit/>
            </a:bodyPr>
            <a:lstStyle/>
            <a:p>
              <a:r>
                <a:rPr lang="en-US" sz="1200" noProof="1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 </a:t>
              </a:r>
            </a:p>
          </p:txBody>
        </p:sp>
      </p:grpSp>
      <p:sp>
        <p:nvSpPr>
          <p:cNvPr id="11" name="Forme libre 3">
            <a:extLst>
              <a:ext uri="{FF2B5EF4-FFF2-40B4-BE49-F238E27FC236}">
                <a16:creationId xmlns:a16="http://schemas.microsoft.com/office/drawing/2014/main" id="{FC38B8C6-9A5D-5F69-1FF8-F7607B2B10CD}"/>
              </a:ext>
            </a:extLst>
          </p:cNvPr>
          <p:cNvSpPr/>
          <p:nvPr/>
        </p:nvSpPr>
        <p:spPr>
          <a:xfrm>
            <a:off x="896620" y="1361693"/>
            <a:ext cx="3223856" cy="2836311"/>
          </a:xfrm>
          <a:custGeom>
            <a:avLst/>
            <a:gdLst>
              <a:gd name="csX0" fmla="*/ 1180868 w 2361735"/>
              <a:gd name="csY0" fmla="*/ 0 h 2077827"/>
              <a:gd name="csX1" fmla="*/ 0 w 2361735"/>
              <a:gd name="csY1" fmla="*/ 847979 h 2077827"/>
              <a:gd name="csX2" fmla="*/ 563282 w 2361735"/>
              <a:gd name="csY2" fmla="*/ 1570852 h 2077827"/>
              <a:gd name="csX3" fmla="*/ 834618 w 2361735"/>
              <a:gd name="csY3" fmla="*/ 2077828 h 2077827"/>
              <a:gd name="csX4" fmla="*/ 834618 w 2361735"/>
              <a:gd name="csY4" fmla="*/ 2077828 h 2077827"/>
              <a:gd name="csX5" fmla="*/ 2346681 w 2361735"/>
              <a:gd name="csY5" fmla="*/ 983485 h 2077827"/>
              <a:gd name="csX6" fmla="*/ 2361735 w 2361735"/>
              <a:gd name="csY6" fmla="*/ 847979 h 2077827"/>
              <a:gd name="csX7" fmla="*/ 1180868 w 2361735"/>
              <a:gd name="csY7" fmla="*/ 0 h 2077827"/>
              <a:gd name="csX8" fmla="*/ 1280154 w 2361735"/>
              <a:gd name="csY8" fmla="*/ 1604459 h 2077827"/>
              <a:gd name="csX9" fmla="*/ 165597 w 2361735"/>
              <a:gd name="csY9" fmla="*/ 910533 h 2077827"/>
              <a:gd name="csX10" fmla="*/ 1186513 w 2361735"/>
              <a:gd name="csY10" fmla="*/ 84959 h 2077827"/>
              <a:gd name="csX11" fmla="*/ 2301070 w 2361735"/>
              <a:gd name="csY11" fmla="*/ 778883 h 2077827"/>
              <a:gd name="csX12" fmla="*/ 1280154 w 2361735"/>
              <a:gd name="csY12" fmla="*/ 1604459 h 207782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2361735" h="2077827">
                <a:moveTo>
                  <a:pt x="1180868" y="0"/>
                </a:moveTo>
                <a:cubicBezTo>
                  <a:pt x="528693" y="0"/>
                  <a:pt x="0" y="379627"/>
                  <a:pt x="0" y="847979"/>
                </a:cubicBezTo>
                <a:cubicBezTo>
                  <a:pt x="0" y="1153762"/>
                  <a:pt x="225367" y="1421634"/>
                  <a:pt x="563282" y="1570852"/>
                </a:cubicBezTo>
                <a:cubicBezTo>
                  <a:pt x="758989" y="1657244"/>
                  <a:pt x="869746" y="1866863"/>
                  <a:pt x="834618" y="2077828"/>
                </a:cubicBezTo>
                <a:lnTo>
                  <a:pt x="834618" y="2077828"/>
                </a:lnTo>
                <a:cubicBezTo>
                  <a:pt x="1673269" y="2077828"/>
                  <a:pt x="2248290" y="1449596"/>
                  <a:pt x="2346681" y="983485"/>
                </a:cubicBezTo>
                <a:cubicBezTo>
                  <a:pt x="2356537" y="939390"/>
                  <a:pt x="2361735" y="894134"/>
                  <a:pt x="2361735" y="847979"/>
                </a:cubicBezTo>
                <a:cubicBezTo>
                  <a:pt x="2361735" y="379627"/>
                  <a:pt x="1833042" y="0"/>
                  <a:pt x="1180868" y="0"/>
                </a:cubicBezTo>
                <a:close/>
                <a:moveTo>
                  <a:pt x="1280154" y="1604459"/>
                </a:moveTo>
                <a:cubicBezTo>
                  <a:pt x="690438" y="1640843"/>
                  <a:pt x="191405" y="1330133"/>
                  <a:pt x="165597" y="910533"/>
                </a:cubicBezTo>
                <a:cubicBezTo>
                  <a:pt x="139701" y="490936"/>
                  <a:pt x="596797" y="121345"/>
                  <a:pt x="1186513" y="84959"/>
                </a:cubicBezTo>
                <a:cubicBezTo>
                  <a:pt x="1776230" y="48573"/>
                  <a:pt x="2275263" y="359283"/>
                  <a:pt x="2301070" y="778883"/>
                </a:cubicBezTo>
                <a:cubicBezTo>
                  <a:pt x="2326967" y="1198482"/>
                  <a:pt x="1869871" y="1568073"/>
                  <a:pt x="1280154" y="1604459"/>
                </a:cubicBezTo>
                <a:close/>
              </a:path>
            </a:pathLst>
          </a:custGeom>
          <a:solidFill>
            <a:schemeClr val="accent1"/>
          </a:solidFill>
          <a:ln w="8960" cap="flat">
            <a:noFill/>
            <a:prstDash val="solid"/>
            <a:miter/>
          </a:ln>
        </p:spPr>
        <p:txBody>
          <a:bodyPr/>
          <a:lstStyle/>
          <a:p>
            <a:endParaRPr lang="fr-FR"/>
          </a:p>
        </p:txBody>
      </p:sp>
      <p:pic>
        <p:nvPicPr>
          <p:cNvPr id="22" name="Graphic 21" descr="Bar chart with solid fill">
            <a:extLst>
              <a:ext uri="{FF2B5EF4-FFF2-40B4-BE49-F238E27FC236}">
                <a16:creationId xmlns:a16="http://schemas.microsoft.com/office/drawing/2014/main" id="{03D165E5-8AA8-7A22-75CF-E95F65D28C4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848645" y="1783231"/>
            <a:ext cx="1463040" cy="1463040"/>
          </a:xfrm>
          <a:prstGeom prst="rect">
            <a:avLst/>
          </a:prstGeom>
        </p:spPr>
      </p:pic>
      <p:sp>
        <p:nvSpPr>
          <p:cNvPr id="31" name="Forme libre 3">
            <a:extLst>
              <a:ext uri="{FF2B5EF4-FFF2-40B4-BE49-F238E27FC236}">
                <a16:creationId xmlns:a16="http://schemas.microsoft.com/office/drawing/2014/main" id="{87DF2231-ACF3-2488-62CB-E33D367BD33E}"/>
              </a:ext>
            </a:extLst>
          </p:cNvPr>
          <p:cNvSpPr/>
          <p:nvPr/>
        </p:nvSpPr>
        <p:spPr>
          <a:xfrm>
            <a:off x="4484133" y="1361693"/>
            <a:ext cx="3223856" cy="2836311"/>
          </a:xfrm>
          <a:custGeom>
            <a:avLst/>
            <a:gdLst>
              <a:gd name="csX0" fmla="*/ 1180868 w 2361735"/>
              <a:gd name="csY0" fmla="*/ 0 h 2077827"/>
              <a:gd name="csX1" fmla="*/ 0 w 2361735"/>
              <a:gd name="csY1" fmla="*/ 847979 h 2077827"/>
              <a:gd name="csX2" fmla="*/ 563282 w 2361735"/>
              <a:gd name="csY2" fmla="*/ 1570852 h 2077827"/>
              <a:gd name="csX3" fmla="*/ 834618 w 2361735"/>
              <a:gd name="csY3" fmla="*/ 2077828 h 2077827"/>
              <a:gd name="csX4" fmla="*/ 834618 w 2361735"/>
              <a:gd name="csY4" fmla="*/ 2077828 h 2077827"/>
              <a:gd name="csX5" fmla="*/ 2346681 w 2361735"/>
              <a:gd name="csY5" fmla="*/ 983485 h 2077827"/>
              <a:gd name="csX6" fmla="*/ 2361735 w 2361735"/>
              <a:gd name="csY6" fmla="*/ 847979 h 2077827"/>
              <a:gd name="csX7" fmla="*/ 1180868 w 2361735"/>
              <a:gd name="csY7" fmla="*/ 0 h 2077827"/>
              <a:gd name="csX8" fmla="*/ 1280154 w 2361735"/>
              <a:gd name="csY8" fmla="*/ 1604459 h 2077827"/>
              <a:gd name="csX9" fmla="*/ 165597 w 2361735"/>
              <a:gd name="csY9" fmla="*/ 910533 h 2077827"/>
              <a:gd name="csX10" fmla="*/ 1186513 w 2361735"/>
              <a:gd name="csY10" fmla="*/ 84959 h 2077827"/>
              <a:gd name="csX11" fmla="*/ 2301070 w 2361735"/>
              <a:gd name="csY11" fmla="*/ 778883 h 2077827"/>
              <a:gd name="csX12" fmla="*/ 1280154 w 2361735"/>
              <a:gd name="csY12" fmla="*/ 1604459 h 207782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2361735" h="2077827">
                <a:moveTo>
                  <a:pt x="1180868" y="0"/>
                </a:moveTo>
                <a:cubicBezTo>
                  <a:pt x="528693" y="0"/>
                  <a:pt x="0" y="379627"/>
                  <a:pt x="0" y="847979"/>
                </a:cubicBezTo>
                <a:cubicBezTo>
                  <a:pt x="0" y="1153762"/>
                  <a:pt x="225367" y="1421634"/>
                  <a:pt x="563282" y="1570852"/>
                </a:cubicBezTo>
                <a:cubicBezTo>
                  <a:pt x="758989" y="1657244"/>
                  <a:pt x="869746" y="1866863"/>
                  <a:pt x="834618" y="2077828"/>
                </a:cubicBezTo>
                <a:lnTo>
                  <a:pt x="834618" y="2077828"/>
                </a:lnTo>
                <a:cubicBezTo>
                  <a:pt x="1673269" y="2077828"/>
                  <a:pt x="2248290" y="1449596"/>
                  <a:pt x="2346681" y="983485"/>
                </a:cubicBezTo>
                <a:cubicBezTo>
                  <a:pt x="2356537" y="939390"/>
                  <a:pt x="2361735" y="894134"/>
                  <a:pt x="2361735" y="847979"/>
                </a:cubicBezTo>
                <a:cubicBezTo>
                  <a:pt x="2361735" y="379627"/>
                  <a:pt x="1833042" y="0"/>
                  <a:pt x="1180868" y="0"/>
                </a:cubicBezTo>
                <a:close/>
                <a:moveTo>
                  <a:pt x="1280154" y="1604459"/>
                </a:moveTo>
                <a:cubicBezTo>
                  <a:pt x="690438" y="1640843"/>
                  <a:pt x="191405" y="1330133"/>
                  <a:pt x="165597" y="910533"/>
                </a:cubicBezTo>
                <a:cubicBezTo>
                  <a:pt x="139701" y="490936"/>
                  <a:pt x="596797" y="121345"/>
                  <a:pt x="1186513" y="84959"/>
                </a:cubicBezTo>
                <a:cubicBezTo>
                  <a:pt x="1776230" y="48573"/>
                  <a:pt x="2275263" y="359283"/>
                  <a:pt x="2301070" y="778883"/>
                </a:cubicBezTo>
                <a:cubicBezTo>
                  <a:pt x="2326967" y="1198482"/>
                  <a:pt x="1869871" y="1568073"/>
                  <a:pt x="1280154" y="1604459"/>
                </a:cubicBezTo>
                <a:close/>
              </a:path>
            </a:pathLst>
          </a:custGeom>
          <a:solidFill>
            <a:schemeClr val="accent5"/>
          </a:solidFill>
          <a:ln w="8960" cap="flat">
            <a:noFill/>
            <a:prstDash val="solid"/>
            <a:miter/>
          </a:ln>
        </p:spPr>
        <p:txBody>
          <a:bodyPr/>
          <a:lstStyle/>
          <a:p>
            <a:endParaRPr lang="fr-FR"/>
          </a:p>
        </p:txBody>
      </p:sp>
      <p:pic>
        <p:nvPicPr>
          <p:cNvPr id="34" name="Graphic 33" descr="Gears with solid fill">
            <a:extLst>
              <a:ext uri="{FF2B5EF4-FFF2-40B4-BE49-F238E27FC236}">
                <a16:creationId xmlns:a16="http://schemas.microsoft.com/office/drawing/2014/main" id="{78415619-7D15-CD29-E060-F36AE9C04B8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5436158" y="1783231"/>
            <a:ext cx="1463040" cy="1463040"/>
          </a:xfrm>
          <a:prstGeom prst="rect">
            <a:avLst/>
          </a:prstGeom>
        </p:spPr>
      </p:pic>
      <p:sp>
        <p:nvSpPr>
          <p:cNvPr id="36" name="Forme libre 3">
            <a:extLst>
              <a:ext uri="{FF2B5EF4-FFF2-40B4-BE49-F238E27FC236}">
                <a16:creationId xmlns:a16="http://schemas.microsoft.com/office/drawing/2014/main" id="{10EDDA65-E981-2BFA-D3FE-EA946EA8C066}"/>
              </a:ext>
            </a:extLst>
          </p:cNvPr>
          <p:cNvSpPr/>
          <p:nvPr/>
        </p:nvSpPr>
        <p:spPr>
          <a:xfrm>
            <a:off x="8071524" y="1361693"/>
            <a:ext cx="3223856" cy="2836311"/>
          </a:xfrm>
          <a:custGeom>
            <a:avLst/>
            <a:gdLst>
              <a:gd name="csX0" fmla="*/ 1180868 w 2361735"/>
              <a:gd name="csY0" fmla="*/ 0 h 2077827"/>
              <a:gd name="csX1" fmla="*/ 0 w 2361735"/>
              <a:gd name="csY1" fmla="*/ 847979 h 2077827"/>
              <a:gd name="csX2" fmla="*/ 563282 w 2361735"/>
              <a:gd name="csY2" fmla="*/ 1570852 h 2077827"/>
              <a:gd name="csX3" fmla="*/ 834618 w 2361735"/>
              <a:gd name="csY3" fmla="*/ 2077828 h 2077827"/>
              <a:gd name="csX4" fmla="*/ 834618 w 2361735"/>
              <a:gd name="csY4" fmla="*/ 2077828 h 2077827"/>
              <a:gd name="csX5" fmla="*/ 2346681 w 2361735"/>
              <a:gd name="csY5" fmla="*/ 983485 h 2077827"/>
              <a:gd name="csX6" fmla="*/ 2361735 w 2361735"/>
              <a:gd name="csY6" fmla="*/ 847979 h 2077827"/>
              <a:gd name="csX7" fmla="*/ 1180868 w 2361735"/>
              <a:gd name="csY7" fmla="*/ 0 h 2077827"/>
              <a:gd name="csX8" fmla="*/ 1280154 w 2361735"/>
              <a:gd name="csY8" fmla="*/ 1604459 h 2077827"/>
              <a:gd name="csX9" fmla="*/ 165597 w 2361735"/>
              <a:gd name="csY9" fmla="*/ 910533 h 2077827"/>
              <a:gd name="csX10" fmla="*/ 1186513 w 2361735"/>
              <a:gd name="csY10" fmla="*/ 84959 h 2077827"/>
              <a:gd name="csX11" fmla="*/ 2301070 w 2361735"/>
              <a:gd name="csY11" fmla="*/ 778883 h 2077827"/>
              <a:gd name="csX12" fmla="*/ 1280154 w 2361735"/>
              <a:gd name="csY12" fmla="*/ 1604459 h 207782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2361735" h="2077827">
                <a:moveTo>
                  <a:pt x="1180868" y="0"/>
                </a:moveTo>
                <a:cubicBezTo>
                  <a:pt x="528693" y="0"/>
                  <a:pt x="0" y="379627"/>
                  <a:pt x="0" y="847979"/>
                </a:cubicBezTo>
                <a:cubicBezTo>
                  <a:pt x="0" y="1153762"/>
                  <a:pt x="225367" y="1421634"/>
                  <a:pt x="563282" y="1570852"/>
                </a:cubicBezTo>
                <a:cubicBezTo>
                  <a:pt x="758989" y="1657244"/>
                  <a:pt x="869746" y="1866863"/>
                  <a:pt x="834618" y="2077828"/>
                </a:cubicBezTo>
                <a:lnTo>
                  <a:pt x="834618" y="2077828"/>
                </a:lnTo>
                <a:cubicBezTo>
                  <a:pt x="1673269" y="2077828"/>
                  <a:pt x="2248290" y="1449596"/>
                  <a:pt x="2346681" y="983485"/>
                </a:cubicBezTo>
                <a:cubicBezTo>
                  <a:pt x="2356537" y="939390"/>
                  <a:pt x="2361735" y="894134"/>
                  <a:pt x="2361735" y="847979"/>
                </a:cubicBezTo>
                <a:cubicBezTo>
                  <a:pt x="2361735" y="379627"/>
                  <a:pt x="1833042" y="0"/>
                  <a:pt x="1180868" y="0"/>
                </a:cubicBezTo>
                <a:close/>
                <a:moveTo>
                  <a:pt x="1280154" y="1604459"/>
                </a:moveTo>
                <a:cubicBezTo>
                  <a:pt x="690438" y="1640843"/>
                  <a:pt x="191405" y="1330133"/>
                  <a:pt x="165597" y="910533"/>
                </a:cubicBezTo>
                <a:cubicBezTo>
                  <a:pt x="139701" y="490936"/>
                  <a:pt x="596797" y="121345"/>
                  <a:pt x="1186513" y="84959"/>
                </a:cubicBezTo>
                <a:cubicBezTo>
                  <a:pt x="1776230" y="48573"/>
                  <a:pt x="2275263" y="359283"/>
                  <a:pt x="2301070" y="778883"/>
                </a:cubicBezTo>
                <a:cubicBezTo>
                  <a:pt x="2326967" y="1198482"/>
                  <a:pt x="1869871" y="1568073"/>
                  <a:pt x="1280154" y="1604459"/>
                </a:cubicBezTo>
                <a:close/>
              </a:path>
            </a:pathLst>
          </a:custGeom>
          <a:solidFill>
            <a:schemeClr val="accent2"/>
          </a:solidFill>
          <a:ln w="8960" cap="flat">
            <a:noFill/>
            <a:prstDash val="solid"/>
            <a:miter/>
          </a:ln>
        </p:spPr>
        <p:txBody>
          <a:bodyPr/>
          <a:lstStyle/>
          <a:p>
            <a:endParaRPr lang="fr-FR"/>
          </a:p>
        </p:txBody>
      </p:sp>
      <p:pic>
        <p:nvPicPr>
          <p:cNvPr id="37" name="Graphic 36" descr="Lights On with solid fill">
            <a:extLst>
              <a:ext uri="{FF2B5EF4-FFF2-40B4-BE49-F238E27FC236}">
                <a16:creationId xmlns:a16="http://schemas.microsoft.com/office/drawing/2014/main" id="{28BD1DC2-8889-E8BD-8462-5D191812EC8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9023549" y="1783231"/>
            <a:ext cx="1463040" cy="1463040"/>
          </a:xfrm>
          <a:prstGeom prst="rect">
            <a:avLst/>
          </a:prstGeom>
        </p:spPr>
      </p:pic>
      <p:grpSp>
        <p:nvGrpSpPr>
          <p:cNvPr id="38" name="Group 37">
            <a:extLst>
              <a:ext uri="{FF2B5EF4-FFF2-40B4-BE49-F238E27FC236}">
                <a16:creationId xmlns:a16="http://schemas.microsoft.com/office/drawing/2014/main" id="{DA6C9B65-69C8-9176-A6B1-0A8B4A71B94B}"/>
              </a:ext>
            </a:extLst>
          </p:cNvPr>
          <p:cNvGrpSpPr/>
          <p:nvPr/>
        </p:nvGrpSpPr>
        <p:grpSpPr>
          <a:xfrm>
            <a:off x="4484133" y="4549307"/>
            <a:ext cx="2926080" cy="736155"/>
            <a:chOff x="677609" y="4847155"/>
            <a:chExt cx="2926080" cy="736155"/>
          </a:xfrm>
        </p:grpSpPr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57A8E0C8-E69B-1CB0-4779-5A6206D53F86}"/>
                </a:ext>
              </a:extLst>
            </p:cNvPr>
            <p:cNvSpPr txBox="1"/>
            <p:nvPr/>
          </p:nvSpPr>
          <p:spPr>
            <a:xfrm>
              <a:off x="677609" y="4847155"/>
              <a:ext cx="2926080" cy="461665"/>
            </a:xfrm>
            <a:prstGeom prst="rect">
              <a:avLst/>
            </a:prstGeom>
            <a:noFill/>
          </p:spPr>
          <p:txBody>
            <a:bodyPr wrap="square" lIns="0" rIns="0" rtlCol="0" anchor="b">
              <a:spAutoFit/>
            </a:bodyPr>
            <a:lstStyle/>
            <a:p>
              <a:r>
                <a:rPr lang="en-US" sz="2400" b="1" noProof="1">
                  <a:solidFill>
                    <a:schemeClr val="accent5">
                      <a:lumMod val="75000"/>
                    </a:schemeClr>
                  </a:solidFill>
                </a:rPr>
                <a:t> </a:t>
              </a:r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CFC130C4-8138-F1E1-A093-DD00E39AE9BF}"/>
                </a:ext>
              </a:extLst>
            </p:cNvPr>
            <p:cNvSpPr txBox="1"/>
            <p:nvPr/>
          </p:nvSpPr>
          <p:spPr>
            <a:xfrm>
              <a:off x="677609" y="5306311"/>
              <a:ext cx="2926080" cy="276999"/>
            </a:xfrm>
            <a:prstGeom prst="rect">
              <a:avLst/>
            </a:prstGeom>
            <a:noFill/>
          </p:spPr>
          <p:txBody>
            <a:bodyPr wrap="square" lIns="0" rIns="0" rtlCol="0" anchor="t">
              <a:spAutoFit/>
            </a:bodyPr>
            <a:lstStyle/>
            <a:p>
              <a:r>
                <a:rPr lang="en-US" sz="1200" noProof="1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 </a:t>
              </a:r>
            </a:p>
          </p:txBody>
        </p:sp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B95DEB3B-D309-7042-59AB-D74308817A4E}"/>
              </a:ext>
            </a:extLst>
          </p:cNvPr>
          <p:cNvGrpSpPr/>
          <p:nvPr/>
        </p:nvGrpSpPr>
        <p:grpSpPr>
          <a:xfrm>
            <a:off x="8071866" y="4549307"/>
            <a:ext cx="2926080" cy="736155"/>
            <a:chOff x="677609" y="4847155"/>
            <a:chExt cx="2926080" cy="736155"/>
          </a:xfrm>
        </p:grpSpPr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DEEE393A-DB82-573F-D7EE-C28E3E985BD7}"/>
                </a:ext>
              </a:extLst>
            </p:cNvPr>
            <p:cNvSpPr txBox="1"/>
            <p:nvPr/>
          </p:nvSpPr>
          <p:spPr>
            <a:xfrm>
              <a:off x="677609" y="4847155"/>
              <a:ext cx="2926080" cy="461665"/>
            </a:xfrm>
            <a:prstGeom prst="rect">
              <a:avLst/>
            </a:prstGeom>
            <a:noFill/>
          </p:spPr>
          <p:txBody>
            <a:bodyPr wrap="square" lIns="0" rIns="0" rtlCol="0" anchor="b">
              <a:spAutoFit/>
            </a:bodyPr>
            <a:lstStyle/>
            <a:p>
              <a:r>
                <a:rPr lang="en-US" sz="2400" b="1" noProof="1">
                  <a:solidFill>
                    <a:schemeClr val="accent2">
                      <a:lumMod val="75000"/>
                    </a:schemeClr>
                  </a:solidFill>
                </a:rPr>
                <a:t> </a:t>
              </a:r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0E6853FF-CF73-D96E-31BB-A2CBDE95600B}"/>
                </a:ext>
              </a:extLst>
            </p:cNvPr>
            <p:cNvSpPr txBox="1"/>
            <p:nvPr/>
          </p:nvSpPr>
          <p:spPr>
            <a:xfrm>
              <a:off x="677609" y="5306311"/>
              <a:ext cx="2926080" cy="276999"/>
            </a:xfrm>
            <a:prstGeom prst="rect">
              <a:avLst/>
            </a:prstGeom>
            <a:noFill/>
          </p:spPr>
          <p:txBody>
            <a:bodyPr wrap="square" lIns="0" rIns="0" rtlCol="0" anchor="t">
              <a:spAutoFit/>
            </a:bodyPr>
            <a:lstStyle/>
            <a:p>
              <a:r>
                <a:rPr lang="en-US" sz="1200" noProof="1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 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13681981"/>
      </p:ext>
    </p:extLst>
  </p:cSld>
  <p:clrMapOvr>
    <a:masterClrMapping/>
  </p:clrMapOvr>
</p:sld>
</file>

<file path=ppt/theme/theme1.xml><?xml version="1.0" encoding="utf-8"?>
<a:theme xmlns:a="http://schemas.openxmlformats.org/drawingml/2006/main" name="Template PresentationGO">
  <a:themeElements>
    <a:clrScheme name="PresentationGo">
      <a:dk1>
        <a:srgbClr val="000000"/>
      </a:dk1>
      <a:lt1>
        <a:srgbClr val="FFFFFF"/>
      </a:lt1>
      <a:dk2>
        <a:srgbClr val="001F33"/>
      </a:dk2>
      <a:lt2>
        <a:srgbClr val="F2F2F2"/>
      </a:lt2>
      <a:accent1>
        <a:srgbClr val="F15F47"/>
      </a:accent1>
      <a:accent2>
        <a:srgbClr val="FBA91E"/>
      </a:accent2>
      <a:accent3>
        <a:srgbClr val="FEDA2F"/>
      </a:accent3>
      <a:accent4>
        <a:srgbClr val="6EA56C"/>
      </a:accent4>
      <a:accent5>
        <a:srgbClr val="3AC6E1"/>
      </a:accent5>
      <a:accent6>
        <a:srgbClr val="244470"/>
      </a:accent6>
      <a:hlink>
        <a:srgbClr val="008B58"/>
      </a:hlink>
      <a:folHlink>
        <a:srgbClr val="008B58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plate PresentationGO Dark">
  <a:themeElements>
    <a:clrScheme name="PresentationGO">
      <a:dk1>
        <a:srgbClr val="000000"/>
      </a:dk1>
      <a:lt1>
        <a:srgbClr val="FFFFFF"/>
      </a:lt1>
      <a:dk2>
        <a:srgbClr val="001F33"/>
      </a:dk2>
      <a:lt2>
        <a:srgbClr val="F2F2F2"/>
      </a:lt2>
      <a:accent1>
        <a:srgbClr val="F15F47"/>
      </a:accent1>
      <a:accent2>
        <a:srgbClr val="FBA91E"/>
      </a:accent2>
      <a:accent3>
        <a:srgbClr val="FEDA2F"/>
      </a:accent3>
      <a:accent4>
        <a:srgbClr val="6EA56C"/>
      </a:accent4>
      <a:accent5>
        <a:srgbClr val="3AC6E1"/>
      </a:accent5>
      <a:accent6>
        <a:srgbClr val="244470"/>
      </a:accent6>
      <a:hlink>
        <a:srgbClr val="008B58"/>
      </a:hlink>
      <a:folHlink>
        <a:srgbClr val="008B58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Designed by PresentationGO">
  <a:themeElements>
    <a:clrScheme name="PresentationGo">
      <a:dk1>
        <a:srgbClr val="000000"/>
      </a:dk1>
      <a:lt1>
        <a:srgbClr val="FFFFFF"/>
      </a:lt1>
      <a:dk2>
        <a:srgbClr val="001F33"/>
      </a:dk2>
      <a:lt2>
        <a:srgbClr val="F2F2F2"/>
      </a:lt2>
      <a:accent1>
        <a:srgbClr val="F15F47"/>
      </a:accent1>
      <a:accent2>
        <a:srgbClr val="FBA91E"/>
      </a:accent2>
      <a:accent3>
        <a:srgbClr val="FEDA2F"/>
      </a:accent3>
      <a:accent4>
        <a:srgbClr val="6EA56C"/>
      </a:accent4>
      <a:accent5>
        <a:srgbClr val="3AC6E1"/>
      </a:accent5>
      <a:accent6>
        <a:srgbClr val="244470"/>
      </a:accent6>
      <a:hlink>
        <a:srgbClr val="008B58"/>
      </a:hlink>
      <a:folHlink>
        <a:srgbClr val="008B58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0345_T_PGO_Hibiscus-Muse-Faces.pptx" id="{FD44498F-482F-4F9E-81B1-5997801C5709}" vid="{D77A0240-FC3B-48C6-9788-DF5B8B2B41D3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TEMPLATE-PGO(16_9)</Template>
  <TotalTime>9513</TotalTime>
  <Words>28</Words>
  <Application>Microsoft Office PowerPoint</Application>
  <PresentationFormat>Widescreen</PresentationFormat>
  <Paragraphs>8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Arial</vt:lpstr>
      <vt:lpstr>Calibri</vt:lpstr>
      <vt:lpstr>Helvetica</vt:lpstr>
      <vt:lpstr>Template PresentationGO</vt:lpstr>
      <vt:lpstr>Template PresentationGO Dark</vt:lpstr>
      <vt:lpstr>Designed by PresentationGO</vt:lpstr>
      <vt:lpstr>{{Title}}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Three Concept Speech Bubbles</dc:title>
  <dc:creator>PresentationGO.com</dc:creator>
  <dc:description>© Copyright PresentationGO.com - Do not distribute or sale without written permission.</dc:description>
  <cp:lastModifiedBy>Gajendrula Vasavi</cp:lastModifiedBy>
  <cp:revision>59</cp:revision>
  <dcterms:created xsi:type="dcterms:W3CDTF">2014-11-26T05:14:11Z</dcterms:created>
  <dcterms:modified xsi:type="dcterms:W3CDTF">2026-06-15T12:11:57Z</dcterms:modified>
  <cp:category>Text &amp; Tables</cp:category>
</cp:coreProperties>
</file>